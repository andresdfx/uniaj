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804373" y="2474565"/>
            <a:ext cx="8583104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Documentación Técnica Inicial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04026" y="4222240"/>
            <a:ext cx="142890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008658" y="4369115"/>
            <a:ext cx="817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Markdown, Docs as Code y el README (Clase 5)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32744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2992722" y="929944"/>
            <a:ext cx="6206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Valor de Documentar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13844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proyecto sin documentación es un proyecto que no existe. La documentación técnica asegura que tu código sobreviva y sea comprendido por otros ingenieros.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Markdown como Estándar de la Industria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938337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Paradigma "Docs as Code"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405062"/>
            <a:ext cx="5276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industria abandonó los manuales pesados de texto enriquecido. Hoy documentamos con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texto plano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3157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3157537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Ligero: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Formateamos usando caracteres simples (#, *, -).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929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9290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Versionable: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Vive en el mismo repositorio de Git que el código Java.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6815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6815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Renderizable: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Plataformas como GitHub, GitLab o herramientas de DevOps lo transforman visualmente.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38337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005012"/>
            <a:ext cx="5276850" cy="367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05012"/>
            <a:ext cx="5276850" cy="367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Anatomía de un README.md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971550" y="242411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Santo Grial del Repositorio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971550" y="2890837"/>
            <a:ext cx="449580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README.md es el archivo más importante de cualquier repositorio. Es la puerta de entrada informativa para cualquier desarrollador, líder técnico o reclutador.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971550" y="4262437"/>
            <a:ext cx="4495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 repositorio sin README indica una falta crítica de profesionalismo técnico.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724650" y="2424112"/>
            <a:ext cx="472059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Secciones Esenciales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896100" y="2890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962775" y="2890837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1. Título y Resumen: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¿Qué hace la aplicación?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896100" y="33385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6962775" y="3338512"/>
            <a:ext cx="4257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2. Características: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¿Qué problemas resuelve?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896100" y="37861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962775" y="3786187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3. Stack Tecnológico: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Lenguajes, bases de datos, patrones usados.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896100" y="4538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962775" y="4538662"/>
            <a:ext cx="42576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4. Instalación/Uso: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¿Cómo lo clono, compilo y ejecuto paso a paso?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286000"/>
            <a:ext cx="34226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2286000"/>
            <a:ext cx="3422600" cy="311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2286000"/>
            <a:ext cx="3422600" cy="31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Tipos de Documentos Básicos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15447" y="2799425"/>
            <a:ext cx="255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Especificación Funcional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76300" y="334327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Describe el comportamiento del sistema desde la perspectiva del usuario final (Requisitos, Casos de Uso, Actores).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094707" y="2686050"/>
            <a:ext cx="200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(SRS)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79900" y="3343275"/>
            <a:ext cx="28320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Describe la estructura interna para los desarrolladores. Aquí es donde embebemos nuestros diagramas UML de Mermaid.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778136" y="2622450"/>
            <a:ext cx="2242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Manual Técnico / API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83500" y="3343275"/>
            <a:ext cx="28320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Documenta el código en sí mismo. Las instrucciones de despliegue, scripts de instalación y los métodos públicos del sistema.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/>
        </p:nvSpPr>
        <p:spPr>
          <a:xfrm>
            <a:off x="305276" y="1829841"/>
            <a:ext cx="1158144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5381625" y="3077616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81025" y="3506241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81025" y="4092922"/>
            <a:ext cx="110301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Redactamos</a:t>
            </a: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README oficial de nuestro proyecto integrador aplicando sintaxis Markdown avanzada.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