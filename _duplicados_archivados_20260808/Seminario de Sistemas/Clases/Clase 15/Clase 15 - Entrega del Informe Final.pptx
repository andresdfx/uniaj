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95487" y="2474565"/>
            <a:ext cx="82010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Entrega del Informe Final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90750" y="3827115"/>
            <a:ext cx="7810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Release, Handover y Retrospectiva Ágil (Clase 15)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590686" y="2737544"/>
            <a:ext cx="501062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Cerrando el Ciclo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código está congelado. Hoy el proyecto pasa de ser una idea en desarrollo a convertirse en un producto real listo para ser entregado. Aprenderemos cómo se realiza este traspaso técnico en la industria.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335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Hito de "Release" (Lanzamiento)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033587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versión v1.0.0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53841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Release es el hito donde generamos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empaquetado inmutable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del software.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2475" y="3290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32908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código fuente, los manuales y las dependencias se unifican.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52475" y="4043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19150" y="40433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entorno empresarial, este paquete se sube a producción.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52475" y="4795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50" y="4795837"/>
            <a:ext cx="50387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nuestro caso, será el archivo final .zip que se someterá a evaluación y que no podrá ser modificado bajo ninguna circunstancia.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24087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del "Handover"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Entregando las Llaves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5479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"Handover" es el proceso de traspaso técnico al cliente o a otro equipo de desarrollo.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3300412"/>
            <a:ext cx="527685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Handover exitoso ocurre cuando el cliente recibe el sistema y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necesita llamarlos por teléfono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saber cómo instalarlo o usarlo. Si deben explicarle algo oralmente que no está en el README.md, el traspaso fracasó.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81212"/>
            <a:ext cx="52768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1212"/>
            <a:ext cx="52768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Release Notes (Notas de Lanzamiento)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971550" y="250031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Contrato de Transparencia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971550" y="300513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Release Notes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son un documento oficial y comercial que acompaña a su software. Le dicen al cliente exactamente qué está comprando (y qué no).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71550" y="43672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Debe ser redactado en un lenguaje claro, resaltando las victorias del equipo y las correcciones de bugs importantes.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724650" y="2500312"/>
            <a:ext cx="472059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Problemas Conocidos (Known Issues)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724650" y="3367087"/>
            <a:ext cx="449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transparencia es vital. Un software nunca es 100% perfecto. Si existe una limitación (Ej. "Al apagar el programa los datos no se guardan en el disco duro aún"), debe documentarse aquí para evitar demandas o falsas expectativas.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09800"/>
            <a:ext cx="34226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09800"/>
            <a:ext cx="34226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09800"/>
            <a:ext cx="34226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Documentación Final Consolidada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192113" y="3495675"/>
            <a:ext cx="22002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de Usuario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876300" y="393382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"Cómo Usar" orientado al cliente final, libre de jerga y explicando el Golden Path paso a paso.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165734" y="3495675"/>
            <a:ext cx="186023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Técnico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679900" y="393382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"Cómo Funciona", con los diagramas de Mermaid (Arquitectura) y las etiquetas JavaDoc generadas.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089350" y="3495675"/>
            <a:ext cx="16202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Release Notes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483500" y="393382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acta final de entrega que lista las funciones completadas, los bugs mitigados y las deudas pendientes.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5550" y="268605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5813" y="26860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8476" y="2686050"/>
            <a:ext cx="3619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Retrospectiva Ágil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código termina, el aprendizaje no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marco de trabajo Scrum/Agile, la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Retrospectiva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la reunión final del equipo donde se evalúa el proceso humano (no el software).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52475" y="36052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19150" y="36052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Start: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¿Qué técnica nueva deberíamos aplicar en el próximo proyecto?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52475" y="4357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19150" y="4357687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Stop: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¿Qué mala práctica cometimos que causó estrés?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52475" y="4805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19150" y="4805362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Continue: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¿Qué hicimos excelente y debemos repetir?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31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Post-mortem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81025" y="204311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Clínico de Errores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81025" y="254793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durante el semestre el proyecto casi fracasa, el servidor colapsó o hubo un error crítico (Severidad 1), las empresas realizan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Post-mortem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81025" y="3605212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un reporte formal que responde: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¿Por qué falló? ¿Cuál fue la causa raíz técnica? y ¿Qué protocolo implementaremos para que jamás vuelva a pasar?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Todo esto, bajo un ambiente sin buscar culpables.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23361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74850"/>
            <a:ext cx="11029950" cy="320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2020490" y="1279475"/>
            <a:ext cx="815101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Preparación: 3° Corte (40%)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83418" y="2660600"/>
            <a:ext cx="109013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Entregables Obligatorios (Próxima Clase):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1133475" y="309875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El Software: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Archivo Release v1.0.0.zip estable y sin errores de compilación.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133475" y="38300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La Documentación: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Todos los manuales consolidados y las </a:t>
            </a:r>
            <a:r>
              <a:rPr b="0" i="1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Release Notes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listas.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133475" y="4561433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La Sustentación: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Pitch de 15 minutos (Golden Path) preparado por todo el equipo.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/>
        </p:nvSpPr>
        <p:spPr>
          <a:xfrm>
            <a:off x="305276" y="1782216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 Final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5381625" y="3125241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581025" y="3553866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Reúnanse con sus equipos de ingeniería.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81025" y="4140547"/>
            <a:ext cx="1102995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hora de empaquetar su proyecto final, redactar las Release Notes y hacer la retrospectiva del semestre de cara a la evaluación final.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581025" y="1200150"/>
            <a:ext cx="110299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1243012" y="2383333"/>
            <a:ext cx="97059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1243012" y="3168104"/>
            <a:ext cx="97059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1243012" y="3952875"/>
            <a:ext cx="97059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1243012" y="3158579"/>
            <a:ext cx="97059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1243012" y="3158579"/>
            <a:ext cx="97059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1243012" y="3943350"/>
            <a:ext cx="97059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243012" y="3943350"/>
            <a:ext cx="97059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1243012" y="4728120"/>
            <a:ext cx="97059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243012" y="4728120"/>
            <a:ext cx="97059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012" y="25327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2338387" y="2526208"/>
            <a:ext cx="86106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https://files-prod.tii.ae/2026-02/1771391956548.png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2338387" y="2771923"/>
            <a:ext cx="861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www.tii.ae</a:t>
            </a:r>
            <a:endParaRPr/>
          </a:p>
        </p:txBody>
      </p:sp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3012" y="33175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2338387" y="3310979"/>
            <a:ext cx="86106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https://static.wixstatic.com/media/be58f1_a52bcc2400c34d5ebd771485fba19263~mv2.jpg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2338387" y="3556694"/>
            <a:ext cx="861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www.leanware.co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3012" y="41022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2338387" y="4095750"/>
            <a:ext cx="86106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https://www.mountaingoatsoftware.com/uploads/blog/2016-01-26-a-simple-way-to-run-a-sprint-retrospective-quote.png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2338387" y="4341465"/>
            <a:ext cx="861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www.mountaingoatsoftware.com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3012" y="4887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2338387" y="4880520"/>
            <a:ext cx="86106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https://cdn.prod.website-files.com/67b219410649fa2a90baa5b5/69462334bdf08f9688f4631f_69404c6a1ac3b2f4716e1f36_Postmortems_banner.png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2338387" y="5126235"/>
            <a:ext cx="8610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www.xurrent.com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