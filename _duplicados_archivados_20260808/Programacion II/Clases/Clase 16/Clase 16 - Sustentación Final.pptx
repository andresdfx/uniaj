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805588" y="2474565"/>
            <a:ext cx="658082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Sustentación Final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62275" y="3827115"/>
            <a:ext cx="626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Defensa Técnica del Proyecto Integrador VetCare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435542" y="2920454"/>
            <a:ext cx="732091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Momento de la Verdad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Hoy evaluaremos no solo si su código compila, sino su capacidad de ingeniería: arquitectura, estructuras de datos y toma de decisiones.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776412"/>
            <a:ext cx="527685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76412"/>
            <a:ext cx="527685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Reglas de Evaluación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19551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Perfiles de Desarrollo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270033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Caso A (Full Stack):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Evaluación integral.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449103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Caso B (Solo Prog. II):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100% capacidad técnica para traducir diagramas UML a código Java funcional.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195512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Perfil de Arquitectura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70033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Caso C (Solo Seminario):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Evaluación orientada al diseño del sistema.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43000" y="3148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09675" y="31480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50% Estructuras y Lógica.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43000" y="3595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09675" y="35956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30% Interfaces (GUI) y Eventos.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43000" y="4043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09675" y="40433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20% Archivos (CSV) y Excepciones.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896100" y="34528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962775" y="34528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Calidad de la documentación y manuales.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896100" y="3900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962775" y="39004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Diseño de Casos de Uso y Diagramas UML.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896100" y="43481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962775" y="43481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Plan de pruebas (QA).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896100" y="4795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962775" y="479583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Prototipo técnico en consola validando lógica sin interfaz gráfica estricta.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28812"/>
            <a:ext cx="342260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928812"/>
            <a:ext cx="342260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928812"/>
            <a:ext cx="34226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buscará el Jurado?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47107" y="3271837"/>
            <a:ext cx="229028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Estructuras (POO)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76300" y="37290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Verificaremos el uso inteligente de Herencia, Polimorfismo, HashMap, HashSet, Colas y Pilas dentro de un flujo lógico y coherente.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290750" y="3271837"/>
            <a:ext cx="16102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Excepciones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79900" y="37290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programa no debe romperse bajo ninguna circunstancia. El bloque try-catch-finally debe estar implementado en el ingreso de datos.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19354" y="3271837"/>
            <a:ext cx="15601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Persistencia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83500" y="37290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Demostrar en vivo que al registrar un dato, cerrar el programa y volver a abrirlo, el archivo CSV reconstruye el entorno a la perfección.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6975" y="2414587"/>
            <a:ext cx="5905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3913" y="24145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0851" y="2414587"/>
            <a:ext cx="4572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Dinámica de la Defensa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72073" y="2962275"/>
            <a:ext cx="28403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1. Demo Visual (3 Min)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76300" y="3419475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Presenten el proyecto corriendo fluidamente. Ejecuten el "Happy Path" para demostrar de inmediato que su sistema cumple con los requerimientos básicos.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09099" y="2962275"/>
            <a:ext cx="297365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2. Prueba de Estrés (1 Min)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79900" y="3733800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Provoquen un error intencionalmente (por ejemplo, escribir edad en letras) para que evaluemos el comportamiento de su pantalla de alerta controlada.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674298" y="2962275"/>
            <a:ext cx="24503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3. Auditoría (3 Min)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483500" y="3419475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Abriremos el IDE. Haré preguntas técnicas dirigidas directamente sobre su código (Ej. "¿Dónde está su método Factory?"). Respondan con seguridad.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6988" y="2105025"/>
            <a:ext cx="3905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105025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0839" y="2105025"/>
            <a:ext cx="6572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¿Están Listos?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Iniciamos el rol de Sustentaciones Oficiales.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¡Mucho éxito a todos los Ingenieros!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