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150631" y="2514600"/>
            <a:ext cx="589073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Ensayo Técnico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619750" y="3543300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90887" y="3781425"/>
            <a:ext cx="5610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Preparación de Entorno y Code Freeze (Clase 14)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38400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140630" y="2771775"/>
            <a:ext cx="591073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Asegurando el Éxito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762250" y="3676650"/>
            <a:ext cx="666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excelente pieza de software puede reprobar si la presentación en vivo falla. Hoy aprenderemos a proteger nuestro proyecto VetCare para el día de la entrega.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431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742950" y="21431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809625" y="214312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Congelamiento de Código: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el momento exacto en que se prohíbe añadir nuevas características (features) al software.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42950" y="31432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314325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Estabilidad: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partir de hoy, si se les ocurre una "idea genial" para VetCare, NO la programen. Podrían romper lo que ya funciona.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42950" y="41433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41433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Únicos Cambios Permitidos: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Solo se permite modificar el código si es para arreglar un Bug crítico (Hotfix).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42950" y="48577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48577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objetivo es llegar a la sustentación con un sistema 100% predecible.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Concepto de Code Freeze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9762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909762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09762"/>
            <a:ext cx="3429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895826" y="3033712"/>
            <a:ext cx="278034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Semillas de Datos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35575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Nadie quiere ver una app vacía. Crearemos un script que inyecte datos falsos perfectos (Mock Data) en el CSV para no perder tiempo tipeando en vivo.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830841" y="3033712"/>
            <a:ext cx="253031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"Happy Path"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76775" y="3557587"/>
            <a:ext cx="2838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Durante la presentación, primero se muestra el "Camino Feliz". Demuestra que el software hace lo que promete sin provocar errores intencionales al inicio.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415813" y="3033712"/>
            <a:ext cx="298037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Plan de Respaldo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86775" y="39385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Ten siempre un archivo .zip de tu proyecto funcional guardado en un USB o en la nube. Si tu IDE local falla ese día, descargas la versión de rescate.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5975" y="23002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3002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3002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Preparación del Entorno (Demo)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571500" y="571500"/>
            <a:ext cx="555069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Sustentación Final</a:t>
            </a:r>
            <a:endParaRPr/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142875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Defensa Técnica (Próxima Clase)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19526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evaluación no es solo que el programa corra, sino demostrar que tú lo escribiste y lo entiendes.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27146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Posibles preguntas del jurado: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85825" y="33242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52500" y="33242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"Muéstrame dónde aplicaste Herencia."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85825" y="36099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2500" y="360997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"¿Por qué elegiste un HashMap en lugar de un ArrayList?"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85825" y="41814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418147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"Provoca un error ingresando texto en el ID y muéstrame cómo lo atrapa tu bloque catch."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295275" y="233838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349091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Taller de Ensayo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424338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A0"/>
                </a:solidFill>
                <a:latin typeface="DM Sans"/>
                <a:ea typeface="DM Sans"/>
                <a:cs typeface="DM Sans"/>
                <a:sym typeface="DM Sans"/>
              </a:rPr>
              <a:t>Auditoría cruzada en parejas: Congelaremos el código y presentaremos VetCare a un compañero.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