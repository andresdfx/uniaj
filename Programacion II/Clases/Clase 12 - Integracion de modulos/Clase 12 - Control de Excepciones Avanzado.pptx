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315527" y="2474565"/>
            <a:ext cx="756094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Excepciones Avanzadas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495550" y="3827115"/>
            <a:ext cx="7200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Try-Catch-Finally y Errores Personalizados - Proyecto VetCare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575560" y="2737544"/>
            <a:ext cx="704088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Anticipando el Desastre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software en el mundo real siempre falla. La diferencia entre un buen y un mal sistema es cómo se recupera de esos fallos sin asustar al usuario ni destruir los datos.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48590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Flujo de Rescate: Try-Catch-Finally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81025" y="148590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Controlando el "Crash"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19907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Cuando Java encuentra un error (Ej. dividir por cero o letras en lugar de números), crea un objeto "Excepción" y lo lanza. Si no lo atrapamos, el programa se cierra de golpe.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3048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3048000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Intenta ejecutar el código peligroso (Ej. Integer.parseInt).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3810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81000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Catch: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 red de seguridad. Si el "Try" falla, el programa salta inmediatamente aquí. Aquí mostramos la alerta al veterinario.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52475" y="4867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4867275"/>
            <a:ext cx="50387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Finally: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opcional pero vital. Código que se ejecuta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siempre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, haya fallado o no el try. Ideal para cerrar conexiones a bases de datos o archivos (evita que queden bloqueados).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85900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619250"/>
            <a:ext cx="34226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619250"/>
            <a:ext cx="34226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619250"/>
            <a:ext cx="34226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Tipos de Fallos en Java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07090" y="2962275"/>
            <a:ext cx="257032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Checked Exceptions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76300" y="3419475"/>
            <a:ext cx="283205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compilador te obliga a atraparlas antes de ejecutar (Ej. IOException al guardar un archivo). Java sabe que el disco puede fallar.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650670" y="2962275"/>
            <a:ext cx="28903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Unchecked Exceptions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79900" y="3419475"/>
            <a:ext cx="2832050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Errores de lógica de programación (Ej. NullPointerException o buscar fuera del límite de un arreglo). El compilador no las detecta hasta que el software explota.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489400" y="2962275"/>
            <a:ext cx="8201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Errors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83500" y="3419475"/>
            <a:ext cx="283205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Catástrofes del sistema operativo (Ej. OutOfMemoryError cuando se acaba la RAM). No se pueden ni deben atrapar con un try-catch.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0313" y="2105025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251" y="2105025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7514" y="2105025"/>
            <a:ext cx="52387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576387"/>
            <a:ext cx="527685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76387"/>
            <a:ext cx="527685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4367212"/>
            <a:ext cx="44958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614737"/>
            <a:ext cx="44958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Excepciones Personalizadas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71550" y="19954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Reglas de Negocio Propias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971550" y="2500312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veces los errores no son fallos de Java, sino reglas de nuestra clínica. Por ejemplo, un usuario no puede registrar un paciente sin nombre.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71550" y="3557587"/>
            <a:ext cx="44958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esto, creamos nuestras propias clases de error heredando de Exception.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724650" y="199548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Lanzando el Error (Throw)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2500312"/>
            <a:ext cx="44958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 la palabra reservada throw, nosotros mismos hacemos "explotar" el código si se incumple la regla, para que la interfaz gráfica lo atrape.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473868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Esto limpia la interfaz gráfica (GUI) de pesados bloques de validaciones if-else.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Haremos el sistema VetCare a prueba de balas contra datos inválidos usando try-catch-finally.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