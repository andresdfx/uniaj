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junta todos los módulos la noche anterior, en clase la aplicación…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los cuatro módulos funcionando por separado y ya revisados por otro equipo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los equipos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