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Integración de módulos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De piezas sueltas a una aplicación que corre de punta a punta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VetCare arranca, carga el archivo, registra, busca por ID, lista y guarda al cerrar: el flujo completo del PI corre sin tocar código.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Visual Studio Code (Java)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proyecto VetCare ejecutable (carpeta del proyecto o JAR) más la bitácora de integración con tres defectos hallados con el debugger, cada uno con síntoma, causa, corrección y evidencia, subidos a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Integrar es lograr que piezas que ya funcionan por separado funcionen...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Integrar es lograr que piezas que ya funcionan por separado funcionen juntas dentro de un único ejecutable, y esa palabra 'juntas' esconde casi todo el trabajo.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VetCare tiene cuatro piezas y conviene ponerles nombre de paquete para verlas: vetcare.modelo con Mascota (y Dueno, si el equipo lo separó)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Vetcare.datos con RepositorioMascotasCSV, vetcare.logica con ServicioVetCare que administra el ArrayList y aplica las reglas, y vetcare.ui con la ventana Swing.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Entre ellas rige una regla de dependencia que hay que respetar como si fuera ley: la interfaz conoce al servicio, el servicio conoce al repositorio, el repositorio conoce al modelo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nadie mira hacia arriba; en particular el servicio no puede llamar a un JOptionPane.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¿Por qué importa?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así se puede probar la lógica sin abrir la ventana, porque el día que se cambie el.csv por una base de datos solo se toca una clase, y porque cuando algo falle se sabe en qué capa buscar.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Integrar bien no es que compile: es que exista un único punto de entrada, un único servicio y un único archivo de datos, y que cada capa haga su oficio y nada más.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flujo de punta a punta se define antes de integrar, por escrito, y...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flujo de punta a punta se define antes de integrar, por escrito, y se llama guion de humo porque su único fin es ver si sale humo.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VetCare son cinco pasos: abrir la aplicación y ver la tabla poblada con lo que había en mascotas.csv; registrar una mascota nueva con dueño y ver que aparece de inmediato en la tabla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Buscar por ID y ver el expediente; cerrar la ventana y confirmar que avisó cuántos registros guardó; volver a abrir y encontrar la mascota nueva.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Eso es lo que tiene que correr sin que nadie toque código en la mitad.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ciclo de vida que lo soporta es igual de explícito y su orden no es negociable: el main construye el repositorio, construye el servicio pasándole el repositorio, pide cargar los datos y solo entonces manda a construir y mostrar la ventana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 cerrar, el manejador de la ventana pide guardar y solo si el guardado salió bien libera la aplicación.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se invierte el orden y la ventana se construye antes de cargar, la tabla nace vacía aunque el archivo tenga cien mascotas, y el estudiante va a jurar que la persistencia no funciona cuando lo que está mal es la secuencia de arranque.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errores de integración tienen firma propia y conviene reconocerlos...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Los errores de integración tienen firma propia y conviene reconocerlos por el síntoma.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Primero, el más costoso: dos instancias del mismo servicio, una creada en el main y otra creada dentro del constructor de la ventana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Se registra en la instancia de la ventana y al cerrar se guarda la del main, así que el archivo queda igual y todo el mundo culpa a la persistencia.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Segundo, el orden de arranque invertido que ya mencionamos: tabla vacía con la consola diciendo 'Mascotas cargadas: 12'.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Tercero, la ruta del archivo: se ejecuta desde VS Code y el.csv queda en la carpeta del proyecto, se ejecuta el JAR desde el escritorio y queda en otra parte, entonces 'se perdieron los datos'.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Cuarto, el contrato del CSV roto entre quien escribe y quien lee, con el orden de campos distinto: el archivo se ve bien en el Bloc de notas pero la tabla muestra 'Canino' en la columna de edad.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Quinto, la unión del código de tres personas que trajeron cada una su propia clase Mascota con constructores distintos.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Y sexto, el clásico NullPointerException porque buscarPorId devuelve null cuando el ID no existe y nadie valida antes de usar el resultado.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depurador de VS Code es la herramienta de esta clase y hay que...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depurador de VS Code es la herramienta de esta clase y hay que perderle el miedo en vivo.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pone un breakpoint haciendo clic en el margen izquierdo de la línea (o con F9), se ejecuta con Depurar proyecto (Ctrl+F5) y la aplicación se congela justo ahí.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Desde ese punto, F8 avanza a la línea siguiente sin entrar a los métodos, F7 entra al método que se está llamando, Ctrl+F7 sale del método actual y F5 continúa hasta el siguiente breakpoint.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Mientras está detenido, la ventana Variables muestra el valor real de cada campo y de cada objeto, Watches permite vigilar una expresión concreta como servicio.listar().size()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depurador de VS Code es la herramienta de esta clase y hay que...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Call Stack muestra quién llamó a quién, que es justo lo que uno necesita cuando no entiende por qué se ejecutó algo.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además una joya para integración: el breakpoint condicional, al que se le pone una condición como id.equals("M009") para que solo se detenga en el caso problemático y no en las doscientas iteraciones buenas.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esto es superior a llenar el código de System.out.println por tres razones: no ensucia el proyecto ni deja basura que después hay que borrar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Muestra el estado completo y no solo lo que uno se acordó de imprimir, y permite mirar el orden real de las llamadas.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forma de integrar sin sufrir es por goteo y no de un solo golpe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forma de integrar sin sufrir es por goteo y no de un solo golpe.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Integración de un solo golpe es juntar los cuatro módulos la noche anterior a la entrega; el resultado conocido es una aplicación que no arranca y nadie sabe cuál de los cuatro la rompió.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Integración por goteo es unir de a un módulo, correr el guion de humo después de cada unión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no avanzar mientras el ejecutable esté en rojo: primero modelo más servicio con un main de consola, después servicio más repositorio verificando el archivo en disco, después la ventana consumiendo el servicio, y por último el cierre que guarda.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forma de integrar sin sufrir es por goteo y no de un solo golpe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Cuando algo se rompe, uno sabe exactamente qué fue lo último que tocó.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Tres hábitos más que valen oro: fijar por escrito el contrato entre módulos, es decir la firma de los métodos públicos del servicio y el orden exacto de los campos del CSV, para que quien escribe y quien lee no se contradigan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Poner el try-catch en las fronteras, o sea en el manejador del botón y en el acceso al archivo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no repartido por todo el modelo; y llevar la bitácora de integración con síntoma, causa y corrección de cada defecto, que es lo que se entrega y lo que salva en la sustentación.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main que amarra las cuatro capas de VetCare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public static void main(String[] args)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RepositorioMascotasCSV repositorio = new RepositorioMascotasCSV("mascotas.csv"); // capa de datos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ServicioVetCare servicio = new ServicioVetCare(repositorio);   // logica: dueno del ArrayList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servicio.cargarDesdeArchivo();      // PRIMERO los datos...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SwingUtilities.invokeLater(() -&gt; new VetCareApp(servicio).setVisible(true)); // ...DESPUES la ventana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// Una sola instancia de servicio para toda la app: la ventana NO crea la suya.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// Breakpoint en la linea del cargarDesdeArchivo (Ctrl+F8) y F7 para entrar: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// en la ventana Variables se ve cuantas mascotas trajo el CSV antes de que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// exista un solo boton en pantalla.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// Si la tabla sale vacia pero la consola dice "Mascotas cargadas: 12", el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// defecto NO esta en el archivo: esta en refrescarTabla() o en que la ventana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// esta mirando otro objeto servicio.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orden de arranque y la instancia única no son detalles de estilo: son la causa de los dos defectos de integración más frecuentes.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Visual Studio Code (Java)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docente corre el guion de humo completo (abrir, registrar, buscar, cerrar, reabrir) y luego pone un breakpoint en el botón Registrar para mostrar con el debugger por qué una edad vacía estaba entrando como cero.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 VetCare — no otro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hasta hoy VetCare eran cuatro talleres que funcionaban por separado; a partir de esta clase es un producto que la clínica Huellitas podría instalar, y eso es exactamente lo que se sustenta al final.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lo que se construyó desde la clase 1 (POO, colecciones, GUI, try-catch y persistencia) tiene que aparecer funcionando en el mismo ejecutable: la integración es donde el PI se comprueba como un todo.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bitácora de integración con el debugger es la evidencia de que el equipo sabe diagnosticar y no solo adivinar, que es lo que se evalúa en la defensa del proyecto.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estudiante llega con los cuatro módulos funcionando por separado y ya revisados por otro compañero en la clase anterior, con su plan de corrección en la mano.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Existe un archivo mascotas.csv con datos reales de pruebas anteriores, y al menos una línea de ese archivo está dañada a propósito para probar el arranque.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contrato acordado del archivo es id;nombre;especie;edad;cedula_dueno y todos deben respetarlo tal cual para poder intercambiar archivos de datos.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Organice el proyecto en los paquetes vetcare.modelo, vetcare.datos, vetcare.logica y vetcare.ui, deje un único método main en la clase de arranque, elimine cualquier otro main que haya quedado de los talleres anteriores y verifique que la aplicación abre desde ese único punto.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Asegure una sola instancia: cree el repositorio y el servicio en el main y páselos por constructor a la ventana; ponga un breakpoint en el botón Registrar y otro en el cierre, y compruebe en la ventana Variables que el objeto servicio tiene el mismo identificador en ambos puntos.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Corra el guion de humo de cinco pasos (abrir con datos, registrar, buscar por ID, cerrar guardando, reabrir y verificar) y anote en qué paso exacto falla y con qué mensaje; si pasa completo a la primera, dañe una línea de mascotas.csv y vuelva a correrlo.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Depure el primer defecto con el debugger: breakpoint en el manejador del botón, registre el valor real de cada campo del formulario antes de llegar al servicio, identifique en qué capa se corrompe el dato y aplique la corrección; deje la evidencia en la bitácora.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Repita hasta que el guion de humo corra completo dos veces seguidas y entregue la bitácora de integración con tres defectos documentados con síntoma, causa, corrección y cómo lo verificó.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la consola dice 'Mascotas cargadas: 12' pero la tabla aparece vacía, ¿el problema está en el archivo, en la carga o en el momento en que se llena la tabla?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¿Cuántas veces aparece la expresión new ServicioVetCare en todo su proyecto, y qué pasaría si aparece más de una?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Cuando el dato llega mal, ¿ya comprobó con el debugger si sale mal del formulario o si se daña más adelante, en el servicio o al escribir la línea del archivo?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proyecto VetCare ejecutable (carpeta del proyecto o JAR) más la bitácora de integración con tres defectos hallados con el debugger, cada uno con síntoma, causa, corrección y evidencia, subidos a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aplicación arranca desde un único main, muestra la tabla con los datos del archivo y no requiere tocar código para completar el guion de humo.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Existe una sola instancia del servicio y del repositorio en toda la aplicación, verificable con el debugger: lo que se ve en la tabla es lo que se guarda al cerrar.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Los cinco pasos del guion de humo se ejecutan de corrido dos veces seguidas, y al reabrir aparecen las mascotas registradas en la corrida anterior.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bitácora documenta tres defectos con síntoma observable, causa encontrada con el debugger, corrección aplicada y forma de verificarla; ningún defecto quedó 'arreglado' sin explicación.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la plataforma del curso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VetCare arranca, carga el archivo, registra, busca por ID, lista y guarda al cerrar: el flujo completo del PI corre sin tocar código.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taller, si el docente lo asigna · en la fecha que indique el docente.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12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VetCare arranca, carga el archivo, registra, busca por ID, lista y guarda al cerrar: el flujo completo del PI corre sin tocar código.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El proyecto VetCare ejecutable (carpeta del proyecto o JAR) más la bitácora de integración con tres defectos hallados con el debugger, cada uno con síntoma, causa, corrección y evidencia, subidos a la plataforma del curso.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