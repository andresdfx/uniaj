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depurador de VS Code es la herramienta de esta clase y hay que perderle el miedo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los cuatro módulos funcionando por separado y ya revisados por otro compañero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