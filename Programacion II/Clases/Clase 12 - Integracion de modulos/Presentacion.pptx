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¿Por qué importa?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Eso es lo que tiene que correr sin que nadie toque código en la mitad.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errores de integración tienen firma propia y conviene reconocerlos por el síntoma.</a:t>
            </a:r>
          </a:p>
          <a:p/>
          <a:p>
            <a:r>
              <a:t>Quinto, la unión del código de tres personas que trajeron cada una su propia clase Mascota con constructores distintos.</a:t>
            </a:r>
          </a:p>
          <a:p/>
          <a:p>
            <a:r>
              <a:t>Y sexto, el clásico NullPointerException porque buscarPorId devuelve null cuando el ID no existe y nadie valida antes de usar el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Cuando algo se rompe, uno sabe exactamente qué fue lo último que tocó.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2011680" cy="8768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42855" y="384048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384048"/>
            <a:ext cx="16916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Clase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728655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Integración de módulos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4206240"/>
            <a:ext cx="2926080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61688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D8EE"/>
                </a:solidFill>
                <a:latin typeface="Calibri"/>
              </a:rPr>
              <a:t>De piezas sueltas a una aplicación que corre de punta a punta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7EB8D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Encuadre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Tema de hoy: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Integración de módulos — De piezas sueltas a una aplicación que corre de punta a punta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Herramienta: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Visual Studio Code (Java)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Bloque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120 min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Primero el concepto, despues el codigo que lo muestra y la demo en vivo.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Todo con el mismo dominio: una clinica veterinaria.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Mapa del bloque de hoy (120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76272"/>
            <a:ext cx="112772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38625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0-10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Encuadre y repaso de la clase anterior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94084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2659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10-40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8379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Teoria Core del tema de hoy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9543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8118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40-60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3838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Demo en vivo sobre el tema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5002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577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60-105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297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Practica (opcional, guia en la carpeta)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60461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9036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105-120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4756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Repaso de conceptos y cierre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Solo el bloque de </a:t>
            </a:r>
            <a:r>
              <a:rPr sz="1200" b="1" i="1">
                <a:solidFill>
                  <a:srgbClr val="666666"/>
                </a:solidFill>
                <a:latin typeface="Calibri"/>
              </a:rPr>
              <a:t>esta</a:t>
            </a:r>
            <a:r>
              <a:rPr sz="1200" b="0" i="1">
                <a:solidFill>
                  <a:srgbClr val="666666"/>
                </a:solidFill>
                <a:latin typeface="Calibri"/>
              </a:rPr>
              <a:t> clase · 120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Integrar es lograr que piezas que ya funcionan por separado funcionen...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Integrar es lograr que piezas que ya funcionan por separado funcionen juntas dentro de un único ejecutable, y esa palabra 'juntas' esconde casi todo el trabajo.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sistema de la clinica tiene cuatro piezas y conviene ponerles nombre de paquete para verlas: clinica.modelo con Mascota (y Dueno, si el equipo lo separó)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Clinica.datos con RepositorioMascotasCSV, clinica.logica con ServicioClinica que administra el ArrayList y aplica las reglas, y clinica.ui con la ventana Swing.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Entre ellas rige una regla de dependencia que hay que respetar como si fuera ley: la interfaz conoce al servicio, el servicio conoce al repositorio, el repositorio conoce al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Integrar es lograr que piezas que ya funcionan por separado funcionen...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nadie mira hacia arriba; en particular el servicio no puede llamar a un JOptionPane.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Porque así se puede probar la lógica sin abrir la ventana, porque el día que se cambie el.csv por una base de datos solo se toca una clase, y porque cuando algo falle se sabe en qué capa buscar.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Integrar bien no es que compile: es que exista un único punto de entrada, un único servicio y un único archivo de datos, y que cada capa haga su oficio y nada más.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flujo de punta a punta se define antes de integrar, por escrito, y...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flujo de punta a punta se define antes de integrar, por escrito, y se llama guion de humo porque su único fin es ver si sale humo.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Para el sistema de la clinica son cinco pasos: abrir la aplicación y ver la tabla poblada con lo que había en mascotas.csv; registrar una mascota nueva con dueño y ver que aparece de inmediato en la tabla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Buscar por ID y ver el expediente; cerrar la ventana y confirmar que avisó cuántos registros guardó; volver a abrir y encontrar la mascota nueva.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ciclo de vida que lo soporta es igual de explícito y su orden no es negociable: el main construye el repositorio, construye el servicio pasándole el repositorio, pide cargar los datos y solo entonces manda a construir y mostrar la ventana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flujo de punta a punta se define antes de integrar, por escrito, y...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Al cerrar, el manejador de la ventana pide guardar y solo si el guardado salió bien libera la aplicación.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se invierte el orden y la ventana se construye antes de cargar, la tabla nace vacía aunque el archivo tenga cien mascotas, y el estudiante va a jurar que la persistencia no funciona cuando lo que está mal es la secuencia de arranque.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Los errores de integración tienen firma propia y conviene reconocerlos...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Primero, el más costoso: dos instancias del mismo servicio, una creada en el main y otra creada dentro del constructor de la ventana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 registra en la instancia de la ventana y al cerrar se guarda la del main, así que el archivo queda igual y todo el mundo culpa a la persistencia.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Segundo, el orden de arranque invertido que ya mencionamos: tabla vacía con la consola diciendo 'Mascotas cargadas: 12'.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Tercero, la ruta del archivo: se ejecuta desde VS Code y el.csv queda en la carpeta del proyecto, se ejecuta el JAR desde el escritorio y queda en otra parte, entonces 'se perdieron los datos'.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Cuarto, el contrato del CSV roto entre quien escribe y quien lee, con el orden de campos distinto: el archivo se ve bien en el Bloc de notas pero la tabla muestra 'Canino' en la columna de edad.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depurador de VS Code es la herramienta de esta clase y hay que...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depurador de VS Code es la herramienta de esta clase y hay que perderle el miedo en vivo.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 pone un breakpoint haciendo clic en el margen izquierdo de la línea (o con F9), se ejecuta con Depurar proyecto (Ctrl+F5) y la aplicación se congela justo ahí.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Desde ese punto, F8 avanza a la línea siguiente sin entrar a los métodos, F7 entra al método que se está llamando, Ctrl+F7 sale del método actual y F5 continúa hasta el siguiente breakpoint.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Mientras está detenido, la ventana Variables muestra el valor real de cada campo y de cada objeto, Watches permite vigilar una expresión concreta como servicio.listar().size()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depurador de VS Code es la herramienta de esta clase y hay que...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Call Stack muestra quién llamó a quién, que es justo lo que uno necesita cuando no entiende por qué se ejecutó algo.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Hay además una joya para integración: el breakpoint condicional, al que se le pone una condición como id.equals("M009") para que solo se detenga en el caso problemático y no en las doscientas iteraciones buenas.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Todo esto es superior a llenar el código de System.out.println por tres razones: no ensucia el proyecto ni deja basura que después hay que borrar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Muestra el estado completo y no solo lo que uno se acordó de imprimir, y permite mirar el orden real de las llamadas.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forma de integrar sin sufrir es por goteo y no de un solo golpe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forma de integrar sin sufrir es por goteo y no de un solo golpe.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Integración de un solo golpe es juntar los cuatro módulos la noche anterior a la entrega; el resultado conocido es una aplicación que no arranca y nadie sabe cuál de los cuatro la rompió.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Integración por goteo es unir de a un módulo, correr el guion de humo después de cada unión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no avanzar mientras el ejecutable esté en rojo: primero modelo más servicio con un main de consola, después servicio más repositorio verificando el archivo en disco, después la ventana consumiendo el servicio, y por último el cierre que guarda.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forma de integrar sin sufrir es por goteo y no de un solo golpe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Tres hábitos más que valen oro: fijar por escrito el contrato entre módulos, es decir la firma de los métodos públicos del servicio y el orden exacto de los campos del CSV, para que quien escribe y quien lee no se contradigan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Poner el try-catch en las fronteras, o sea en el manejador del botón y en el acceso al archivo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no repartido por todo el modelo; y llevar la bitácora de integración con síntoma, causa y corrección de cada defecto, que es lo que se entrega y lo que salva en la sustentación.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ClinicaApp.java — class ClinicaApp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public class ClinicaApp extends JFrame {</a:t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    private final ServicioClinica servicio;</a:t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    private final DefaultTableModel modelo = new DefaultTableModel(</a:t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            new Object[]{"ID", "Nombre", "Especie", "Edad", "CC Dueno"}, 0) {</a:t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        @Override</a:t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        public boolean isCellEditable(int fila, int columna) {</a:t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            return false;</a:t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        }</a:t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    };</a:t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    private final JTextField txtNombre = new JTextField();</a:t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    private final JTextField txtEspecie = new JTextField();</a:t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    private final JTextField txtEdad = new JTextField();</a:t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    private final JTextField txtCedula = new JTextField();</a:t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    private final JTextField txtBuscar = new JTextField();</a:t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ClinicaApp.java — ClinicaApp()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public ClinicaApp(ServicioClinica servicio)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super("Clinica - Clinica Veterinaria");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this.servicio = servicio;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construirInterfaz();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refrescarTabla();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setSize(760, 420);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setLocationRelativeTo(null);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setDefaultCloseOperation(WindowConstants.DO_NOTHING_ON_CLOSE);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addWindowListener(new WindowAdapter()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@Override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public void windowClosing(WindowEvent e)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cerrarGuardando();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});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ClinicaApp.java — construirInterfaz() (1/2)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5181447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private void construirInterfaz()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JPanel formulario = new JPanel(new GridLayout(5, 2, 6, 6));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formulario.setBorder(BorderFactory.createTitledBorder("Registrar mascota"));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formulario.add(new JLabel("Nombre:"));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formulario.add(txtNombre);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formulario.add(new JLabel("Especie:"));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formulario.add(txtEspecie);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formulario.add(new JLabel("Edad (anios):"));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formulario.add(txtEdad);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formulario.add(new JLabel("Cedula del dueno:"));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3007" y="1719072"/>
            <a:ext cx="5181447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formulario.add(txtCedula);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JButton btnRegistrar = new JButton("Registrar");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btnRegistrar.addActionListener(e -&gt; registrarMascota());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formulario.add(new JLabel(""));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formulario.add(btnRegistrar);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JPanel busqueda = new JPanel(new BorderLayout(6, 6));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busqueda.setBorder(BorderFactory.createTitledBorder("Buscar expediente por ID"));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JButton btnBuscar = new JButton("Buscar");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btnBuscar.addActionListener(e -&gt; buscarPorId());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ClinicaApp.java — construirInterfaz() (2/2)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busqueda.add(txtBuscar, BorderLayout.CENTER);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busqueda.add(btnBuscar, BorderLayout.EAST);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JPanel izquierda = new JPanel(new BorderLayout(6, 6));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izquierda.add(formulario, BorderLayout.NORTH);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izquierda.add(busqueda, BorderLayout.SOUTH);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add(izquierda, BorderLayout.WEST);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add(new JScrollPane(new JTable(modelo)), BorderLayout.CENTER);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/** Frontera: aqui se capturan los errores de datos y se le hablan al usuario. */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ClinicaApp.java — registrarMascota()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private void registrarMascota()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try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Mascota registrada = servicio.registrar(txtNombre.getText(), txtEspecie.getText(),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    txtEdad.getText(), txtCedula.getText());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refrescarTabla();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limpiarFormulario();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JOptionPane.showMessageDialog(this, "Mascota registrada con ID " + registrada.getId());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} catch (DatosInvalidosException ex)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JOptionPane.showMessageDialog(this, ex.getMessage(), "Datos invalidos",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    JOptionPane.WARNING_MESSAGE);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ClinicaApp.java — buscarPorId()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private void buscarPorId()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Mascota encontrada = servicio.buscarPorId(txtBuscar.getText());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if (encontrada == null)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JOptionPane.showMessageDialog(this, "No existe expediente con ID " + txtBuscar.getText(),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    "Sin resultados", JOptionPane.INFORMATION_MESSAGE);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} else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JOptionPane.showMessageDialog(this, encontrada.ficha(), "Expediente",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    JOptionPane.INFORMATION_MESSAGE);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ClinicaApp.java — refrescarTabla()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private void refrescarTabla()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modelo.setRowCount(0);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for (Mascota m: servicio.listar())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modelo.addRow(new Object[]{m.getId(), m.getNombre(), m.getEspecie(),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m.getEdad(), m.getCedulaDueno()});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ClinicaApp.java — limpiarFormulario()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private void limpiarFormulario()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txtNombre.setText("");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txtEspecie.setText("");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txtEdad.setText("");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txtCedula.setText("");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ClinicaApp.java — cerrarGuardando()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private void cerrarGuardando()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try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servicio.guardarEnArchivo();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JOptionPane.showMessageDialog(this, "Se guardaron " + servicio.listar().size()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    + " mascotas en el archivo.");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dispose();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} catch (IOException ex)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int opcion = JOptionPane.showConfirmDialog(this,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    "No se pudo guardar (" + ex.getMessage() + "). Cerrar de todas formas?",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    "Error al guardar", JOptionPane.YES_NO_OPTION);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if (opcion == JOptionPane.YES_OPTION)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dispose();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ClinicaApp.java — main()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public static void main(String[] args)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RepositorioMascotasCSV repositorio = new RepositorioMascotasCSV("mascotas.csv");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ServicioClinica servicio = new ServicioClinica(repositorio);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servicio.cargarDesdeArchivo();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SwingUtilities.invokeLater(() -&gt; new ClinicaApp(servicio).setVisible(true));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/** Error de datos del usuario: no es una falla del programa, es informacion para la interfaz. */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class DatosInvalidosException · DatosInvalidosException() · class Mascota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class DatosInvalidosException extends Exception {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public DatosInvalidosException(String mensaje) {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    super(mensaje);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}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}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class Mascota {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private final String id;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private final String nombre;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private final String especie;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private final int edad;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private final String cedulaDueno;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ClinicaApp.java — Mascota()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public Mascota(String id, String nombre, String especie, int edad, String cedulaDueno)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this.id = id;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this.nombre = nombre;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this.especie = especie;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this.edad = edad;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this.cedulaDueno = cedulaDueno;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ClinicaApp.java — ficha()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public String ficha()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return "Expediente " + id + "\nNombre: " + nombre + "\nEspecie: " + especie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+ "\nEdad: " + edad + " anios\nDueno CC: " + cedulaDueno;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/** Logica del negocio: dueno del ArrayList y de las reglas. No sabe que existe Swing. */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ClinicaApp.java — class ServicioClinica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class ServicioClinica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private static final int EDAD_MAXIMA = 25;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private final RepositorioMascotasCSV repositorio;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private final List&lt;Mascota&gt; mascotas = new ArrayList&lt;&gt;();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ClinicaApp.java — ServicioClinica()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public ServicioClinica(RepositorioMascotasCSV repositorio)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this.repositorio = repositorio;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ClinicaApp.java — cargarDesdeArchivo()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public void cargarDesdeArchivo()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mascotas.clear();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mascotas.addAll(repositorio.cargar());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System.out.println("Mascotas cargadas: " + mascotas.size());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ClinicaApp.java — guardarEnArchivo()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public void guardarEnArchivo() throws IOException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repositorio.guardar(mascotas);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ClinicaApp.java — listar()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public List&lt;Mascota&gt; listar()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return new ArrayList&lt;&gt;(mascotas);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ClinicaApp.java — buscarPorId()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public Mascota buscarPorId(String id)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if (id == null || id.trim().isEmpty())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return null;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for (Mascota m: mascotas)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if (m.getId().equalsIgnoreCase(id.trim()))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return m;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return null;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ClinicaApp.java — registrar() (1/2)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  public Mascota registrar(String nombre, String especie, String edadTexto, String cedula)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          throws DatosInvalidosException {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      if (nombre == null || nombre.trim().isEmpty()) {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          throw new DatosInvalidosException("El nombre de la mascota es obligatorio.");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      }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      if (especie == null || especie.trim().isEmpty()) {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          throw new DatosInvalidosException("La especie es obligatoria.");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      }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      if (cedula == null || cedula.trim().isEmpty()) {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          throw new DatosInvalidosException("La cedula del dueno es obligatoria.");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      }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      String texto = (edadTexto == null) ? "": edadTexto.trim();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      int edad;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      try {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          edad = Integer.parseInt(texto);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      } catch (NumberFormatException e) {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          throw new DatosInvalidosException("La edad debe ser un numero entero. Llego: '" + texto + "'");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      }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      if (edad &lt; 0 || edad &gt; EDAD_MAXIMA) {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          throw new DatosInvalidosException("La edad debe estar entre 0 y " + EDAD_MAXIMA + " anios.");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ClinicaApp.java — registrar() (2/2)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Mascota nueva = new Mascota(siguienteId(), nombre.trim(), especie.trim(), edad, cedula.trim());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mascotas.add(nueva);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return nueva;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ClinicaApp.java — siguienteId() (1/2)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5181447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    private String siguienteId() {</a:t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        int mayor = 0;</a:t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        for (Mascota m: mascotas) {</a:t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            String id = m.getId();</a:t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            if (id == null || id.length() &lt; 2) {</a:t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                continue;</a:t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            }</a:t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            try {</a:t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                int numero = Integer.parseInt(id.substring(1));</a:t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                if (numero &gt; mayor) {</a:t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                    mayor = numero;</a:t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                }</a:t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            } catch (NumberFormatException e) {</a:t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                System.out.println("Aviso: id con formato inesperado, se ignora: " + id);</a:t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            }</a:t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        }</a:t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        return String.format("M%03d", mayor + 1);</a:t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   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3007" y="1719072"/>
            <a:ext cx="5181447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}</a:t>
            </a:r>
          </a:p>
          <a:p>
            <a:pPr>
              <a:spcAft>
                <a:spcPts val="342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ClinicaApp.java — siguienteId() (2/2)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/** Unica clase que sabe de archivos. Contrato: id;nombre;especie;edad;cedula_dueno */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ClinicaApp.java — class RepositorioMascotasCSV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class RepositorioMascotasCSV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private static final String SEPARADOR = ";";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private static final String ENCABEZADO = "id;nombre;especie;edad;cedula_dueno";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private static final int CAMPOS_ESPERADOS = 5;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private final Path ruta;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ClinicaApp.java — RepositorioMascotasCSV()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public RepositorioMascotasCSV(String nombreArchivo)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this.ruta = Paths.get(nombreArchivo);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ClinicaApp.java — rutaAbsoluta()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public String rutaAbsoluta()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return ruta.toAbsolutePath().toString();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ClinicaApp.java — guardar()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public void guardar(List&lt;Mascota&gt; mascotas) throws IOException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try (BufferedWriter escritor = Files.newBufferedWriter(ruta, StandardCharsets.UTF_8))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escritor.write(ENCABEZADO);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escritor.newLine();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for (Mascota m: mascotas)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escritor.write(limpiar(m.getId()) + SEPARADOR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        + limpiar(m.getNombre()) + SEPARADOR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        + limpiar(m.getEspecie()) + SEPARADOR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        + m.getEdad() + SEPARADOR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        + limpiar(m.getCedulaDueno()));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escritor.newLine();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ClinicaApp.java — cargar() (1/2)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5181447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public List&lt;Mascota&gt; cargar()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List&lt;Mascota&gt; mascotas = new ArrayList&lt;&gt;();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if (!Files.exists(ruta))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System.out.println("No existe " + rutaAbsoluta() + ": se arranca con la lista vacia.");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return mascotas;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try (BufferedReader lector = Files.newBufferedReader(ruta, StandardCharsets.UTF_8))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lector.readLine(); // primera linea = encabezado: se descarta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String linea;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int numeroDeLinea = 1;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3007" y="1719072"/>
            <a:ext cx="5181447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while ((linea = lector.readLine()) != null)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numeroDeLinea++;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if (linea.trim().isEmpty())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    continue;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String[] campos = linea.split(SEPARADOR, -1);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if (campos.length != CAMPOS_ESPERADOS)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    System.out.println("Linea " + numeroDeLinea + " ignorada: llegaron "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            + campos.length + " campos y se esperaban " + CAMPOS_ESPERADOS);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    continue;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ClinicaApp.java — cargar() (2/2)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try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    mascotas.add(new Mascota(campos[0].trim(), campos[1].trim(), campos[2].trim(),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            Integer.parseInt(campos[3].trim()), campos[4].trim()));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} catch (NumberFormatException e)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    System.out.println("Linea " + numeroDeLinea + " ignorada: edad no numerica ('"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            + campos[3] + "')");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} catch (IOException e)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System.out.println("No se pudo leer el archivo: " + e.getMessage());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return mascotas;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ClinicaApp.java — limpiar()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private String limpiar(String texto)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if (texto == null)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return "";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return texto.replace(SEPARADOR, ",").trim();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main que amarra las cuatro capas del sistema de la clinica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477316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133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public static void main(String[] args)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RepositorioMascotasCSV repositorio = new RepositorioMascotasCSV("mascotas.csv"); // capa de datos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ServicioClinica servicio = new ServicioClinica(repositorio);   // logica: dueno del ArrayList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servicio.cargarDesdeArchivo();      // PRIMERO los datos...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SwingUtilities.invokeLater(() -&gt; new ClinicaApp(servicio).setVisible(true)); // ...DESPUES la ventana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// Una sola instancia de servicio para toda la app: la ventana NO crea la suya.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// Breakpoint en la linea del cargarDesdeArchivo (Ctrl+F8) y F7 para entrar: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// en la ventana Variables se ve cuantas mascotas trajo el CSV antes de que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// exista un solo boton en pantalla.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// Si la tabla sale vacia pero la consola dice "Mascotas cargadas: 12", el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// defecto NO esta en el archivo: esta en refrescarTabla() o en que la ventana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// esta mirando otro objeto servicio.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8076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El orden de arranque y la instancia única no son detalles de estilo: son la causa de los dos defectos de integración más frecuentes.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Demo del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Herramienta: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Visual Studio Code (Java)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Demo: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El docente corre el guion de humo completo (abrir, registrar, buscar, cerrar, reabrir) y luego pone un breakpoint en el botón Registrar para mostrar con el debugger por qué una edad vacía estaba entrando como cero.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Mismo dominio de la clinica — no otro ejemplo.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Clase 12 · Integración de módulos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De piezas sueltas a una aplicación que corre de punta a punta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Repasa las laminas de concepto y el codigo de la demo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Siguiente clase: continuamos el hilo del 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Teoria al servicio del proyecto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