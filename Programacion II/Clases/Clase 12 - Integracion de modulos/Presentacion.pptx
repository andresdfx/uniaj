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Integrar es lograr que piezas que ya funcionan por separado funcionen...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 palabra 'juntas' esconde casi todo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tiene cuatro piezas y conviene ponerles nombre de paquete para verlas: vetcare.modelo con Mascota (y Dueno, si el equipo lo separó)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Vetcare.datos con RepositorioMascotasCSV, vetcare.logica con ServicioVetCare que administra el ArrayList y aplica las reglas, y vetcare.ui con la ventana Swing.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ellas rige una regla de dependencia que hay que respetar como si fuera ley: la interfaz conoce al servicio, el servicio conoce al repositorio, el repositorio conoce al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Integrar es lograr que piezas que ya funcionan por separado funcionen...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nadie mira hacia arriba; en particular el servicio no puede llamar a un JOptionPane.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así se puede probar la lógica sin abrir la ventana, porque el día que se cambie el.csv por una base de datos solo se toca una clase, y porque cuando algo falle se sabe en qué capa buscar.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bien no es que compile: es que exista un único punto de entrada, un único servicio y un único archivo de datos, y que cada capa haga su oficio y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punta a punta se define antes de integrar, por escrito, y...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 es ver si sale humo.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VetCare son cinco pasos: abrir la aplicación y ver la tabla poblada con lo que había en mascotas.csv; registrar una mascota nueva con dueño y ver que aparece de inmediato en la tabla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por ID y ver el expediente; cerrar la ventana y confirmar que avisó cuántos registros guardó; volver a abrir y encontrar la mascota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ciclo de vida que lo soporta es igual de explícito y su orden no es negociable: el main construye el repositorio, construye el servicio pasándole el repositorio, pide cargar los datos y solo entonces manda a construir y mostrar la ventana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punta a punta se define antes de integrar, por escrito, y...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cerrar, el manejador de la ventana pide guardar y solo si el guardado salió bien libera la aplicación.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invierte el orden y la ventana se construye antes de cargar, la tabla nace vacía aunque el archivo tenga cien mascotas, y el estudiante va a jurar que la persistencia no funciona cuando lo que está mal es la secuencia de arranque.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errores de integración tienen firma propia y conviene reconocerlos...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el más costoso: dos instancias del mismo servicio, una creada en el main y otra creada dentro del constructor de la ventana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registra en la instancia de la ventana y al cerrar se guarda la del main, así que el archivo queda igual y todo el mundo culpa a la persistencia.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el orden de arranque invertido que ya mencionamos: tabla vacía con la consola diciendo 'Mascotas cargadas: 12'.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la ruta del archivo: se ejecuta desde VS Code y el.csv queda en la carpeta del proyecto, se ejecuta el JAR desde el escritorio y queda en otra parte, entonces 'se perdieron los datos'.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el contrato del CSV roto entre quien escribe y quien lee, con el orden de campos distinto: el archivo se ve bien en el Bloc de notas pero la tabla muestra 'Canino' en la columna de 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depurador de VS Code es la herramienta de esta clase y hay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depurador de VS Code es la herramienta de esta clase y hay que perderle el miedo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pone un breakpoint haciendo clic en el margen izquierdo de la línea (o con F9), se ejecuta con Depurar proyecto (Ctrl+F5) y la aplicación se congela justo ahí.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Desde ese punto, F8 avanza a la línea siguiente sin entrar a los métodos, F7 entra al método que se está llamando, Ctrl+F7 sale del método actual y F5 continúa hasta el siguiente breakpoint.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está detenido, la ventana Variables muestra el valor real de cada campo y de cada objeto, Watches permite vigilar una expresión concreta como servicio.listar().size()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depurador de VS Code es la herramienta de esta clase y hay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Call Stack muestra quién llamó a quién, que es justo lo que uno necesita cuando no entiende por qué se ejecutó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además una joya para integración: el breakpoint condicional, al que se le pone una condición como id.equals("M009") para que solo se detenga en el caso problemático y no en las doscientas iteraciones buenas.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es superior a llenar el código de System.out.println por tres razones: no ensucia el proyecto ni deja basura que después hay que borrar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Muestra el estado completo y no solo lo que uno se acordó de imprimir, y permite mirar el orden real de las llamadas.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forma de integrar sin sufrir es por goteo y no de un solo golpe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Integración de un solo golpe es juntar los cuatro módulos la noche anterior a la entrega; el resultado conocido es una aplicación que no arranca y nadie sabe cuál de los cuatro la rompió.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Integración por goteo es unir de a un módulo, correr el guion de humo después de cada unión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avanzar mientras el ejecutable esté en rojo: primero modelo más servicio con un main de consola, después servicio más repositorio verificando el archivo en disco, después la ventana consumiendo el servicio, y por último el cierre que guarda.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forma de integrar sin sufrir es por goteo y no de un solo golpe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hábitos más que valen oro: fijar por escrito el contrato entre módulos, es decir la firma de los métodos públicos del servicio y el orden exacto de los campos del CSV, para que quien escribe y quien lee no se contradigan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el try-catch en las fronteras, o sea en el manejador del botón y en el acceso al archivo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repartido por todo el modelo; y llevar la bitácora de integración con síntoma, causa y corrección de cada defecto, que es lo que se entrega y lo que salva en la sustentación.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class VetCareApp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public class VetCareApp extends JFrame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ServicioVetCare servicio;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DefaultTableModel modelo = new DefaultTableModel(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new Object[]{"ID", "Nombre", "Especie", "Edad", "CC Dueno"}, 0)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public boolean isCellEditable(int fila, int columna)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false;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txtEdad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txtCedula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final JTextField txtBuscar = new JTextField();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VetCareApp()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VetCareApp(ServicioVetCare servicio)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super("VetCare - Clinica Veterinaria Huellitas");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this.servicio = servicio;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construirInterfaz();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refrescarTabla();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setSize(760, 420);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setLocationRelativeTo(null);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setDefaultCloseOperation(WindowConstants.DO_NOTHING_ON_CLOSE);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addWindowListener(new WindowAdapter()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windowClosing(WindowEvent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cerrarGuardando();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construirInterfaz()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construirInterfaz()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formulario = new JPanel(new GridLayout(5,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formulario.setBorder(BorderFactory.createTitledBorder("Registrar mascota"));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formulario.add(txtNombre);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JLabel("Edad (anios):"));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JLabel("Cedula del dueno:"));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formulario.add(txtCedula);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JButton btnRegistrar = new JButton("Registrar");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btnRegistrar.addActionListener(e -&gt; registrarMascota());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busqueda = new JPanel(new BorderLayout(6,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busqueda.setBorder(BorderFactory.createTitledBorder("Buscar expediente por ID"));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JButton btnBuscar = new JButton("Buscar");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btnBuscar.addActionListener(e -&gt; buscarPorId());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construirInterfaz()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busqueda.add(txtBuscar,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busqueda.add(btnBuscar, BorderLayout.EAST);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izquierda = new JPanel(new BorderLayout(6,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izquierda.add(formulario,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izquierda.add(busqueda, BorderLayout.SOUTH);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add(izquierda, BorderLayout.WEST);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JScrollPane(new JTable(modelo)),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Frontera: aqui se capturan los errores de datos y se le hablan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registrarMascota()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registrarMascota()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registrada = servicio.registrar(txtNombre.getText(), txtEspecie.getText(),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txtEdad.getText(), txtCedula.getText());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refrescarTabla();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limpiarFormulario();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"Mascota registrada con ID " + registrada.getId());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(DatosInvalidosException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ex.getMessage(), "Datos invalidos",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buscarPorId()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encontrada = servicio.buscarPorId(txtBuscar.getText());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(encontrada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"No existe expediente con ID " + txtBuscar.getText(),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"Sin resultados", JOptionPane.INFORMATION_MESSAGE);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encontrada.ficha(), "Expediente",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JOptionPane.INFORMATION_MESSAGE);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refrescarTabla()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refrescarTabla()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modelo.setRowCount(0);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servicio.listar())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modelo.addRow(new Object[]{m.getId(), m.getNombre(), m.getEspecie(),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m.getEdad(), m.getCedulaDueno()});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limpiarFormulario()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limpiarFormulario()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txtEdad.setText("");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txtCedula.setText("");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cerrarGuardando()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cerrarGuardando()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servicio.guardarEnArchivo();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"Se guardaron " + servicio.listar().size()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+ " mascotas en el archivo.");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dispose();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opcion = JOptionPane.showConfirmDialog(this,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"No se pudo guardar (" + ex.getMessage() + "). Cerrar de todas formas?",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"Error al guardar", JOptionPane.YES_NO_OPTION);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(opcion == JOptionPane.YES_OPTION)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dispose();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RepositorioMascotasCSV repositorio = new RepositorioMascotasCSV("mascotas.csv");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ServicioVetCare servicio = new ServicioVetCare(repositorio);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servicio.cargarDesdeArchivo();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SwingUtilities.invokeLater(() -&gt; new VetCareApp(servicio).setVisible(true));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Error de datos del usuario: no es una falla del programa, es informacion para la interfaz.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class DatosInvalidosException · DatosInvalidosException() ·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 DatosInvalidosException extends Exception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DatosInvalidosException(String mensaje)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super(mensaje);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int edad;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final String cedulaDueno;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especie, int edad, String cedulaDueno)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this.cedulaDueno = cedulaDueno;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ficha()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ficha()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"Expediente " + id + "\nNombre: " + nombre + "\nEspecie: " + especie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"\nEdad: " + edad + " anios\nDueno CC: " + cedulaDueno;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Logica del negocio: dueno del ArrayList y de las reglas. No sabe que existe Swing.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class ServicioVetCare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ServicioVetCare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int EDAD_MAXIMA = 25;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RepositorioMascotasCSV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ServicioVetCare()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ServicioVetCare(RepositorioMascotasCSV repositorio)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this.repositorio =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cargarDesdeArchivo()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cargarDesdeArchivo()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mascotas.clear();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mascotas.addAll(repositorio.cargar());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cargadas: " + mascotas.size());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guardarEnArchivo()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guardarEnArchivo() throws IOException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repositorio.guardar(mascotas);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listar()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listar()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new ArrayList&lt;&gt;(mascotas);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(m.getId().equalsIgnoreCase(id.trim()))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registrar()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Mascota registrar(String nombre, String especie, String edadTexto, String cedula)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throws DatosInvalidosException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(nombre == null || nombre.trim().isEmpty())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DatosInvalidosException("El nombre de la mascota es obligatorio.");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(especie == null || especie.trim().isEmpty())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especie es obligatoria.");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(cedula == null || cedula.trim().isEmpty())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cedula del dueno es obligatoria.");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String texto = (edadTexto == null) ? "": edadTexto.trim();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int edad;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edad = Integer.parseInt(texto);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 catch (NumberFormatException e)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edad debe ser un numero entero. Llego: '" + texto + "'");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if (edad &lt; 0 || edad &gt; EDAD_MAXIMA)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    throw new DatosInvalidosException("La edad debe estar entre 0 y " + EDAD_MAXIMA + " anios.");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registrar()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nueva = new Mascota(siguienteId(), nombre.trim(), especie.trim(), edad, cedula.trim());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mascotas.add(nueva);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nueva;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siguienteId()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private String siguienteId()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int mayor = 0;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String id = m.getId();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if (id == null || id.length() &lt; 2)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continue;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int numero = Integer.parseInt(id.substring(1));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if (numero &gt; mayor)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mayor = numero;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System.out.println("Aviso: id con formato inesperado, se ignora: " + id);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return String.format("M%03d", mayor + 1);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siguienteId()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Unica clase que sabe de archivos. Contrato: id;nombre;especie;edad;cedula_dueno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class RepositorioMascotasCSV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RepositorioMascotasCSV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SEPARADOR = ";";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ENCABEZADO = "id;nombre;especie;edad;cedula_dueno";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int CAMPOS_ESPERADOS = 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Path ruta;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RepositorioMascotasCSV()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RepositorioMascotasCSV(String nombreArchivo)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this.ruta = Paths.get(nombreArchivo);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rutaAbsoluta()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rutaAbsoluta()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ruta.toAbsolutePath().toString();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guardar()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guardar(List&lt;Mascota&gt; mascotas) throws IOException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(BufferedWriter escritor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escritor.write(ENCABEZADO);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escritor.newLine();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escritor.write(limpiar(m.getId())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limpiar(m.getNombre())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limpiar(m.getEspecie())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m.getEdad() + SEPARADOR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+ limpiar(m.getCedulaDueno()));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escritor.newLine();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cargar()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cargar()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mascotas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(!Files.exists(ruta))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System.out.println("No existe " + rutaAbsoluta() + ": se arranca con la lista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mascotas;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(BufferedReader lector = Files.newBufferedReader(ruta,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lector.readLine(); // primera linea = encabezado: se descarta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linea;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numeroDeLinea = 1;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while ((linea = lector.readLine())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numeroDeLinea++;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(linea.trim().isEmpty())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String[] campos = linea.split(SEPARADOR, -1);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(campos.length != CAMPOS_ESPERADOS)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System.out.println("Linea " + numeroDeLinea + " ignorada: llegaron 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+ campos.length + " campos y se esperaban " + CAMPOS_ESPERADOS);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cargar()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mascotas.add(new Mascota(campos[0].trim(), campos[1].trim(), campos[2].trim(),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Integer.parseInt(campos[3].trim()), campos[4].trim()));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System.out.println("Linea " + numeroDeLinea + " ignorada: edad no numerica ('"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    + campos[3] + "')");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System.out.println("No se pudo leer el archivo: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mascotas;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VetCareApp.java — limpiar()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limpiar(String texto)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(texto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texto.replace(SEPARADOR, ",").trim();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los cuatro módulos funcionando por separado y ya revisados por otro compañero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