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3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2175828"/>
            <a:ext cx="6010497" cy="2853814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ents-writing-ex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2248980"/>
            <a:ext cx="5864193" cy="2707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This And No Internet 25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solo 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(virtual sincrono por Meet).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hay tema nuevo en esta sesion.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Duracion sugerida: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hasta hoy; el enunciado y el canal de entrega se comparten al empezar.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3 · Clase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Enfocados en la evaluacion del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continua la proxima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