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Merriweather"/>
      <p:regular r:id="rId12"/>
      <p:bold r:id="rId13"/>
      <p:italic r:id="rId14"/>
      <p:boldItalic r:id="rId15"/>
    </p:embeddedFont>
    <p:embeddedFont>
      <p:font typeface="DM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erriweather-bold.fntdata"/><Relationship Id="rId12" Type="http://schemas.openxmlformats.org/officeDocument/2006/relationships/font" Target="fonts/Merriweath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-boldItalic.fntdata"/><Relationship Id="rId14" Type="http://schemas.openxmlformats.org/officeDocument/2006/relationships/font" Target="fonts/Merriweather-italic.fntdata"/><Relationship Id="rId17" Type="http://schemas.openxmlformats.org/officeDocument/2006/relationships/font" Target="fonts/DMSans-bold.fntdata"/><Relationship Id="rId16" Type="http://schemas.openxmlformats.org/officeDocument/2006/relationships/font" Target="fonts/DM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735580" y="2514600"/>
            <a:ext cx="672084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Resolución de Bugs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5619750" y="3543300"/>
            <a:ext cx="95250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895600" y="3781425"/>
            <a:ext cx="64008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Diagnóstico, Rastreo y Reparación de Código (Clase 13)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5619750" y="2438400"/>
            <a:ext cx="95250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2595562" y="2771775"/>
            <a:ext cx="7000875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Arte de la Reparación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762250" y="3676650"/>
            <a:ext cx="66675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Escribir código es solo el 20% del trabajo. El otro 80% es descubrir por qué el código que escribiste ayer no funciona hoy.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190750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/>
        </p:nvSpPr>
        <p:spPr>
          <a:xfrm>
            <a:off x="742950" y="219075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809625" y="2190750"/>
            <a:ext cx="5048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Errores de Sintaxis: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Falta un punto y coma (;), un paréntesis sin cerrar. El compilador te avisa y no te deja ejecutar. (Fáciles de arreglar).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742950" y="319087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809625" y="3190875"/>
            <a:ext cx="5048250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Errores Runtime: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El código compila, pero explota en uso. Ej: NullPointerException (intentar usar un objeto inexistente).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742950" y="420052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09625" y="4200525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Errores Lógicos: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El programa no se cae, pero calcula mal. Ej: Un ciclo for que omite al último paciente de la clínica.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Anatomía de un Error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976437"/>
            <a:ext cx="3429000" cy="3762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1976437"/>
            <a:ext cx="3429000" cy="3762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1976437"/>
            <a:ext cx="3429000" cy="37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1210865" y="3062287"/>
            <a:ext cx="215026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StackTrace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866775" y="3586162"/>
            <a:ext cx="28384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Esa pared de texto rojo en la consola no es un castigo, es un mapa. La primera línea te dice QUÉ falló, y las siguientes líneas te dicen DÓNDE explotó.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4770834" y="3062287"/>
            <a:ext cx="265033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Debugger (F8)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4676775" y="3586162"/>
            <a:ext cx="283845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Aísla el problema. Coloca un Breakpoint una línea antes de donde ocurre la explosión, y avanza paso a paso mirando cómo mutan las variables en la RAM.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8825865" y="3062287"/>
            <a:ext cx="216027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Goma de Pato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8486775" y="3586162"/>
            <a:ext cx="283845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"Rubber Duck Debugging" consiste en explicarle tu código, línea por línea, a un objeto inanimado (o colega). Al verbalizar la lógica, detectas el fallo.</a:t>
            </a:r>
            <a:endParaRPr/>
          </a:p>
        </p:txBody>
      </p:sp>
      <p:pic>
        <p:nvPicPr>
          <p:cNvPr descr="image.png" id="119" name="Google Shape;11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57400" y="23288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0" y="2328862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Kit de Supervivencia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/>
        </p:nvSpPr>
        <p:spPr>
          <a:xfrm>
            <a:off x="571500" y="571500"/>
            <a:ext cx="5550693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Los Sospechosos Habituales</a:t>
            </a:r>
            <a:endParaRPr/>
          </a:p>
        </p:txBody>
      </p:sp>
      <p:pic>
        <p:nvPicPr>
          <p:cNvPr descr="image.png" id="127" name="Google Shape;1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/>
        </p:nvSpPr>
        <p:spPr>
          <a:xfrm>
            <a:off x="571500" y="1905000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Los 3 Bugs Más Comunes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571500" y="242887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1. NullPointerException: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Invocar un método en una variable vacía (null).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571500" y="319087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2. IndexOutOfBoundsException: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Acceder a una posición inexistente. ¡Java cuenta desde cero!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571500" y="395287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3. NumberFormatException: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Intentar convertir un texto no numérico a entero.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/>
        </p:nvSpPr>
        <p:spPr>
          <a:xfrm>
            <a:off x="295275" y="2200275"/>
            <a:ext cx="11601450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¿Dudas Técnicas?</a:t>
            </a:r>
            <a:endParaRPr/>
          </a:p>
        </p:txBody>
      </p:sp>
      <p:sp>
        <p:nvSpPr>
          <p:cNvPr id="137" name="Google Shape;137;p18"/>
          <p:cNvSpPr txBox="1"/>
          <p:nvPr/>
        </p:nvSpPr>
        <p:spPr>
          <a:xfrm>
            <a:off x="571500" y="3352800"/>
            <a:ext cx="11049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continuación: Taller de Resolución (Escape Room)</a:t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571500" y="4105275"/>
            <a:ext cx="11049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A0"/>
                </a:solidFill>
                <a:latin typeface="DM Sans"/>
                <a:ea typeface="DM Sans"/>
                <a:cs typeface="DM Sans"/>
                <a:sym typeface="DM Sans"/>
              </a:rPr>
              <a:t>Les entregaré el código de VetCare "roto". Deberán cazar y reparar 3 Bugs críticos para salvar a los pacientes.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