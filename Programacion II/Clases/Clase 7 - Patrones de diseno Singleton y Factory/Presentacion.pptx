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queda con un unico repositorio de datos en memoria compartido por todas las ventanas y una fabrica que crea las consultas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patron de diseño no es una libreria que se importa ni un archivo 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 nombre propio, a un problema de diseño que se repite.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que mejor funciona es la de arquitectura: cuando un arquitecto dice 'aqui va un patio interior', nadie le pide los planos del patio, porque el nombre ya comunica el problema (ventilar e iluminar el centro de la casa) y la forma de resolverlo.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programacion pasa igual: cuando un desarrollador dice 'el repositorio de VetCare es un Singleton', su compañero entiende de una que hay una sola instancia y un punto de acceso global, sin necesidad de leer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catalogo clasico es el de la Banda de los Cuatro (GoF) y agrupa los patrones en creacionales (como se crean los objetos: Singleton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Factory, Builder), estructurales (como se componen: Adapter, Decorator, Facade) y de comportamiento (como se comunican: Observer, Strategy).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Nosotros vamos a usar solo dos hoy, pero bien usados y con criterio, no por coleccionarlos.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que motiva el Singleton ya lo vivimos en la clase pasada...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que motiva el Singleton ya lo vivimos en la clase pasada, aunque no le pusimos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ventana de registro creaba su propio RepositorioMascotas.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abramos la ventana de citas y esta haga otro new RepositorioMascotas(), la agenda no vera ni una sola de las mascotas registradas, porque son dos ArrayList distintos en dos zonas distintas de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sirve pasar datos por copia: la clinica Huellitas necesita que exista un solo lugar donde vivan los expedientes mientras la aplicacion corre, igual que en la clinica fisica hay un solo archivador y no uno por escritorio.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entonces se enuncia asi: necesito garantizar que exista una y solo una instancia de esta clase y que cualquier parte del programa pueda llegar a ella sin andar pasandosela de constructor en constructor.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es exactamente la intencion del patron Singleton.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 tres son obligatorias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un atributo privado y estatico del mismo tipo de la clase (private static RepositorioVetCare instancia): estatico porque debe pertenecer a la clase y no a un objeto, privado para que nadie lo reemplace desde afuera.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constructor declarado private: mientras exista un constructor publico, cualquiera puede hacer new y el patron se rompe; al hacerlo privado el compilador se vuelve su aliado y marca en rojo cada intento.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un metodo publico y estatico getInstancia() que revisa si el atributo es null, lo crea la primera vez y de ahi en adelante devuelve siempre el mismo objeto; a eso se le llama inicializacion perezosa (lazy).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 tres son obligatorias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programa fuera multihilo, dos hilos podrian entrar al mismo tiempo al if y crear dos instancias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se marca synchronized, o se usa la version temprana (private static final RepositorioVetCare INSTANCIA = new RepositorioVetCare();) que Java garantiza unica.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verificarlo en pantalla no hay que creer en la fe: se imprime System.identityHashCode(a) y System.identityHashCode(b) desde las dos ventanas y se comprueba que el numero es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patron responde a otro problema distinto: quien decide como...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hay tres tipos de consulta con reglas propias: Vacunacion dura 15 minutos y cuesta 35.000, Control dura 30 minutos y cuesta 60.000, Urgencia dura 45 minutos y cuesta 120.000.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ventana de agendamiento hace directamente el new de cada subclase, esos numeros y esas decisiones quedan regados por toda la interfaz, y el dia que la clinica suba la tarifa hay que ir a buscarlos en cinco ventanas.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Factory concentra esa decision en un solo lugar: FabricaConsultas.crear("URGENCIA", "M-001") devuelve un objeto de tipo Consulta y la ventana ni se entera de que subclase le entregaron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la fabrica normaliza el texto que llega del JComboBox y lanza IllegalArgumentException si el tipo no existe, con lo cual un dato basura nunca se convierte en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Fijese en el detalle importante: el metodo retorna el tipo base (Consulta), no la subclase; ahi es donde el polimorfismo que vimos en clases anteriores empieza a pagar, porque el dia que Huellitas agregue 'CIRUGIA' solo se toca la fabrica.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que casi nadie enseña: cuando NO usarlos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Ahora la parte que casi nadie enseña: cuando NO usarlos.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Singleton es, sin maquillaje, una variable global con corbata.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Trae tres costos reales: esconde dependencias (una clase que por dentro llama a getInstancia() no declara en su firma que necesita el repositorio)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Complica las pruebas (en la clase 8 vamos a querer un repositorio limpio en cada caso de prueba y el Singleton nos va a devolver el sucio de la prueba anterior) y concentra estado compartido que en aplicaciones grandes se vuelve impredecible.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alternativa profesional se llama inyeccion por constructor: pasar el repositorio como parametro, tal como hicimos con ControladorRegistro en la clase 6.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En VetCare aceptamos el Singleton para el repositorio porque es una aplicacion de escritorio pequeña, con un solo usuario y una unica fuente de datos, y aun asi vamos a dejarle un metodo limpiar() para poder probarlo.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Factory tiene su propio abuso: si solo hay una clase que crear y ninguna regla que aplicar, una fabrica que hace un new pelado no aporta nada, solo una capa mas de ruido.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regla de oro es: primero el problema, despues el patron; nunca al reves.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pide una sola aplicacion con varias ventanas trabajando sobre los mismos datos; sin un unico repositorio compartido, la agenda de citas nunca vera las mascotas registradas.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fabrica de consultas es la que va a permitir agregar nuevos servicios de la clinica (guarderia, cirugia) sin tocar el codigo de las ventanas.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unico de acceso a los datos es tambien el punto unico por donde despues pasara la lectura y escritura de los archivos .txt/.csv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la ventana de registro funcionando y esta a punto de nacer la ventana de agendamiento de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ventana esta creando hoy su propio repositorio, asi que lo registrado en una es invisible para la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Huellitas maneja por ahora tres tipos de consulta: vacunacion (15 min, 35.000), control (30 min, 60.000) y urgencia (45 min, 120.000).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Convierta RepositorioVetCare en Singleton: atributo private static instancia, constructor private con un System.out.println que avise cuando se crea, y metodo public static synchronized getInstancia(); ejecute el programa y verifique que el mensaje de creacion aparece una sola vez aunque llame getInstancia() tres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Elimine todos los 'new RepositorioVetCare()' que queden en las ventanas y reemplacelos por RepositorioVetCare.getInstancia(); use Ctrl+F en el proyecto para confirmar que no queda ni uno solo fuera del propio metodo getInstancia.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jerarquia Consulta (abstracta) con ConsultaVacunacion, ConsultaControl y ConsultaUrgencia, cada una con su duracionMinutos() y tarifaBase(), y la clase FabricaConsultas con el metodo estatico crear(String tipo, String idMascota) que normalice el texto y lance IllegalArgumentException si el tipo no existe.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Ejecute el demo y compruebe dos cosas: en la consola, que el mensaje del constructor sale una sola vez y que los dos identityHashCode coinciden; en pantalla, que al registrar M-002 Michi en la ventana Recepcion y oprimir Refrescar en la ventana Consultorio, Michi aparece junto a M-001 Kira, que fue registrada desde el 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al final del archivo un comentario de tres lineas justificando por que el repositorio SI es Singleton, por que Mascota NO debe serlo y que problema tendria el Singleton cuando lleguemos a las pruebas; suba el proyecto y el comentario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mensaje del constructor aparece dos veces, quien mas esta creando el objeto y en que linea quedo un new olvidado?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alguien hace 'RepositorioVetCare.instancia = null;' desde otra clase y el programa se lo permite, que modificador de acceso quedo mal puesto?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Pregunta de criterio: cuantas mascotas hay en la clinica y cuantos archivadores hay? Cual de esos dos conceptos merece ser Singleton?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mensaje del constructor del repositorio se imprime una sola vez en toda la ejecucion, sin importar cuantas veces se pida la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constructor del repositorio es privado y no existe ningun new RepositorioVetCare() fuera de getInstancia().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Registrar una mascota en la ventana Recepcion y refrescar la ventana Consultorio muestra esa mascota en ambas, y el identityHashCode del repositorio impreso en las dos ventanas es identico.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FabricaConsultas devuelve el tipo base Consulta para los tres tipos validos y rechaza con excepcion un tipo desconocido como 'peluqueria espacial'.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un unico repositorio de datos en memoria compartido por todas las ventanas y una fabrica que crea las consultas del dominio.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un unico repositorio de datos en memoria compartido por todas las ventanas y una fabrica que crea las consultas del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RepositorioVetCare convertida en Singleton, FabricaConsultas con tres tipos y evidencia de que dos ventanas ven la misma lista,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