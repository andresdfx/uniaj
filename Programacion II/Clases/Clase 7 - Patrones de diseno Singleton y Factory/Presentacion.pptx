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que motiva el Singleton ya lo vivimos en la clase pasada, aunque no le pusimos nombre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que casi nadie enseña: cuando NO usarlos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