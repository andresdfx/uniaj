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problema que motiva el Singleton ya lo vivimos en la clase pasada, aunque no le pusimos nombre.</a:t>
            </a:r>
          </a:p>
          <a:p/>
          <a:p>
            <a:r>
              <a:t>En el sistema de la clinica la ventana de registro creaba su propio RepositorioMascotas.</a:t>
            </a:r>
          </a:p>
          <a:p/>
          <a:p>
            <a:r>
              <a:t>Esa es exactamente la intencion del patron Singleton.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Patrones de diseno · Singleton y Factory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Soluciones con nombre a problemas que ya nos pasaron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Patrones de diseno · Singleton y Factory — Soluciones con nombre a problemas que ya nos pasaron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el concepto, despues el codigo que lo muestra y la demo en vivo.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con el mismo dominio: una clinica veterinaria.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 la clase anterior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el tema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Repaso de conceptos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patron de diseño no es una libreria que se importa ni un archivo que...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patron de diseño no es una libreria que se importa ni un archivo que se descarga: es una solucion probada, con nombre propio, a un problema de diseño que se repite.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analogia que mejor funciona es la de arquitectura: cuando un arquitecto dice 'aqui va un patio interior', nadie le pide los planos del patio, porque el nombre ya comunica el problema (ventilar e iluminar el centro de la casa) y la forma de resolverlo.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programacion pasa igual: cuando un desarrollador dice 'el repositorio del sistema de la clinica es un Singleton', su compañero entiende de una que hay una sola instancia y un punto de acceso global, sin necesidad de leer el codigo.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patron de diseño no es una libreria que se importa ni un archivo que...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catalogo clasico es el de la Banda de los Cuatro (GoF) y agrupa los patrones en creacionales (como se crean los objetos: Singleton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Factory, Builder), estructurales (como se componen: Adapter, Decorator, Facade) y de comportamiento (como se comunican: Observer, Strategy).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Nosotros vamos a usar solo dos hoy, pero bien usados y con criterio, no por coleccionarlos.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problema que motiva el Singleton ya lo vivimos en la clase pasada...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abramos la ventana de citas y esta haga otro new RepositorioMascotas(), la agenda no vera ni una sola de las mascotas registradas, porque son dos ArrayList distintos en dos zonas distintas de memoria.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 sirve pasar datos por copia: la clinica necesita que exista un solo lugar donde vivan los expedientes mientras la aplicacion corre, igual que en la clinica fisica hay un solo archivador y no uno por escritorio.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problema entonces se enuncia asi: necesito garantizar que exista una y solo una instancia de esta clase y que cualquier parte del programa pueda llegar a ella sin andar pasandosela de constructor en constructor.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mecanismo en Java tiene tres piezas y las tres son obligatorias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mecanismo en Java tiene tres piezas y las tres son obligatorias.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Primera, un atributo privado y estatico del mismo tipo de la clase (private static RepositorioClinica instancia): estatico porque debe pertenecer a la clase y no a un objeto, privado para que nadie lo reemplace desde afuera.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Segunda, el constructor declarado private: mientras exista un constructor publico, cualquiera puede hacer new y el patron se rompe; al hacerlo privado el compilador se vuelve su aliado y marca en rojo cada intento.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Tercera, un metodo publico y estatico getInstancia() que revisa si el atributo es null, lo crea la primera vez y de ahi en adelante devuelve siempre el mismo objeto; a eso se le llama inicializacion perezosa (lazy).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mecanismo en Java tiene tres piezas y las tres son obligatorias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programa fuera multihilo, dos hilos podrian entrar al mismo tiempo al if y crear dos instancias; por eso se marca synchronized, o se usa la version temprana (;) que Java garantiza unica.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verificarlo en pantalla no hay que creer en la fe: se imprime System.identityHashCode(a) y System.identityHashCode(b) desde las dos ventanas y se comprueba que el numero es el mismo.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mecanismo en Java tiene tres piezas y las...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private static final RepositorioClinica INSTANCIA = new RepositorioClinica()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patron responde a otro problema distinto: quien decide como...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patron responde a otro problema distinto: quien decide como se construye un objeto.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sistema de la clinica hay tres tipos de consulta con reglas propias: Vacunacion dura 15 minutos y cuesta 35.000, Control dura 30 minutos y cuesta 60.000, Urgencia dura 45 minutos y cuesta 120.000.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ventana de agendamiento hace directamente el new de cada subclase, esos numeros y esas decisiones quedan regados por toda la interfaz, y el dia que la clinica suba la tarifa hay que ir a buscarlos en cinco ventanas.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Factory concentra esa decision en un solo lugar: FabricaConsultas.crear("URGENCIA", "M-001") devuelve un objeto de tipo Consulta y la ventana ni se entera de que subclase le entregaron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patron responde a otro problema distinto: quien decide como...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Ademas la fabrica normaliza el texto que llega del JComboBox y lanza IllegalArgumentException si el tipo no existe, con lo cual un dato basura nunca se convierte en objeto.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Fijese en el detalle importante: el metodo retorna el tipo base (Consulta), no la subclase; ahi es donde el polimorfismo que vimos en clases anteriores empieza a pagar, porque el dia que la clinica agregue 'CIRUGIA' solo se toca la fabrica.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Ahora la parte que casi nadie enseña: cuando NO usarlos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Ahora la parte que casi nadie enseña: cuando NO usarlos.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Singleton es, sin maquillaje, una variable global con corbata.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Trae tres costos reales: esconde dependencias (una clase que por dentro llama a getInstancia() no declara en su firma que necesita el repositorio)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Complica las pruebas (en la clase 8 vamos a querer un repositorio limpio en cada caso de prueba y el Singleton nos va a devolver el sucio de la prueba anterior) y concentra estado compartido que en aplicaciones grandes se vuelve impredecible.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alternativa profesional se llama inyeccion por constructor: pasar el repositorio como parametro, tal como hicimos con ControladorRegistro en la clase 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Ahora la parte que casi nadie enseña: cuando NO usarlos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sistema de la clinica aceptamos el Singleton para el repositorio porque es una aplicacion de escritorio pequeña, con un solo usuario y una unica fuente de datos, y aun asi vamos a dejarle un metodo limpiar() para poder probarlo.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Factory tiene su propio abuso: si solo hay una clase que crear y ninguna regla que aplicar, una fabrica que hace un new pelado no aporta nada, solo una capa mas de ruido.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oro es: primero el problema, despues el patron; nunca al reves.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ClinicaPatronesDemo.java — class ClinicaPatronesDemo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class ClinicaPatronesDemo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ClinicaPatronesDemo.java — main() (1/2)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void main(String[] args)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RepositorioClinica a = RepositorioClinica.getInstancia();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RepositorioClinica b = RepositorioClinica.getInstancia();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System.out.println("Son el mismo objeto? " + (a == b));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System.out.println("id a = " + System.identityHashCode(a)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+ "   id b = " + System.identityHashCode(b));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a.registrar(new Mascota("M-001", "Kira", "perro"));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System.out.println("Mascotas vistas desde b: " + b.listar());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Consulta vacuna = FabricaConsultas.crear("vacunacion", "M-001");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Consulta urgencia = FabricaConsultas.crear("URGENCIA", "M-001");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System.out.println(vacuna.describir());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System.out.println(urgencia.describir());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FabricaConsultas.crear("peluqueria espacial", "M-001");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(IllegalArgumentException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System.out.println("La fabrica protege el dominio: " + e.getMessage());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ClinicaPatronesDemo.java — main() (2/2)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SwingUtilities.invokeLater(new Runnable()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public void run()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new VentanaSucursal("Recepcion").setVisible(true);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new VentanaSucursal("Consultorio").setVisible(true);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/** Expediente basico de una mascota de la clinica.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ClinicaPatronesDemo.java — class Mascota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Mascota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id;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especie;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ClinicaPatronesDemo.java — Mascota()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Mascota(String id, String nombre, String especie)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this.id = id;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this.nombre =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this.especie = especie;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getId() { return id;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getNombre() { return nombre;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getEspecie() { return especie;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ClinicaPatronesDemo.java — class RepositorioClinica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RepositorioClinica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RepositorioClinica instancia;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List&lt;Mascota&gt; mascotas = new ArrayList&lt;Mascota&gt;();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ClinicaPatronesDemo.java — RepositorioClinica()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RepositorioClinica()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System.out.println("[Repositorio] Se creo la UNICA instancia de datos.");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ClinicaPatronesDemo.java — getInstancia()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synchronized RepositorioClinica getInstancia()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(instancia == null)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instancia = new RepositorioClinica();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instancia;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ClinicaPatronesDemo.java — registrar()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void registrar(Mascota mascota)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(mascota == null || mascota.getId() == null || mascota.getId().trim().isEmpty())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throw new IllegalArgumentException("El ID de la mascota es obligatorio.");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(buscarPorId(mascota.getId()) != null)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throw new IllegalArgumentException("El ID " + mascota.getId() + " ya esta registrado.");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mascotas.add(mascota);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ClinicaPatronesDemo.java — buscarPorId()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public Mascota buscarPorId(String id)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for (Mascota m: mascotas)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if (m.getId().equalsIgnoreCase(id))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    return m;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return null;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public List&lt;Mascota&gt; listar() { return new ArrayList&lt;Mascota&gt;(mascotas);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public int total() { return mascotas.size();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/** Necesario para poder probar en la clase 8: deja el archivador vacio. */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public void limpiar() { mascotas.clear();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/** Tipo base de los servicios que presta la clinica.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ClinicaPatronesDemo.java — class Consulta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abstract class Consulta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protected final String idMascota;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ClinicaPatronesDemo.java — Consulta()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protected Consulta(String idMascota)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this.idMascota = idMascota;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abstract int duracionMinutos();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abstract double tarifaBase();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ClinicaPatronesDemo.java — describir()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describir()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getClass().getSimpleName() + " para " + idMascota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+ " | " + duracionMinutos() + " min | $" + tarifaBase();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ClinicaPatronesDemo.java — class ConsultaVacunacion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ConsultaVacunacion extends Consulta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ConsultaVacunacion(String idMascota) { super(idMascota);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int duracionMinutos() { return 15;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double tarifaBase() { return 35000;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ClinicaPatronesDemo.java — class ConsultaControl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ConsultaControl extends Consulta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ConsultaControl(String idMascota) { super(idMascota);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int duracionMinutos() { return 30;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double tarifaBase() { return 60000;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ClinicaPatronesDemo.java — class ConsultaUrgencia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ConsultaUrgencia extends Consulta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ConsultaUrgencia(String idMascota) { super(idMascota);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int duracionMinutos() { return 45;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double tarifaBase() { return 120000;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/** Factory: la ventana pide un tipo y no se entera de que subclase se construyo.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ClinicaPatronesDemo.java — class FabricaConsultas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FabricaConsultas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FabricaConsultas() {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ClinicaPatronesDemo.java — crear()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public static Consulta crear(String tipo, String idMascota)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if (idMascota == null || idMascota.trim().isEmpty())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throw new IllegalArgumentException("La consulta necesita el ID de la mascota.");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String clave = (tipo == null) ? "": tipo.trim().toUpperCase();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if (clave.equals("VACUNACION"))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return new ConsultaVacunacion(idMascota.trim());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 else if (clave.equals("CONTROL"))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return new ConsultaControl(idMascota.trim());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 else if (clave.equals("URGENCIA"))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return new ConsultaUrgencia(idMascota.trim());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 else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throw new IllegalArgumentException("Tipo de consulta no soportado: " + tipo);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/** Dos instancias de esta ventana comparten el mismo repositorio.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ClinicaPatronesDemo.java — class VentanaSucursal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VentanaSucursal extends JFrame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JTextField txtId = new JTextField();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JTextField txtNombre = new JTextField();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JTextField txtEspecie = new JTextField();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JTextArea area = new JTextArea(8, 30);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JButton btnRegistrar = new JButton("Registrar");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JButton btnRefrescar = new JButton("Refrescar");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ClinicaPatronesDemo.java — VentanaSucursal() (1/2)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VentanaSucursal(String punto)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super("Clinica - " + punto);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setDefaultCloseOperation(JFrame.DISPOSE_ON_CLOSE);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setLayout(new BorderLayout());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JPanel form = new JPanel(new GridLayout(4, 2, 6, 6));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form.add(new JLabel("ID (ej. M-002):"));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form.add(txtId);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form.add(new JLabel("Nombre:"));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form.add(txtNombre);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form.add(new JLabel("Especie:"));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form.add(txtEspecie);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form.add(btnRegistrar);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form.add(btnRefrescar);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area.setEditable(false);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add(form, BorderLayout.NORTH);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add(new JScrollPane(area), BorderLayout.CENTER);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btnRegistrar.addActionListener(new ActionListener() {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ClinicaPatronesDemo.java — VentanaSucursal() (2/2)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@Override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public void actionPerformed(ActionEvent e)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    registrar();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btnRefrescar.addActionListener(new ActionListener()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@Override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public void actionPerformed(ActionEvent e)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    refrescar();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pack();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setLocationByPlatform(true);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refrescar();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ClinicaPatronesDemo.java — registrar()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void registrar()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RepositorioClinica.getInstancia().registrar(new Mascota(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txtId.getText().trim(), txtNombre.getText().trim(), txtEspecie.getText().trim()));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txtId.setText("");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txtNombre.setText("");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txtEspecie.setText("");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refrescar();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(IllegalArgumentException ex)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JOptionPane.showMessageDialog(this, ex.getMessage());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ClinicaPatronesDemo.java — refrescar()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void refrescar()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StringBuilder sb = new StringBuilder();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sb.append("Repositorio #")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.append(System.identityHashCode(RepositorioClinica.getInstancia()))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.append(System.lineSeparator());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 (Mascota m: RepositorioClinica.getInstancia().listar())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sb.append(m.toString()).append(System.lineSeparator());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sb.append("Total: ").append(RepositorioClinica.getInstancia().total());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area.setText(sb.toString());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Singleton: un solo archivador para toda la clinica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class RepositorioClinica {                  // el archivador de la clinica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RepositorioClinica instancia;   // 1. unica referencia, privada y estatica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List&lt;Mascota&gt; mascotas = new ArrayList&lt;Mascota&gt;();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RepositorioClinica() { }               // 2. privado: nadie puede hacer new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synchronized RepositorioClinica getInstancia()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(instancia == null) {                   // 3. se crea la primera vez que la piden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instancia = new RepositorioClinica();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instancia;                          // 4. de ahi en adelante, siempre la misma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En cada ventana: RepositorioClinica repo = RepositorioClinica.getInstancia();  // nunca new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constructor privado no es un adorno: es lo unico que le garantiza al compilador que existira una sola instancia.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abre dos ventanas del sistema de la clinica, registra una mascota en la primera y la muestra apareciendo en la segunda porque ambas comparten la unica instancia del repositorio.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de la clinica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7 · Patrones de diseno · Singleton y Factory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Soluciones con nombre a problemas que ya nos pasaron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Repasa las laminas de concepto y el codigo de la demo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