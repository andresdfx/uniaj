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Patrones de diseno · Singleton y Factory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Soluciones con nombre a problemas que ya nos pasaron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del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Hoy avanzamos VetCare en: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VetCare queda con un unico repositorio de datos en memoria compartido por todas las ventanas y una fabrica que crea las consultas del dominio.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Visual Studio Code (Java)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Clase RepositorioVetCare convertida en Singleton, FabricaConsultas con tres tipos y evidencia de que dos ventanas ven la misma lista, subido a la plataforma del curso.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teoria esta al servicio del producto: al salir, VetCare avanzo.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 del avance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VetCare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avance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Un patron de diseño no es una libreria que se importa ni un archivo que...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patron de diseño no es una libreria que se importa ni un archivo que se descarga: es una solucion probada, con nombre propio, a un problema de diseño que se repite.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analogia que mejor funciona es la de arquitectura: cuando un arquitecto dice 'aqui va un patio interior', nadie le pide los planos del patio, porque el nombre ya comunica el problema (ventilar e iluminar el centro de la casa) y la forma de resolverlo.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programacion pasa igual: cuando un desarrollador dice 'el repositorio de VetCare es un Singleton', su compañero entiende de una que hay una sola instancia y un punto de acceso global, sin necesidad de leer el codigo.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Un patron de diseño no es una libreria que se importa ni un archivo que...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catalogo clasico es el de la Banda de los Cuatro (GoF) y agrupa los patrones en creacionales (como se crean los objetos: Singleton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Factory, Builder), estructurales (como se componen: Adapter, Decorator, Facade) y de comportamiento (como se comunican: Observer, Strategy).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Nosotros vamos a usar solo dos hoy, pero bien usados y con criterio, no por coleccionarlos.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problema que motiva el Singleton ya lo vivimos en la clase pasada...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Cuando abramos la ventana de citas y esta haga otro new RepositorioMascotas(), la agenda no vera ni una sola de las mascotas registradas, porque son dos ArrayList distintos en dos zonas distintas de memoria.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no sirve pasar datos por copia: la clinica Huellitas necesita que exista un solo lugar donde vivan los expedientes mientras la aplicacion corre, igual que en la clinica fisica hay un solo archivador y no uno por escritorio.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problema entonces se enuncia asi: necesito garantizar que exista una y solo una instancia de esta clase y que cualquier parte del programa pueda llegar a ella sin andar pasandosela de constructor en constructor.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mecanismo en Java tiene tres piezas y las tres son obligatorias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mecanismo en Java tiene tres piezas y las tres son obligatorias.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Primera, un atributo privado y estatico del mismo tipo de la clase (private static RepositorioVetCare instancia): estatico porque debe pertenecer a la clase y no a un objeto, privado para que nadie lo reemplace desde afuera.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Segunda, el constructor declarado private: mientras exista un constructor publico, cualquiera puede hacer new y el patron se rompe; al hacerlo privado el compilador se vuelve su aliado y marca en rojo cada intento.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Tercera, un metodo publico y estatico getInstancia() que revisa si el atributo es null, lo crea la primera vez y de ahi en adelante devuelve siempre el mismo objeto; a eso se le llama inicializacion perezosa (lazy).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mecanismo en Java tiene tres piezas y las tres son obligatorias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el programa fuera multihilo, dos hilos podrian entrar al mismo tiempo al if y crear dos instancias; por eso se marca synchronized, o se usa la version temprana (;) que Java garantiza unica.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Para verificarlo en pantalla no hay que creer en la fe: se imprime System.identityHashCode(a) y System.identityHashCode(b) desde las dos ventanas y se comprueba que el numero es el mismo.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mecanismo en Java tiene tres piezas y las... — sintaxis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private static final RepositorioVetCare INSTANCIA = new RepositorioVetCare()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segundo patron responde a otro problema distinto: quien decide como...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segundo patron responde a otro problema distinto: quien decide como se construye un objeto.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VetCare hay tres tipos de consulta con reglas propias: Vacunacion dura 15 minutos y cuesta 35.000, Control dura 30 minutos y cuesta 60.000, Urgencia dura 45 minutos y cuesta 120.000.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la ventana de agendamiento hace directamente el new de cada subclase, esos numeros y esas decisiones quedan regados por toda la interfaz, y el dia que la clinica suba la tarifa hay que ir a buscarlos en cinco ventanas.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Factory concentra esa decision en un solo lugar: FabricaConsultas.crear("URGENCIA", "M-001") devuelve un objeto de tipo Consulta y la ventana ni se entera de que subclase le entregaron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segundo patron responde a otro problema distinto: quien decide como...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Ademas la fabrica normaliza el texto que llega del JComboBox y lanza IllegalArgumentException si el tipo no existe, con lo cual un dato basura nunca se convierte en objeto.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Fijese en el detalle importante: el metodo retorna el tipo base (Consulta), no la subclase; ahi es donde el polimorfismo que vimos en clases anteriores empieza a pagar, porque el dia que Huellitas agregue 'CIRUGIA' solo se toca la fabrica.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Ahora la parte que casi nadie enseña: cuando NO usarlos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Ahora la parte que casi nadie enseña: cuando NO usarlos.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Singleton es, sin maquillaje, una variable global con corbata.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Trae tres costos reales: esconde dependencias (una clase que por dentro llama a getInstancia() no declara en su firma que necesita el repositorio)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Complica las pruebas (en la clase 8 vamos a querer un repositorio limpio en cada caso de prueba y el Singleton nos va a devolver el sucio de la prueba anterior) y concentra estado compartido que en aplicaciones grandes se vuelve impredecible.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alternativa profesional se llama inyeccion por constructor: pasar el repositorio como parametro, tal como hicimos con ControladorRegistro en la clase 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Ahora la parte que casi nadie enseña: cuando NO usarlos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VetCare aceptamos el Singleton para el repositorio porque es una aplicacion de escritorio pequeña, con un solo usuario y una unica fuente de datos, y aun asi vamos a dejarle un metodo limpiar() para poder probarlo.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Factory tiene su propio abuso: si solo hay una clase que crear y ninguna regla que aplicar, una fabrica que hace un new pelado no aporta nada, solo una capa mas de ruido.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regla de oro es: primero el problema, despues el patron; nunca al reves.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VetCarePatronesDemo.java — class VetCarePatronesDemo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public class VetCarePatronesDemo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VetCarePatronesDemo.java — main() (1/2)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5181447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static void main(String[] args)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RepositorioVetCare a = RepositorioVetCare.getInstancia();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RepositorioVetCare b = RepositorioVetCare.getInstancia();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System.out.println("Son el mismo objeto? " + (a == b));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System.out.println("id a = " + System.identityHashCode(a)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+ "   id b = " + System.identityHashCode(b));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a.registrar(new Mascota("M-001", "Kira", "perro"));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System.out.println("Mascotas vistas desde b: " + b.listar());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33007" y="1719072"/>
            <a:ext cx="5181447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Consulta vacuna = FabricaConsultas.crear("vacunacion", "M-001");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Consulta urgencia = FabricaConsultas.crear("URGENCIA", "M-001");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System.out.println(vacuna.describir());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System.out.println(urgencia.describir());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try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FabricaConsultas.crear("peluqueria espacial", "M-001");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 catch (IllegalArgumentException e)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System.out.println("La fabrica protege el dominio: " + e.getMessage());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VetCarePatronesDemo.java — main() (2/2)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SwingUtilities.invokeLater(new Runnable()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@Override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public void run()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new VentanaSucursal("Recepcion").setVisible(true);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new VentanaSucursal("Consultorio").setVisible(true);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/** Expediente basico de una mascota de la clinica Huellitas. */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VetCarePatronesDemo.java — class Mascota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class Mascota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final String id;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final String nombre;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final String especie;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VetCarePatronesDemo.java — Mascota()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Mascota(String id, String nombre, String especie)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this.id = id;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this.nombre = nombre;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this.especie = especie;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String getId() { return id;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String getNombre() { return nombre;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String getEspecie() { return especie;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@Override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VetCarePatronesDemo.java — class RepositorioVetCare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class RepositorioVetCare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static RepositorioVetCare instancia;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final List&lt;Mascota&gt; mascotas = new ArrayList&lt;Mascota&gt;();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VetCarePatronesDemo.java — RepositorioVetCare()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RepositorioVetCare()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System.out.println("[Repositorio] Se creo la UNICA instancia de datos.");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VetCarePatronesDemo.java — getInstancia()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static synchronized RepositorioVetCare getInstancia()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if (instancia == null)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instancia = new RepositorioVetCare();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return instancia;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VetCarePatronesDemo.java — registrar()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void registrar(Mascota mascota)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if (mascota == null || mascota.getId() == null || mascota.getId().trim().isEmpty())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throw new IllegalArgumentException("El ID de la mascota es obligatorio.");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if (buscarPorId(mascota.getId()) != null)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throw new IllegalArgumentException("El ID " + mascota.getId() + " ya esta registrado.");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mascotas.add(mascota);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VetCarePatronesDemo.java — buscarPorId()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public Mascota buscarPorId(String id) {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   for (Mascota m: mascotas) {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       if (m.getId().equalsIgnoreCase(id)) {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           return m;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       }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   }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   return null;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public List&lt;Mascota&gt; listar() { return new ArrayList&lt;Mascota&gt;(mascotas); }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public int total() { return mascotas.size(); }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/** Necesario para poder probar en la clase 8: deja el archivador vacio. */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public void limpiar() { mascotas.clear(); }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}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/** Tipo base de los servicios que presta la clinica. */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VetCarePatronesDemo.java — class Consulta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abstract class Consulta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protected final String idMascota;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VetCarePatronesDemo.java — Consulta()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protected Consulta(String idMascota)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this.idMascota = idMascota;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abstract int duracionMinutos();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abstract double tarifaBase();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VetCarePatronesDemo.java — describir()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String describir()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return getClass().getSimpleName() + " para " + idMascota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+ " | " + duracionMinutos() + " min | $" + tarifaBase();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VetCarePatronesDemo.java — class ConsultaVacunacion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class ConsultaVacunacion extends Consulta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ConsultaVacunacion(String idMascota) { super(idMascota);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@Override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int duracionMinutos() { return 15;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@Override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double tarifaBase() { return 35000;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VetCarePatronesDemo.java — class ConsultaControl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class ConsultaControl extends Consulta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ConsultaControl(String idMascota) { super(idMascota);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@Override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int duracionMinutos() { return 30;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@Override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double tarifaBase() { return 60000;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VetCarePatronesDemo.java — class ConsultaUrgencia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class ConsultaUrgencia extends Consulta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ConsultaUrgencia(String idMascota) { super(idMascota);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@Override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int duracionMinutos() { return 45;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@Override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double tarifaBase() { return 120000;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/** Factory: la ventana pide un tipo y no se entera de que subclase se construyo. */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VetCarePatronesDemo.java — class FabricaConsultas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class FabricaConsultas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FabricaConsultas() {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VetCarePatronesDemo.java — crear()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public static Consulta crear(String tipo, String idMascota) {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   if (idMascota == null || idMascota.trim().isEmpty()) {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       throw new IllegalArgumentException("La consulta necesita el ID de la mascota.");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   }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   String clave = (tipo == null) ? "": tipo.trim().toUpperCase();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   if (clave.equals("VACUNACION")) {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       return new ConsultaVacunacion(idMascota.trim());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   } else if (clave.equals("CONTROL")) {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       return new ConsultaControl(idMascota.trim());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   } else if (clave.equals("URGENCIA")) {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       return new ConsultaUrgencia(idMascota.trim());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   } else {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       throw new IllegalArgumentException("Tipo de consulta no soportado: " + tipo);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   }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}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/** Dos instancias de esta ventana comparten el mismo repositorio. */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VetCarePatronesDemo.java — class VentanaSucursal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class VentanaSucursal extends JFrame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final JTextField txtId = new JTextField();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final JTextField txtNombre = new JTextField();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final JTextField txtEspecie = new JTextField();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final JTextArea area = new JTextArea(8, 30);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final JButton btnRegistrar = new JButton("Registrar");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final JButton btnRefrescar = new JButton("Refrescar");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VetCarePatronesDemo.java — VentanaSucursal() (1/2)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5181447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VentanaSucursal(String punto)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super("VetCare - " + punto);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setDefaultCloseOperation(JFrame.DISPOSE_ON_CLOSE);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setLayout(new BorderLayout());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JPanel form = new JPanel(new GridLayout(4, 2, 6, 6));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form.add(new JLabel("ID (ej. M-002):"));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form.add(txtId);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form.add(new JLabel("Nombre:"));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form.add(txtNombre);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33007" y="1719072"/>
            <a:ext cx="5181447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form.add(new JLabel("Especie:"));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form.add(txtEspecie);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form.add(btnRegistrar);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form.add(btnRefrescar);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area.setEditable(false);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add(form, BorderLayout.NORTH);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add(new JScrollPane(area), BorderLayout.CENTER);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btnRegistrar.addActionListener(new ActionListener() {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VetCarePatronesDemo.java — VentanaSucursal() (2/2)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       @Override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       public void actionPerformed(ActionEvent e) {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           registrar();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       }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   });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   btnRefrescar.addActionListener(new ActionListener() {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       @Override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       public void actionPerformed(ActionEvent e) {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           refrescar();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       }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   });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   pack();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   setLocationByPlatform(true);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   refrescar();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VetCarePatronesDemo.java — registrar()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void registrar()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try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RepositorioVetCare.getInstancia().registrar(new Mascota(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    txtId.getText().trim(), txtNombre.getText().trim(), txtEspecie.getText().trim()));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txtId.setText("");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txtNombre.setText("");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txtEspecie.setText("");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refrescar();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 catch (IllegalArgumentException ex)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JOptionPane.showMessageDialog(this, ex.getMessage());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VetCarePatronesDemo.java — refrescar()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void refrescar()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StringBuilder sb = new StringBuilder();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sb.append("Repositorio #")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.append(System.identityHashCode(RepositorioVetCare.getInstancia()))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.append(System.lineSeparator());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for (Mascota m: RepositorioVetCare.getInstancia().listar())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sb.append(m.toString()).append(System.lineSeparator());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sb.append("Total: ").append(RepositorioVetCare.getInstancia().total());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area.setText(sb.toString());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Singleton: un solo archivador para toda la clinica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public class RepositorioVetCare {                  // el archivador de Huellitas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static RepositorioVetCare instancia;   // 1. unica referencia, privada y estatica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final List&lt;Mascota&gt; mascotas = new ArrayList&lt;Mascota&gt;();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RepositorioVetCare() { }               // 2. privado: nadie puede hacer new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static synchronized RepositorioVetCare getInstancia()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if (instancia == null) {                   // 3. se crea la primera vez que la piden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instancia = new RepositorioVetCare();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return instancia;                          // 4. de ahi en adelante, siempre la misma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// En cada ventana: RepositorioVetCare repo = RepositorioVetCare.getInstancia();  // nunca new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El constructor privado no es un adorno: es lo unico que le garantiza al compilador que existira una sola instancia.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Visual Studio Code (Java)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docente abre dos ventanas de VetCare, registra una mascota en la primera y la muestra apareciendo en la segunda porque ambas comparten la unica instancia del repositorio.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Mismo dominio VetCare — no otro ejemplo.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Por que importa al PI: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PI pide una sola aplicacion con varias ventanas trabajando sobre los mismos datos; sin un unico repositorio compartido, la agenda de citas nunca vera las mascotas registradas.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fabrica de consultas es la que va a permitir agregar nuevos servicios de la clinica (guarderia, cirugia) sin tocar el codigo de las ventanas.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punto unico de acceso a los datos es tambien el punto unico por donde despues pasara la lectura y escritura de los archivos .txt/.csv del PI.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VetCare ya tiene la ventana de registro funcionando y esta a punto de nacer la ventana de agendamiento de citas.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Cada ventana esta creando hoy su propio repositorio, asi que lo registrado en una es invisible para la otra.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clinica Huellitas maneja por ahora tres tipos de consulta: vacunacion (15 min, 35.000), control (30 min, 60.000) y urgencia (45 min, 120.000).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9047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9047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Convierta RepositorioVetCare en Singleton: atributo private static instancia, constructor private con un System.out.println que avise cuando se crea, y metodo public static synchronized getInstancia(); ejecute el programa y verifique que el mensaje de creacion aparece una sola vez aunque llame getInstancia() tres veces.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276856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532888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532888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368296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Elimine todos los 'new RepositorioVetCare()' que queden en las ventanas y reemplacelos por RepositorioVetCare.getInstancia(); use Ctrl+F en el proyecto para confirmar que no queda ni uno solo fuera del propio metodo getInstancia.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319272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5753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5753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410712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Cree la jerarquia Consulta (abstracta) con ConsultaVacunacion, ConsultaControl y ConsultaUrgencia, cada una con su duracionMinutos() y tarifaBase(), y la clase FabricaConsultas con el metodo estatico crear(String tipo, String idMascota) que normalice el texto y lance IllegalArgumentException si el tipo no existe.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361688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61772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61772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4453128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Ejecute el demo y compruebe dos cosas: en la consola, que el mensaje del constructor sale una sola vez y que los dos identityHashCode coinciden; en pantalla, que al registrar M-002 Michi en la ventana Recepcion y oprimir Refrescar en la ventana Consultorio, Michi aparece junto a M-001 Kira, que fue registrada desde el main.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5404104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4360" y="566013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566013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5495544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Escriba al final del archivo un comentario de tres lineas justificando por que el repositorio SI es Singleton, por que Mascota NO debe serlo y que problema tendria el Singleton cuando lleguemos a las pruebas; suba el proyecto y el comentario a la plataforma del curso.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Antes de entregar — autochequeo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el mensaje del constructor aparece dos veces, quien mas esta creando el objeto y en que linea quedo un new olvidado?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alguien hace 'RepositorioVetCare.instancia = null;' desde otra clase y el programa se lo permite, que modificador de acceso quedo mal puesto?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Pregunta de criterio: cuantas mascotas hay en la clinica y cuantos archivadores hay? Cual de esos dos conceptos merece ser Singleton?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Clase RepositorioVetCare convertida en Singleton, FabricaConsultas con tres tipos y evidencia de que dos ventanas ven la misma lista, subido a la plataforma del curso.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mensaje del constructor del repositorio se imprime una sola vez en toda la ejecucion, sin importar cuantas veces se pida la instancia.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constructor del repositorio es privado y no existe ningun new RepositorioVetCare() fuera de getInstancia().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Registrar una mascota en la ventana Recepcion y refrescar la ventana Consultorio muestra esa mascota en ambas, y el identityHashCode del repositorio impreso en las dos ventanas es identico.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FabricaConsultas devuelve el tipo base Consulta para los tres tipos validos y rechaza con excepcion un tipo desconocido como 'peluqueria espacial'.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 en la plataforma del curso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en la fecha que indique el docente.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VetCare queda con un unico repositorio de datos en memoria compartido por todas las ventanas y una fabrica que crea las consultas del dominio.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 del taller, si el docente lo asigna · en la fecha que indique el docente.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7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VetCare queda con un unico repositorio de datos en memoria compartido por todas las ventanas y una fabrica que crea las consultas del dominio.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Clase RepositorioVetCare convertida en Singleton, FabricaConsultas con tres tipos y evidencia de que dos ventanas ven la misma lista, subido a la plataforma del curso.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el hilo del 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