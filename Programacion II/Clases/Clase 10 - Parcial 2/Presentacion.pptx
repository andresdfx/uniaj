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2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(presencial sincrono).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tema nuevo ni taller del PI en esta sesion.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preparacion del PI continua en la siguiente clase regular.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2 · Clase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