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hoy; el enunciado y el canal de entrega se comparten al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