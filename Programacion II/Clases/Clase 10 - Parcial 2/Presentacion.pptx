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solo 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(virtual sincrono por Meet).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hay tema nuevo en esta sesion.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Duracion sugerida: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preparacion del PI continua en la siguiente clase regular.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2 · Clase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Enfocados en la evaluacion del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PI VetCare continua la proxima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