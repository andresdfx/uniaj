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2175828"/>
            <a:ext cx="6010497" cy="2853814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writing-ex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2248980"/>
            <a:ext cx="5864193" cy="27075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This And No Internet 25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hoy; el enunciado y el canal de entrega se comparten al empezar.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