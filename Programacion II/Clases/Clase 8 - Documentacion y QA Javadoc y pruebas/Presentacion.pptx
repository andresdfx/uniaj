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con javadoc desde la terminal integrada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Rename Symbol (F2) de VS Code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