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un bloque Javadoc, genera la documentacion HTML desde NetBeans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Refactor &gt; Rename de NetBeans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