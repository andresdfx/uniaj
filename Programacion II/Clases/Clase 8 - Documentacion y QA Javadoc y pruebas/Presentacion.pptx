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Documentacion y QA · Javadoc y pruebas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Codigo que se explica solo y que se puede comprobar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Las clases del dominio de VetCare quedan documentadas con Javadoc y la regla 'mascota inactiva no agenda' queda respaldada por pruebas que se ejecutan solas.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Visual Studio Code (Java)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Mascota, Cita y AgendaService con Javadoc completo, la carpeta HTML generada y una clase de pruebas con cuatro casos, subidos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Documentar no es llenar el codigo de comentarios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Documentar no es llenar el codigo de comentarios.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comentario como '// suma uno al contador' encima de la linea contador++ no le sirve a nadie: repite lo que ya dice el codigo y ademas envejece mal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cuando alguien cambia la linea nadie se acuerda de cambiar el comentario, y entonces el comentario miente.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Javadoc resuelve otro problema, que es el del contrato: le dice a quien va a usar su clase que hace el metodo, que espera recibir, que devuelve y en que casos revienta, sin que esa persona tenga que abrir el codigo fuente.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 esa diferencia es concreta: el estudiante que escriba la ventana de citas necesita saber que agendar() lanza excepcion si la mascota esta inactiva, y no tiene por que leer las veinte lineas del metodo para descubrirlo.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documentacion tecnica no describe la implementacion, describe la promesa.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bloque Javadoc se escribe con /** y se cierra con */, y va...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bloque Javadoc se escribe con /** y se cierra con */, y va inmediatamente encima de la clase, del constructor, del atributo o del metodo que documenta (si lo pone debajo, no sirve).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 frase debe ser un resumen corto que termine en punto, porque esa frase es la que aparece en las tablas resumen del HTML generado.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Despues vienen las etiquetas: @param una por cada parametro con su nombre exacto, @return si el metodo devuelve algo, @throws por cada excepcion documentada, y a nivel de clase @author y @version.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pueden usar marcas como {@code M-001} para que un texto se vea con tipografia de codigo y @see para remitir a otra clase.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que se genera es un sitio web: en VS Code se corre la herramienta del JDK desde la terminal integrada, «javadoc -d docs -private src/vetcare/*.java»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crea la carpeta docs/ y deja un index.html que se abre en el navegador con la misma cara que tiene la documentacion oficial de Java.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beneficio inmediato que se ve sin generar nada: apenas usted escribe el Javadoc, VS Code se lo muestra al pasar el cursor cuando alguien invoca el metodo con Ctrl+Espacio.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mejor documentacion es la que no hay que escribir, y eso se logra...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Ahora bien, la mejor documentacion es la que no hay que escribir, y eso se logra con nombres que se explican solos.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Compare 'public boolean verificar(String x)' con 'public boolean estaActiva(String idMascota)': la segunda no necesita comentario.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Java hay convenciones que el mundo entero respeta y que sus estudiantes deben respetar desde ya: clases en PascalCase (AgendaService), metodos y variables en camelCase (agendarCita, idMascota)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Constantes en MAYUSCULAS con guion bajo (TARIFA_BASE), metodos que devuelven boolean nombrados como una pregunta (estaActiva, tieneCitasPendientes), y metodos que hacen algo nombrados con verbo (agendar, registrar, buscarPorId).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Nada de proc1, dato2, aux ni flag.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 hicimos precisamente ese refactor: lo que empezo llamandose 'validar' pasa a llamarse 'agendar', y la variable 'b' pasa a llamarse 'mascotaActiva'; el codigo quedo igual de largo pero dejo de necesitar traductor.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segunda mitad de la clase es control de calidad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La segunda mitad de la clase es control de calidad.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Un caso de prueba tiene cuatro partes y conviene escribirlas en el tablero antes de tocar el teclado: un nombre que se lea como una frase, unos datos o estado de partida, una accion concreta y un resultado esperado.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En ingles a esa estructura se le dice AAA: Arrange (preparar), Act (ejecutar), Assert (comprobar).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Y no basta con probar que todo salga bien: por cada funcionalidad se necesitan pruebas positivas (mascota activa agenda y la cita queda registrada)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Negativas (mascota inactiva no agenda y lanza excepcion) y de borde (fecha vacia, ID inexistente, horario ya ocupado).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Para la regla de hoy la tabla queda asi: caso 1, mascota M-001 Kira activa, agendar el 30 de septiembre a las 10:00, se espera una cita creada y total de citas igual a 1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Caso 2, mascota M-009 Rocky inactiva, misma accion, se espera IllegalStateException y total de citas igual a 0.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Fijese que el resultado esperado se define ANTES de correr el programa; si usted primero ejecuta y despues decide que esperaba, eso no es una prueba, es una conformidad.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JUnit es la herramienta que convierte esos casos en codigo que se...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JUnit es la herramienta que convierte esos casos en codigo que se ejecuta solo.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VS Code se agrega desde la vista Testing (el icono del matraz) con «Enable Java Tests» &gt; JUnit 5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baja los.jar solo; las clases de prueba viven en la carpeta test/, separadas del codigo de produccion; la convencion es AgendaServiceTest para probar AgendaService.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caso es un metodo publico anotado con @Test cuyo nombre describe el escenario (agendar_mascotaInactiva_lanzaIllegalStateException)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un metodo anotado @Before o @BeforeEach que arma el estado limpio antes de cada caso, para que ninguna prueba dependa de la anterior.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comprobaciones se hacen con assertEquals(esperado, obtenido), assertTrue(condicion) y assertThrows(IllegalStateException.class, () -&gt; agenda.agendar(...)), que es la forma moderna de verificar que algo debe fallar.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JUnit es la herramienta que convierte esos casos en codigo que se...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diferencia con la prueba manual es importante y hay que decirla completa: la prueba unitaria es automatica, repetible, rapida y prueba logica aislada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por eso se corre cada vez que se toca el codigo; la prueba manual la hace un humano usando la interfaz, sirve para lo que no se puede automatizar facil (que el JOptionPane se lea bien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la ventana no se congele, que el flujo tenga sentido para la recepcionista) y no reemplaza a la otra.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aqui se cobra la clase 6: como la regla de agendar vive en AgendaService y no dentro de un boton, se puede probar sin abrir ni una sola ventana.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contrato documentado y su prueba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/**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* Agenda una cita para una mascota registrada y activa.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* @param idMascota identificador del expediente, por ejemplo {@code M-001}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* @param fechaHora fecha y hora en formato yyyy-MM-dd HH:mm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* @return la cita creada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* @throws IllegalStateException si la mascota esta inactiva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*/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public Cita agendar(String idMascota, String fechaHora) { /* reglas en AgendaService */ }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@Test   // un caso = un metodo cuyo nombre se lee como una frase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public void agendar_mascotaInactiva_lanzaIllegalStateException() {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agenda.registrarMascota(new Mascota("M-009", "Rocky", false));   // Arrange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assertThrows(IllegalStateException.class,                         // Act + Assert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        () -&gt; agenda.agendar("M-009", "2026-09-30 10:00"));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assertEquals(0, agenda.totalCitas());   // y ademas no dejo la cita a medias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Lo que el Javadoc promete es exactamente lo que la prueba obliga a cumplir.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Visual Studio Code (Java)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escribe un bloque Javadoc, genera la documentacion HTML con javadoc desde la terminal integrada y luego corre las pruebas mostrando la barra en rojo, corrige la regla y la muestra en verde.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PI se entrega y se sustenta, y un evaluador no puede confiar en lo que no esta documentado ni comprobado; hoy VetCare pasa de 'a mi me funciono' a 'aqui esta la evidencia'.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reglas del dominio (mascota inactiva, ID inexistente, horario ocupado) son las que van a fallar en la sustentacion si nadie las prueba antes.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documentacion generada hoy es la que permite que otro compañero use AgendaService en la ventana de citas sin leer el codigo por dentro.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VetCare ya tiene el dominio (Mascota, Cita), el servicio de agendamiento y la interfaz conectada por eventos, con el repositorio unico de la clase anterior.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clases estan sin documentar y hay tres metodos con nombres heredados de los primeros borradores: validar, proceso y dato1.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Expedientes de partida: M-001 Kira activa, M-002 Michi activa y M-009 Rocky inactiva (dada de baja del servicio).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Documente con Javadoc las clases Mascota y Cita y el servicio AgendaService: bloque de clase con resumen y @author, y en cada metodo publico @param por parametro, @return si aplica y @throws por cada excepcion; el metodo agendar debe dejar escrita la regla 'una mascota inactiva no puede agendar'.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Renombre al menos tres identificadores pobres del proyecto (por ejemplo validar por agendar, b por mascotaActiva, dato1 por idMascota) usando Rename Symbol (F2) de VS Code para que el cambio se propague sin romper nada.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Genere la documentacion con clic derecho sobre el proyecto y Generate Javadoc, abra el HTML y verifique que en la ficha de AgendaService se lee la regla de negocio y las tres excepciones documentadas; guarde una captura.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Cree en Test Packages la clase AgendaServiceTest con un metodo de preparacion que registre M-001 Kira activa, M-002 Michi activa y M-009 Rocky inactiva, y escriba cuatro casos: mascota activa agenda, mascota inactiva lanza IllegalStateException, ID inexistente lanza NoSuchElementException y horario ocupado no duplica la cita.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Rompa a proposito la regla (comente la validacion de mascota inactiva), corra las pruebas y capture la barra roja; restaure la validacion, corra otra vez y capture la barra verde; escriba ademas dos pruebas manuales que NO se pueden automatizar y suba todo a la plataforma del curso.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el HTML generado sale vacio o le falta un metodo: con que tres caracteres exactos abre su bloque de comentario y donde esta ubicado respecto al metodo?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una prueba pasa cuando se corre sola pero falla cuando se corren todas, que estado esta sobreviviendo de un caso al siguiente y quien deberia limpiarlo?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para comprobar la regla usted necesita abrir la ventana y oprimir un boton, donde quedo escrita esa regla y donde deberia estar?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Mascota, Cita y AgendaService con Javadoc completo, la carpeta HTML generada y una clase de pruebas con cuatro casos, subidos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Javadoc de agendar incluye @param de los dos parametros, @return y al menos dos @throws, y la regla de la mascota inactiva queda escrita en palabras.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documentacion HTML se genera sin errores y en la ficha de AgendaService se lee el resumen de cada metodo publico.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Existen cuatro casos de prueba con nombres que describen escenario y resultado esperado, y cada uno funciona sin depender de los otros.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Al comentar la validacion de mascota inactiva la prueba correspondiente falla, y al restaurarla vuelve a pasar (evidencia de rojo y de verde).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Las clases del dominio de VetCare quedan documentadas con Javadoc y la regla 'mascota inactiva no agenda' queda respaldada por pruebas que se ejecutan solas.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taller, si el docente lo asigna · en la fecha que indique el docente.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8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Las clases del dominio de VetCare quedan documentadas con Javadoc y la regla 'mascota inactiva no agenda' queda respaldada por pruebas que se ejecutan solas.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Mascota, Cita y AgendaService con Javadoc completo, la carpeta HTML generada y una clase de pruebas con cuatro casos, subidos a la plataforma del curso.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