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documentacion tecnica no describe la implementacion, describe la promesa.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primera frase debe ser un resumen corto que termine en punto, porque esa frase es la que aparece en las tablas resumen del HTML generado.</a:t>
            </a:r>
          </a:p>
          <a:p/>
          <a:p>
            <a:r>
              <a:t>Lo que se genera es un sitio web: en VS Code se corre la herramienta del JDK desde la terminal integrada, «javadoc -d docs -private src/clinica/*.java», que crea la carpeta docs/ y deja un index.html que se abre en el navegador con la misma cara que tiene la documentacion oficial de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bien, la mejor documentacion es la que no hay que escribir, y eso se logra con nombres que se explican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Documentacion y QA · Javadoc y pruebas — Codigo que se explica solo y que se puede comprobar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Documentar no es llenar el codigo de comentarios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llenar el codigo de comentarios.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comentario como '// suma uno al contador' encima de la linea contador++ no le sirve a nadie: repite lo que ya dice el codigo y ademas envejece mal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cuando alguien cambia la linea nadie se acuerda de cambiar el comentario, y entonces el comentario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Javadoc resuelve otro problema, que es el del contrato: le dice a quien va a usar su clase que hace el metodo, que espera recibir, que devuelve y en que casos revienta, sin que esa persona tenga que abrir el codigo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esa diferencia es concreta: el estudiante que escriba la ventana de citas necesita saber que agendar() lanza excepcion si la mascota esta inactiva, y no tiene por que leer las veinte lineas del metodo para descubrirlo.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bloque Javadoc se escribe con /** y se cierra con */, y va...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constructor, del atributo o del metodo que documenta (si lo pone debajo, no sirve).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Despues vienen las etiquetas: @param una por cada parametro con su nombre exacto, @return si el metodo devuelve algo, @throws por cada excepcion documentada, y a nivel de clase @author y @version.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usar marcas como {@code M-001} para que un texto se vea con tipografia de codigo y @see para remitir a otra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beneficio inmediato que se ve sin generar nada: apenas usted escribe el Javadoc, VS Code se lo muestra al pasar el cursor cuando alguien invoca el metodo con Ctrl+Espacio.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'public boolean verificar(String x)' con 'public boolean estaActiva(String idMascota)': la segunda no necesita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 hay convenciones que el mundo entero respeta y que sus estudiantes deben respetar desde ya: clases en PascalCase (AgendaService), metodos y variables en camelCase (agendarCita, idMascota)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Constantes en MAYUSCULAS con guion bajo (TARIFA_BASE), metodos que devuelven boolean nombrados como una pregunta (estaActiva, tieneCitasPendientes), y metodos que hacen algo nombrados con verbo (agendar, registrar, buscarPorId).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proc1, dato2, aux ni flag.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hicimos precisamente ese refactor: lo que empezo llamandose 'validar' pasa a llamarse 'agendar', y la variable 'b' pasa a llamarse 'mascotaActiva'; el codigo quedo igual de largo pero dejo de necesitar traductor.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control de calidad.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prueba tiene cuatro partes y conviene escribirlas en el tablero antes de tocar el teclado: un nombre que se lea como una frase, unos datos o estado de partida, una accion concreta y un resultado esperado.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ingles a esa estructura se le dice AAA: Arrange (preparar), Act (ejecutar), Assert (comprobar).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basta con probar que todo salga bien: por cada funcionalidad se necesitan pruebas positivas (mascota activa agenda y la cita queda registrada)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Negativas (mascota inactiva no agenda y lanza excepcion) y de borde (fecha vacia, ID inexistente, horario ya ocupado).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regla de hoy la tabla queda asi: caso 1, mascota M-001 Kira activa, agendar el 30 de septiembre a las 10:00, se espera una cita creada y total de citas igual a 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2, mascota M-009 Rocky inactiva, misma accion, se espera IllegalStateException y total de citas igual a 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que el resultado esperado se define ANTES de correr el programa; si usted primero ejecuta y despues decide que esperaba, eso no es una prueba, es una conformidad.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VS Code se agrega desde la vista Testing (el icono del matraz) con «Enable Java Tests» &gt; JUnit 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baja los.jar solo; las clases de prueba viven en la carpeta test/, separadas del codigo de produccion; la convencion es AgendaServiceTest para probar AgendaService.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caso es un metodo publico anotado con @Test cuyo nombre describe el escenario (agendar_mascotaInactiva_lanzaIllegalStateException)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un metodo anotado @Before o @BeforeEach que arma el estado limpio antes de cada caso, para que ninguna prueba dependa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comprobaciones se hacen con assertEquals(esperado, obtenido), assertTrue(condicion) y assertThrows(IllegalStateException.class, () -&gt; agenda.agendar(...)), que es la forma moderna de verificar que algo debe fallar.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prueba manual es importante y hay que decirla completa: la prueba unitaria es automatica, repetible, rapida y prueba logica aislada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se corre cada vez que se toca el codigo; la prueba manual la hace un humano usando la interfaz, sirve para lo que no se puede automatizar facil (que el JOptionPane se lea bien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la ventana no se congele, que el flujo tenga sentido para la recepcionista) y no reemplaza 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se cobra la clase 6: como la regla de agendar vive en AgendaService y no dentro de un boton, se puede probar sin abrir ni una sola ventana.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class ClinicaQADemo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ClinicaQADemo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int aprobadas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int fallidas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AgendaService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 cita = agenda.agendar("M-001",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verificar("agendar_mascotaActiva_creaLaCita", cita != null &amp;&amp; agenda.totalCitas() == 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agenda.agendar("M-009",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verificar("agendar_mascotaInactiva_lanzaIllegalStateException",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(IllegalStateException e)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verificar("agendar_mascotaInactiva_lanzaIllegalStateException",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agenda.agendar("M-777",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verificar("agendar_idInexistente_lanzaNoSuchElementException",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(NoSuchElementException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verificar("agendar_idInexistente_lanzaNoSuchElementException",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agenda.agendar("M-001",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agenda.agendar("M-002",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verificar("agendar_horarioOcupado_noDuplicaLaCita",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(IllegalStateException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verificar("agendar_horarioOcupado_noDuplicaLaCita", agenda.totalCitas() == 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agenda.agendar("M-001", "   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verificar("agendar_fechaVacia_lanzaIllegalArgumentException",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verificar("agendar_fechaVacia_lanzaIllegalArgumentException",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System.out.println("---------------------------------------------");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System.out.println("Aprobadas: " + aprobadas + "   Fallidas: " + fallidas);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Prepara el mismo estado inicial para cada caso: equivale al metodo anotado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con {@code @Before} en JUnit.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@return una agenda con Kira y Michi activas y Rocky inactivo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nuevaAgenda()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AgendaService nuevaAgenda()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AgendaService agenda = new AgendaService();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Mascota("M-001", "Kira",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Mascota("M-002", "Michi",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Mascota("M-009", "Rocky", false));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agenda;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verificar()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static void verificar(String nombreDelCaso, boolean paso)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if (paso)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aprobadas++;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System.out.println("[OK]    " + nombreDelCaso);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fallidas++;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System.out.println("[FALLA] " + nombreDelCaso);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Expediente de una mascota de la clinica.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Una mascota inactiva es la que fue dada de baja del servicio y no puede agendar citas.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@author Equipo Clinica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boolean activa;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Crea el expediente de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id identificador unico del expediente, por ejemplo M-001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nombre nombre con el que el dueno reconoce a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activa true si la mascota esta habilitada para agendar citas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boolean activa)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this.activa = activa;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Indica si la mascota puede recibir servicios de la clinica.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@return true si el expediente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boolean estaActiva() { return activa;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Da de baja el expediente: la mascota deja de poder agendar citas.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inactivar() { this.activa = false;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Cita agendada para una mascota en una fecha y hora determinada.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class Cita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fechaHora;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Crea una cita ya validada por el servicio de agenda.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idMascota expediente al que pertenece la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Cita()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Cita(String idMascota, String fechaHora)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this.idMascota =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this.fechaHora = fechaHora;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getIdMascota() { return idMascota;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getFechaHora() { return fechaHora;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class AgendaService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AgendaService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Map&lt;String, Mascota&gt; expedientes = new LinkedHashMap&lt;String, 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List&lt;Cita&gt; citas = new ArrayList&lt;Cita&gt;();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Registra o actualiza el expediente de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mascota expediente a guardar; no puede ser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@throws IllegalArgumentException si el expediente viene en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registrarMascota()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registrarMascota(Mascota mascota)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IllegalArgumentException("El expediente no puede ser null.");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expedientes.put(mascota.getId(), mascota);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Agenda una cita para una mascota registrada y activa.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Una mascota inactiva no puede agendar: en ese caso no se crea ninguna cita.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@param idMascota identificador del expediente, por ejemplo M-001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@param fechaHora fecha y hora en formato yyyy-MM-dd HH:mm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@return la cita creada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IllegalArgumentException si la fecha y hora vienen vacias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NoSuchElementException si no existe expediente con ese identificador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IllegalStateException si la mascota esta inactiva o el horario ya esta ocupado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agendar()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Cita agendar(String idMascota, String fechaHora)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(fechaHora == null || fechaHora.trim().isEmpty())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fecha y hora de la cita son obligatorias.");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mascota = expedientes.get(idMascota);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NoSuchElementException("No existe expediente con ID " + idMascota);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(!mascota.estaActiva())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IllegalStateException("La mascota " + mascota.getNombre()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 esta inactiva y no puede agendar citas.");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horario = fechaHora.trim();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(Cita registrada: citas)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(registrada.getFechaHora().equals(horario))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IllegalStateException("Ya hay una cita agendada para " + horario);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 cita = new Cita(idMascota, horario);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citas.add(cita);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agendar()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return cita;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Cantidad de citas agendadas.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@return numero de citas vigentes en memoria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int totalCitas() { return citas.size();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Copia de la agenda actual.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@return lista con las citas agendadas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List&lt;Cita&gt; listarCitas() { return new ArrayList&lt;Cita&gt;(citas);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/*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* ---------------------------------------------------------------------------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agendar()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Version JUnit de los mismos casos. Va en Test Packages, archivo AgendaServiceTest.java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(agregar la libreria de pruebas desde el nodo Test Libraries del proyecto).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org.junit.jupiter.api.BeforeEach;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org.junit.jupiter.api.Test;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org.junit.jupiter.api.Assertions.assertEquals;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org.junit.jupiter.api.Assertions.assertNotNull;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org.junit.jupiter.api.Assertions.assertThrows;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public class AgendaServiceTest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private AgendaService agenda;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@BeforeEach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public void prepararAgendaLimpia()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 = new AgendaService();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Mascota("M-001", "Kira",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Mascota("M-002", "Michi",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Mascota("M-009", "Rocky", false));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ClinicaQADemo.java — agendar()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@Test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public void agendar_mascotaActiva_creaLaCita()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Cita cita = agenda.agendar("M-001", "2026-09-30 10:00");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assertNotNull(cita);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assertEquals(1, agenda.totalCitas());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@Test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public void agendar_mascotaInactiva_lanzaIllegalStateException()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assertThrows(IllegalStateException.class,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        () -&gt; agenda.agendar("M-009", "2026-09-30 10:00"));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assertEquals(0, agenda.totalCitas());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---------------------------------------------------------------------------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un bloque Javadoc, genera la documentacion HTML con javadoc desde la terminal integrada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Documentacion y QA · Javadoc y pruebas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Codigo que se explica solo y que se puede comprobar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