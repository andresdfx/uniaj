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Visual Studio Code (Java)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los programas de VetCare corrian en linea recta: el main...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 y el programa terminaba.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usted hace setVisible(true), Swing arranca un hilo especial llamado EDT (Event Dispatch Thread) que se queda vivo esperando que el usuario haga algo: mover el mouse, escribir en un campo, oprimir un boton.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ActionListener es una interfaz de java.awt.event que tiene un solo...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Implementarla es firmar un contrato que dice 'yo se reaccionar a una accion'.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se hace con btnRegistrar.addActionListener(objetoQueEscucha): desde esa linea el boton guarda una referencia a su objeto y, cuando lo oprimen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Swing invoca actionPerformed pasandole un ActionEvent con informacion del disparo (quien lo genero, en que instante, con que comando).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ActionListener es una interfaz de java.awt.event que tiene un solo...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formas validas de escribirlo en Java y conviene mostrarlas todas: una clase aparte que implements ActionListener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clase anonima escrita ahi mismo con new ActionListener() {... }, o una expresion lambda e -&gt; registrar() si el proyecto esta en Java 8 o superior.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detalle practico que confunde a medio salon: la lambda solo sirve si la interfaz tiene UN solo metodo abstracto, que es el caso de ActionListener.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Separar la logica de la interfaz significa que la ventana no conoce...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vamos a tener tres capas claras: el modelo (Mascota, Dueno, Cita), que solo guarda datos y comportamiento propio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servicio o controlador (ControladorRegistro, RepositorioMascotas), donde viven las validaciones, la busqueda por ID y el ArrayList; y la vista (VentanaRegistroMascota), que unicamente pinta campos, lee texto y muestra mensajes.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acida es esta pregunta: si mañana Huellitas pide la misma funcionalidad en consola, o migramos a JavaFX, cuanto codigo hay que reescribir?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respuesta es 'solamente la ventana', el diseño esta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una razon adicional que se vuelve evidente en la clase 8: a un ControladorRegistro se le pueden hacer pruebas automaticas; a un boton no se le puede.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desarmar en camara lenta lo que ocurre en un click 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 la vista lee texto crudo: txtId.getText(), txtNombre.getText(), txtEdad.getText(); todo lo que sale de un JTextField es String, incluida la edad.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ese texto viaja al controlador, que hace el trabajo sucio: recorta espacios con trim(), rechaza campos vacios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Convierte la edad con Integer.parseInt dentro de un try-catch porque si la auxiliar escribio 'tres' salta NumberFormatException, y le pregunta al repositorio si ese ID ya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Vale la pena desarmar en camara lenta lo que ocurre en un click 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si algo esta mal el controlador lanza una excepcion con un mensaje entendible para un humano ('La edad debe ser un numero entero'); si todo esta bien, construye el objeto Mascota y lo agrega al ArrayList.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ciclo leer-validar-delegar-refrescar es exactamente el mismo que vamos a repetir despues para agendar citas, para buscar expedientes y para guardar en archivo.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detalles mas que le van a servir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ActionEvent trae e.getSource(), que devuelve el componente que disparo el evento; eso permite que un mismo listener atienda varios botones y decida con un if (e.getSource() == btnBuscar).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comodo, pero uselo con cabeza: si el metodo se llena de ifs, es mas limpio un listener por boton.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Ademas de ActionListener existen otros escuchadores que ya vamos a necesitar en VetCare: ItemListener para el JComboBox de especie, ListSelectionListener para cuando el usuario selecciona una fila del listado de mascotas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Dos detalles mas que le van a servir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WindowListener para preguntar 'desea guardar antes de salir' cuando lleguemos a persistencia.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advertencia de rendimiento: todo lo que usted escriba dentro de actionPerformed corre en el EDT, el mismo hilo que dibuja la ventana; si ahi mete una tarea larga, la interfaz se congela y el usuario cree que el programa se colgo.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ahora la regla es simple: listeners cortos que solo leen, delegan y muestran.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class VetCareEventosDemo · main()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class VetCareEventosDemo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static void main(String[] args)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SwingUtilities.invokeLater(new Runnable()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run()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new VentanaRegistroMascota().setVisible(true);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Modelo: una mascota del expediente de la clinica Huellitas.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Mascota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String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Mascota()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Mascota(String id, String nombre, String especie, int edad)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this.id = id;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this.nombre = nombre;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this.especie = especie;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this.edad =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getId() { return id;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getNombre() { return nombre;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getEspecie() { return especie;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getEdad() { return edad;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@Override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RepositorioMascotas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RepositorioMascotas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List&lt;Mascota&gt; mascotas = new ArrayList&lt;Mascota&gt;();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void registrar(Mascota mascota)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(mascota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IllegalArgumentException("No se puede registrar una mascota nula.");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(buscarPorId(mascota.getId()) !=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IllegalArgumentException("Ya existe una mascota con el ID " + mascota.getId());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mascotas.add(mascota);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buscarPorId()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buscarPorId(String id)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mascotas)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if (m.getId().equalsIgnoreCase(id))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return m;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null;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List&lt;Mascota&gt; listar() { return new ArrayList&lt;Mascota&gt;(mascotas);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int total() { return mascotas.size();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Controlador: traduce el texto de la pantalla a objetos del dominio y valida.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ControladorRegistro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ControladorRegistro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RepositorioMascotas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ControladorRegistro()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ControladorRegistro(RepositorioMascotas repositorio)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(repositorio == null)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controlador necesita un repositorio.");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this.repositorio = repositorio;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Mascota registrarMascota(String id, String nombre, String especie, String edadTexto)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(id == null || id.trim().isEmpty())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ID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(nombre == null || nombre.trim().isEmpty())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IllegalArgumentException("El nombre de la mascota es obligatorio.");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edad;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edad = Integer.parseInt(edadTexto == null ? "": edadTexto.trim());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edad debe ser un numero entero. Se recibio: " + edadTexto);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(edad &lt; 0 || edad &gt; 40)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throw new IllegalArgumentException("La edad debe estar entre 0 y 40 anios.");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 especieLimpia = (especie == null || especie.trim().isEmpty())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? "Sin especificar": especie.trim();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Mascota mascota = new Mascota(id.trim(), nombre.trim(), especieLimpia, 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repositorio.registrar(mascota);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mascota;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reporteListado()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String reporteListado()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StringBuilder sb = new StringBuilder();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 (Mascota m: repositorio.listar())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sb.append(m.toString()).append(System.lineSeparator());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sb.append("Total registradas: ").append(repositorio.total());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return sb.toString();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 Vista: captura datos, delega y muestra resultados. Nada mas. */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class VentanaRegistroMascota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class VentanaRegistroMascota extends JFrame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txtId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txtNombre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txtEspecie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JTextField txtEdad = new JTextField();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JTextArea areaListado = new JTextArea(10, 32);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JButton btnRegistrar = new JButton("Registrar mascota");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final ControladorRegistro controlador =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new ControladorRegistro(new RepositorioMascotas());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VentanaRegistroMascota() (1/2)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public VentanaRegistroMascota()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super("VetCare - Registro de mascotas");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setDefaultCloseOperation(JFrame.EXIT_ON_CLOSE);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setLayout(new BorderLayout());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JPanel formulario = new JPanel(new GridLayout(5, 2, 6, 6));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JLabel("ID (ej. M-001):"));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formulario.add(txtId);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JLabel("Nombre:"));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formulario.add(txtNombre);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JLabel("Especie:"));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formulario.add(txtEspecie);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JLabel("Edad (anios):"));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formulario.add(txtEdad);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formulario.add(new JLabel(""));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formulario.add(btnRegistrar);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areaListado.setEditable(false);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add(formulario, BorderLayout.NORTH);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add(new JScrollPane(areaListado), BorderLayout.CENTER);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VentanaRegistroMascota() (2/2)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btnRegistrar.addActionListener(new ActionListener()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@Override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public void actionPerformed(ActionEvent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registrar();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pack();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setLocationRelativeTo(null);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registrar()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registrar()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Mascota mascota = controlador.registrarMascota(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txtId.getText(), txtNombre.getText(), txtEspecie.getText(), txtEdad.getText());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limpiar();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"Mascota registrada: " + mascota.getNombre());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 catch (IllegalArgumentException ex)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JOptionPane.showMessageDialog(this, ex.getMessage(),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        "Datos invalidos", JOptionPane.WARNING_MESSAGE);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VetCareEventosDemo.java — limpiar()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private void limpiar()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txtNombre.setText("");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txtEspecie.setText("");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txtEdad.setText("");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txtId.requestFocus();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Visual Studio Code (Java)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oprime el boton de la ventana ya corriendo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la plataforma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VS Code.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taller, si el docente lo asigna · en la fecha que indique el docente.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la plataforma del curso.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