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los programas de VetCare corrian en linea recta: el main...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 y el programa terminaba.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con ventanas no funciona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usted hace setVisible(true), Swing arranca un hilo especial llamado EDT (Event Dispatch Thread) que se queda vivo esperando que el usuario haga algo: mover el mouse, escribir en un campo, oprimir un boton.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de esas acciones se convierte en un objeto de evento que entra a una cola, y Swing va sacando esos eventos uno por uno y le avisa al objeto que previamente dijo 'a mi me interesa ese boton'.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programacion dirigida por eventos: usted ya no decide cuando corre su codigo; usted lo deja escrito y registrado, y quien decide cuando se ejecuta es la recepcionista de Huellitas el dia que oprima 'Registrar mascota'.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metodo que guarda la mascota nunca aparece llamado desde el main: aparece registrado, no llamado, y esa diferencia es la que hay que entender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ActionListener es una interfaz de java.awt.event que tiene un solo...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Implementarla es firmar un contrato que dice 'yo se reaccionar a una accion'.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registro se hace con btnRegistrar.addActionListener(objetoQueEscucha): desde esa linea el boton guarda una referencia a su objeto y, cuando lo oprimen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Swing invoca actionPerformed pasandole un ActionEvent con informacion del disparo (quien lo genero, en que instante, con que comando).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Hay tres formas validas de escribirlo en Java y conviene mostrarlas todas: una clase aparte que implements ActionListener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Una clase anonima escrita ahi mismo con new ActionListener() {... }, o una expresion lambda e -&gt; registrar() si el proyecto esta en Java 8 o superior.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detalle practico que confunde a medio salon: la lambda solo sirve si la interfaz tiene UN solo metodo abstracto, que es el caso de ActionListener.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Con una de dos metodos no compila, y el mensaje del editor no lo dice con esas palabras y ahi adentro va su llamada.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Separar la logica de la interfaz significa que la ventana no conoce...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la logica de la interfaz significa que la ventana no conoce reglas de negocio y que las reglas no saben que existe una ventana.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vamos a tener tres capas claras: el modelo (Mascota, Dueno, Cita), que solo guarda datos y comportamiento propio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servicio o controlador (ControladorRegistro, RepositorioMascotas), donde viven las validaciones, la busqueda por ID y el ArrayList; y la vista (VentanaRegistroMascota), que unicamente pinta campos, lee texto y muestra mensajes.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acida es esta pregunta: si mañana Huellitas pide la misma funcionalidad en consola, o migramos a JavaFX, cuanto codigo hay que reescribir?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respuesta es 'solamente la ventana', el diseño esta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toca reescribir todo porque la conversion de la edad estaba adentro del boton, el diseño esta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razon adicional que se vuelve evidente en la clase 8: a un ControladorRegistro se le pueden hacer pruebas automaticas; a un boton no se le puede.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desarmar en camara lenta lo que ocurre en un click de...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desarmar en camara lenta lo que ocurre en un click de 'Registrar mascota'.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vista lee texto crudo: txtId.getText(), txtNombre.getText(), txtEdad.getText(); todo lo que sale de un JTextField es String, incluida la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ese texto viaja al controlador, que hace el trabajo sucio: recorta espacios con trim(), rechaza campos vacios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Convierte la edad con Integer.parseInt dentro de un try-catch porque si la auxiliar escribio 'tres' salta NumberFormatException, y le pregunta al repositorio si ese ID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si algo esta mal el controlador lanza una excepcion con un mensaje entendible para un humano ('La edad debe ser un numero entero'); si todo esta bien, construye el objeto Mascota y lo agrega al ArrayList.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la vista atrapa esa excepcion y la convierte en un JOptionPane, o, si no hubo error, limpia los campos y refresca el area de listado.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ciclo leer-validar-delegar-refrescar es exactamente el mismo que vamos a repetir despues para agendar citas, para buscar expedientes y para guardar en archivo.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detalles mas que le van a servir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detalles mas que le van a servir.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ActionEvent trae e.getSource(), que devuelve el componente que disparo el evento; eso permite que un mismo listener atienda varios botones y decida con un if (e.getSource() == btnBuscar).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comodo, pero uselo con cabeza: si el metodo se llena de ifs, es mas limpio un listener por boton.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de ActionListener existen otros escuchadores que ya vamos a necesitar en VetCare: ItemListener para el JComboBox de especie, ListSelectionListener para cuando el usuario selecciona una fila del listado de mascotas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WindowListener para preguntar 'desea guardar antes de salir' cuando lleguemos a persistencia.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advertencia de rendimiento: todo lo que usted escriba dentro de actionPerformed corre en el EDT, el mismo hilo que dibuja la ventana; si ahi mete una tarea larga, la interfaz se congela y el usuario cree que el programa se colgo.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eso existe SwingWorker.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ahora la regla es simple: listeners cortos que solo leen, delegan y muestran.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oprime el boton de la ventana ya corriendo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VS Code.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