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todas las sesiones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Meet, incluidos la Sesión 1 y los parciales; festivos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 Taller calificable: entrega máxima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(23/09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(18/11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del microcurrículo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+ Clase 1 (diagnóstico · tema).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(23/09)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(30/09)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(Singleton y Factory)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(Javadoc y pruebas) + Refactorización con IA y persistencia (14/10)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(21/10)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+ Integración de módulos (28/10)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 · virtual síncrona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Material de clase: carpeta «Clases/Clase N» + talleres; guiones en «Guiones/» / «Kit docente/».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(https://uniaj.examlab.workers.dev/)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etb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NetBeans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