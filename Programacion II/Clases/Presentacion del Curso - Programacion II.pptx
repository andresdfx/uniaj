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Programación II</a:t>
            </a:r>
          </a:p>
          <a:p>
            <a:pPr algn="ctr">
              <a:spcBef>
                <a:spcPts val="1000"/>
              </a:spcBef>
            </a:pPr>
            <a:r>
              <a:rPr sz="1800" b="0" i="0">
                <a:solidFill>
                  <a:srgbClr val="B8D8EE"/>
                </a:solidFill>
                <a:latin typeface="Calibri"/>
              </a:rPr>
              <a:t>Programación Orientada a Objetos</a:t>
            </a:r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83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112772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Código: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FI303204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Grupo: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341C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Periodo: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Programa: Ingeniería de Sistemas · Facultad de Ingeniería · UNIAJC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Horario: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Miércoles 18:00 – 20:00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(120 min) · Franja Norte-Noche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Docente: Julian Andres Castaño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Campus Virtual: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[URL Campus Virtual UNIAJC — pendiente]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Listado de estudiantes: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[PENDIENTE listado]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Julian Andres Castaño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057400"/>
            <a:ext cx="9174175" cy="1472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Ingeniero de Sistemas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Líder Técnico</a:t>
            </a:r>
          </a:p>
        </p:txBody>
      </p:sp>
      <p:pic>
        <p:nvPicPr>
          <p:cNvPr id="6" name="Picture 5" descr="outlook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366674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63239" y="3648456"/>
            <a:ext cx="867125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600" b="1" i="0">
                <a:solidFill>
                  <a:srgbClr val="0D7A8C"/>
                </a:solidFill>
                <a:latin typeface="Calibri"/>
              </a:rPr>
              <a:t>julianacastano@profesores.uniajc.edu.co</a:t>
            </a:r>
          </a:p>
        </p:txBody>
      </p:sp>
      <p:pic>
        <p:nvPicPr>
          <p:cNvPr id="8" name="Picture 7" descr="logo_uniajc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79592"/>
            <a:ext cx="1645920" cy="723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Rompe-hielo · Padlet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Escanea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 abre el enlace del tablero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Deja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 nota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columna: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¿Quién soy? (nombre + una habilidad o hobby)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Expectativa del curso (1 frase)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Pregunta al docente / al grupo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5–8 min · sin instalar · solo navegador.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Enlace: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https://padlet.com/andres_dfx/uniaj-l77e9uu16trgdvcp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_padlet_uniaj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787" y="1554480"/>
            <a:ext cx="32004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66666"/>
                </a:solidFill>
                <a:latin typeface="Calibri"/>
              </a:rPr>
              <a:t>QR oficial Padlet UNIAJC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¿Para qué existe este curso?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Profundizar el paradigma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 Java: aplicaciones avanzadas, eventos, estructuras de datos y patrones básicos.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Metodología activa basada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proyectos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(ABPr) para construir soluciones sostenibles y éticas.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Complementa Programación I y prepara para Ingeniería de Software.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desarrollo avanzado de aplicaciones orientadas a objetos.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 y resultados de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diseñar e implementar aplicaciones avanzadas con POO, eficientes, mantenibles y escalables.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Implementa estructuras de datos aplicadas a la resolución de problemas.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RAA2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Desarrolla aplicaciones con manejo de eventos y componentes gráficos.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RAA3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Aplica patrones de diseño básicos para optimizar la arquitectura del software.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trabajamos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(hoy)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= logística + acuerdo pedagógico + evaluación + CONTENIDO +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del Proyecto Integrador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(material en archivo aparte) = diagnóstico de conocimientos previos + arranque temático — mismo bloque de hoy.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miércoles (120 min):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Teoría Core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Taller Guiado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Quiz corto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 Modalidad: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presencialidad asistida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(dos semanas al mes la clase puede ser virtual).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Taller calificable: entrega máxima 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domingo 23:59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Hilo conductor de todo el semestre: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Proyecto Integrador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continuo. Enfoque: aprender haciendo · aprendizaje invertido.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Sistema de evaluación (Acuerdo pedagógico)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69CCB"/>
                </a:solidFill>
                <a:latin typeface="Calibri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10/08 – 13/09/2026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1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(Clase 5)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/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D000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14/09 – 18/10/2026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2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(Clase 10)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/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95292"/>
                </a:solidFill>
                <a:latin typeface="Calibri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19/10 – 22/11/2026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3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(Clase 15) · 15%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Proyecto Integrador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· 20%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Parcial al cierre de cada corte · nunca en festivo/autónoma. Día de parcial = solo evaluación.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2800" b="1" i="0">
                <a:solidFill>
                  <a:srgbClr val="095292"/>
                </a:solidFill>
                <a:latin typeface="Calibri"/>
              </a:rPr>
              <a:t>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Día 1: Sesión 0 (Presentación del curso) + Clase 1 (diagnóstico · tema)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Presentación del curso (logística) + socialización del PI (12/08)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Diagnóstico · Introducción a POO (12/08)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Colecciones dinámicas ArrayList (19/08)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Pilas y colas (26/08)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4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Mapas y conjuntos (02/09)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5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Interfaces gráficas GUI · Parcial 1 (09/09)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6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Eventos y controladores (16/09)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7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Patrones de diseño (23/09)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8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Documentación y QA (30/09)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9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Refactorización con IA y persistencia (07/10)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2 (14/10)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código cruzada (21/10)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Integración de módulos (28/10)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Control de excepciones (04/11)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14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Preparación presentación final (11/11)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15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3 · Cierre (18/11)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Proyecto Integrador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Una aplicación completa que integre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estructuras de datos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GUI/eventos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y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patrones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Orientada a una necesidad real del entorno.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 construye por avances a lo largo del semestre; pesa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20%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 el tercer corte.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enunciado detallado se trabaja desde la Clase 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Campus Virtual UNIAJC: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[URL Campus Virtual UNIAJC — pendiente]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IDE recomendado: IntelliJ IDEA / VS Code / NetBeans (Java 17+).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Bibliografía (microcurrículo): Deitel &amp; Deitel · Design Patterns (GoF) · Head First Design Patterns · JavaFX Docs.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Material de clase: carpeta `Clases/Clase N` + talleres; guiones en `Guiones/` / `Kit docente/`.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Acuerdos importantes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Horario fijo del grupo 341C: miércoles 18:00–20:00 · Norte-Noche.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Los talleres guiados se entregan a más tardar el domingo 23:59 de la semana correspondiente.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La asistencia tiene peso en cada corte (10% / 10% / 5%). Llega a tiempo y participa. Listado: [PENDIENTE listado].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Programación II · Grupo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341C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2026-2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Miércoles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18:00 – 20:00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POO con propósito: código limpio + proyecto real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