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todas las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Google Meet, incluidos la Sesión 1 y los parciales;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presencial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(https://uniaj.examlab.workers.dev/)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