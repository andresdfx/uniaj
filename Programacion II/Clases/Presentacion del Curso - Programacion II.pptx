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todas las sesiones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Meet, incluidos la Sesión 1 y los parciales; festivos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 Taller calificable: entrega máxima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virtual síncrona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Extension Pack for Java (JDK 17+).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Material de clase: carpeta «Clases/Clase N» + talleres; guiones en «Guiones/» / «Kit docente/».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(https://uniaj.examlab.workers.dev/)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Visual Studio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del curso (Extension Pack for Java)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