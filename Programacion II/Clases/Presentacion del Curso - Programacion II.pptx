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Programación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Programación Orientada a Objetos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FI303204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Miércoles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Franja Norte-Noche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el paradigma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Java: aplicaciones avanzadas, eventos, estructuras de datos y patrones básicos.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Metodología activa basada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(ABPr) para construir soluciones sostenibles y éticas.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Complementa Programación I y prepara para Ingeniería de Software.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desarrollo avanzado de aplicaciones orientadas a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y 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diseñar e implementar aplicaciones avanzadas con POO, eficientes, mantenibles y escalables.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Implementa estructuras de datos aplicadas a la resolución de problemas.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Desarrolla aplicaciones con manejo de eventos y componentes gráficos.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Aplica patrones de diseño básicos para optimizar la arquitectura del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en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miércoles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Guiado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Modalidad: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Presencialidad asistida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Clase 1 y parciales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 Taller calificable: entrega máxima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domingo 23:59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continuo. Enfoque: aprender haciendo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(23/09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(18/11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 al cierre de cada corte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del microcurrículo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+ Clase 1 (diagnóstico · tema).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Introducción a POO (26/08)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Colecciones dinámicas ArrayList (02/09)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Pilas y colas (09/09)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Mapas, conjuntos e interfaces gráficas GUI (16/09)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(23/09)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Eventos y controladores (30/09)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Patrones de diseño (Singleton y Factory) (07/10)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Documentación y QA (Javadoc y pruebas) + Refactorización con IA y persistencia (14/10)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(21/10)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código cruzada + Integración de módulos (28/10)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excepciones (04/11)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presentación final (11/11)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(18/11) · presencial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aplicación completa que integre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estructuras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GUI/eventos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patrones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Orientada a una necesidad real del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construye por avances a lo largo del semestre;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enunciado detallado se trabaja desde la Clase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 recomendado: IntelliJ IDEA / VS Code / NetBeans (Java 17+).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Deitel &amp; Deitel · Design Patterns (GoF) · Head First Design Patterns · JavaFX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clase: carpeta `Clases/Clase N` + talleres; guiones en `Guiones/` / `Kit docente/`.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Horario fijo del grupo 341C: miércoles 18:00–20:00 · Norte-Noche.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Los talleres guiados se entregan en ExamLab (https://examlab.lovable.app/) a más tardar el domingo 23:59 de la semana correspondiente.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asistencia tiene peso en cada corte (10% / 10% / 5%). Llega a tiempo y participa.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IDE a elección ·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telli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IntelliJ IDEA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recomendado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s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VS Code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etb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NetBeans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IDE alterno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a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Java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JDK 17+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Programación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Miércoles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POO con propósito: código limpio +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