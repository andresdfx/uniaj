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(19/08)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 y conjuntos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Interfaces gráficas GUI · Parcial 1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(23/09)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(30/09)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Refactorización con IA y persistencia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(14/10)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(21/10)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módulos (28/10)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· Cierre (18/11)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