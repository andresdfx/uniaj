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80585" y="2633662"/>
            <a:ext cx="66308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Patrones de Diseño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38462" y="3662362"/>
            <a:ext cx="63150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Singleton y Factory en el Proyecto VetCare (Clase 7)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433637"/>
            <a:ext cx="1143000" cy="5715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775585" y="2776537"/>
            <a:ext cx="664083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Ingeniería Profesional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762250" y="3681412"/>
            <a:ext cx="6667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basta con que el código funcione. Como ingenieros, debemos aplicar soluciones arquitectónicas probadas por la industria para resolver problemas comunes.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78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42950" y="20478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09625" y="2047875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Concepto: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una solución general, reutilizable y comprobada para un problema recurrente en el diseño de software.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42950" y="30480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09625" y="304800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es código: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Un patrón no es una librería que descargas (como JUnit o Swing), es una "plantilla" o "receta" lógica de cómo resolver algo.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42950" y="40481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40481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Lenguaje Común: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Permite que los desarrolladores se comuniquen eficazmente (ej. "Usemos un Factory aquí").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42950" y="47625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47625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Libro "GoF":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Popularizados por el libro "Design Patterns" del grupo conocido como Gang of Four en 1994.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478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un Patrón de Diseño?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8116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58400" y="1435900"/>
            <a:ext cx="555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problema de los múltiples registros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2380712"/>
            <a:ext cx="5286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VetCare, nuestra "Base de Datos" es un HashMap en memoria. Si abrimos tres ventanas diferentes y cada una hace new BaseDatos(), tendremos tres clínicas distintas en lugar de una centralizada.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58400" y="3856500"/>
            <a:ext cx="278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09575" y="3771375"/>
            <a:ext cx="504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Solución Singleton: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Garantiza que una clase tenga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y solo una instancia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en todo el ciclo de vida del programa.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 flipH="1">
            <a:off x="636938" y="4870563"/>
            <a:ext cx="278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09575" y="4815525"/>
            <a:ext cx="5048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Punto de Acceso: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Proporciona un punto de acceso global (como un embudo) a esa instancia.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 flipH="1">
            <a:off x="636950" y="5546300"/>
            <a:ext cx="206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09575" y="5546312"/>
            <a:ext cx="5048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Implementación: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Ocultar el constructor (volverlo private) y crear un método estático getInstance().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8116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Patrón Singleton (Instancia Única)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85925"/>
            <a:ext cx="5286375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85925"/>
            <a:ext cx="5286375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962025" y="2114550"/>
            <a:ext cx="4730591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problema de instanciar "a mano"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62025" y="3019425"/>
            <a:ext cx="450532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medida que VetCare crece, ya no solo hay "Mascotas". Tenemos subclases como Perro, Gato, o Loro. Crear el objeto correcto usando muchos if-else repartidos por la interfaz hace que el código sea sucio y difícil de mantener.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724650" y="2114550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Solución Factory Method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724650" y="26384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Ocultamos la lógica de creación de objetos complejos detrás de una clase separada (La Fábrica).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896100" y="36385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962775" y="3638550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Centralización: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Si mañana agregamos la especie "Iguana", solo modificamos la Fábrica, y la interfaz gráfica ni se entera.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896100" y="46386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962775" y="4638675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Responsabilidad Única: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 GUI solo pide pacientes, la Fábrica se encarga de saber cómo construirlos.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Patrón Factory (Fábrica)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295275" y="2338387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3490912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Taller Guiado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71500" y="424338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A0"/>
                </a:solidFill>
                <a:latin typeface="DM Sans"/>
                <a:ea typeface="DM Sans"/>
                <a:cs typeface="DM Sans"/>
                <a:sym typeface="DM Sans"/>
              </a:rPr>
              <a:t>Refactorizaremos VetCare aplicando una "Clínica Singleton" y una "Fábrica de Mascotas".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