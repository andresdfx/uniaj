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215514" y="2474565"/>
            <a:ext cx="776097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Eventos y Controladores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00300" y="3827115"/>
            <a:ext cx="7391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Dando vida a la interfaz gráfica de VetCare (Clase 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360408" y="2737544"/>
            <a:ext cx="947118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pasa cuando hacemos clic?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Los botones por sí solos son solo dibujos en la pantalla. Aprenderemos cómo hacer que nuestro código en Java escuche y reaccione a las acciones del usuario.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859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Concepto de Evento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68163" y="1423987"/>
            <a:ext cx="554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Acción y Reacción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68175" y="1985962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la programación gráfica (GUI), el software no se ejecuta de arriba a abajo y termina. Se queda esperando pacientemente a que ocurra un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Evento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11225" y="3198000"/>
            <a:ext cx="24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63" y="3171337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¿Qué es un evento?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cualquier interacción del usuario: un clic del mouse, presionar una tecla, cerrar una ventana.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43625" y="4265363"/>
            <a:ext cx="17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63" y="4315362"/>
            <a:ext cx="50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Paquete AWT: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En Java, el control de estos sucesos vive dentro del paquete java.awt.event.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43613" y="5108900"/>
            <a:ext cx="28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5108912"/>
            <a:ext cx="503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Disparador: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Cuando un usuario hace clic en nuestro botón "Registrar", el sistema operativo le avisa a Java, y Java dispara un objeto llamado ActionEvent.</a:t>
            </a:r>
            <a:endParaRPr b="0" i="0" sz="1500" u="none" cap="none" strike="noStrike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24050"/>
            <a:ext cx="34226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924050"/>
            <a:ext cx="34226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924050"/>
            <a:ext cx="34226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Patrón "Escuchador" (Listener)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572160" y="3267075"/>
            <a:ext cx="14401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1. El Origen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76300" y="3724275"/>
            <a:ext cx="28320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el componente físico en la pantalla (Ej. nuestro JButton). Su único trabajo es verse bien y emitir un grito silencioso cuando lo presionan.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055721" y="3267075"/>
            <a:ext cx="20802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2. El Escuchador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79900" y="3724275"/>
            <a:ext cx="283205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la interfaz ActionListener. Se suscribe al botón y se queda esperando a que emita su señal de clic. Es el intermediario.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904327" y="3267075"/>
            <a:ext cx="19902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3. El Manejador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83500" y="3724275"/>
            <a:ext cx="28320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método actionPerformed(). Aquí es donde escribimos nuestra lógica de negocio real (ej. Guardar el paciente en el HashMap).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3650" y="2409825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3913" y="240982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0839" y="2409825"/>
            <a:ext cx="6572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209925"/>
            <a:ext cx="527685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Traducción a Código Java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81025" y="1714500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Vínculo Botón-Código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2257425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conectar nuestro botón con la lógica, usamos el método addActionListener().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4933950"/>
            <a:ext cx="52768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*En Java 8+, esto se puede resumir usando expresiones Lambda (e -&gt; { ... }) para que el código quede mucho más limpio.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Daremos vida a nuestro menú y usaremos JOptionPane para alertas visuales.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