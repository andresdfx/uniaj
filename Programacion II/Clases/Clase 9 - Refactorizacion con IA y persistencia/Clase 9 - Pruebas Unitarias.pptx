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9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00575" y="2633662"/>
            <a:ext cx="679084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Pruebas Unitarias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62262" y="3662362"/>
            <a:ext cx="64674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Aseguramiento de Calidad con JUnit - Proyecto VetCare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433637"/>
            <a:ext cx="1143000" cy="5715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375409" y="2776537"/>
            <a:ext cx="944118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¿Por qué probar nuestro código?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762250" y="3681412"/>
            <a:ext cx="6667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Probar manualmente la interfaz gráfica es lento y propenso a errores humanos. La ingeniería de software moderna exige pruebas automatizadas.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575" y="-414937"/>
            <a:ext cx="12192000" cy="727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478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6792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742938" y="1609000"/>
            <a:ext cx="30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1047138" y="1609000"/>
            <a:ext cx="5048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Hasta ahora, verificábamos VetCare escribiendo datos manualmente en la consola o en la interfaz.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42938" y="2218100"/>
            <a:ext cx="30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047150" y="2259175"/>
            <a:ext cx="5048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medida que el sistema crece, hacer esto para cada nueva modificación tomaría horas de trabajo repetitivo.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49838" y="3225063"/>
            <a:ext cx="30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95800" y="3051975"/>
            <a:ext cx="5048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Las Pruebas Unitarias (Unit Testing) consisten en escribir "código que prueba otro código" en milisegundos.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49838" y="4047800"/>
            <a:ext cx="25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3350" y="4047800"/>
            <a:ext cx="5048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 aísla y verifica la unidad más pequeña posible (un solo método de una clase).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49850" y="4870525"/>
            <a:ext cx="30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95800" y="4697425"/>
            <a:ext cx="5048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JUnit es el framework estándar de la industria para crear y automatizar estas pruebas en Java.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Problema del Testing Manual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4962"/>
            <a:ext cx="3429000" cy="450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604962"/>
            <a:ext cx="3429000" cy="450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604962"/>
            <a:ext cx="3429000" cy="450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420891" y="2957512"/>
            <a:ext cx="173021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Aserciones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66775" y="3481387"/>
            <a:ext cx="28384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Son sentencias que verifican si el resultado real coincide estrictamente con el esperado. Por ejemplo: afirmar categóricamente que 2 + 2 debe ser 4.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605813" y="2957512"/>
            <a:ext cx="298037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Anotación @Test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76775" y="3862387"/>
            <a:ext cx="28384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Una etiqueta especial (decorador) que le dice a Java: Este método no es parte del programa principal, es una prueba independiente que debes evaluar.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935878" y="2957512"/>
            <a:ext cx="194024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Verde o Rojo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86775" y="3481387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la aserción es verdadera, la prueba pasa exitosamente (Barra Verde). Si es falsa, la prueba falla y alerta de un bug en el sistema (Barra Roja).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100262"/>
            <a:ext cx="4572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67387" y="2100262"/>
            <a:ext cx="657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44075" y="2100262"/>
            <a:ext cx="3238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Framework JUnit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3050"/>
            <a:ext cx="5286375" cy="462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43050"/>
            <a:ext cx="5286375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62025" y="1971675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Preparación y Ejecución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62025" y="249555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buen caso de prueba sigue siempre la estructura lógica conocida como Arrange-Act-Assert (AAA).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62025" y="349567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 Preparar (Arrange):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Instanciar los objetos necesarios y configurar el estado inicial. Ejemplo: Crear una nueva mascota llamada 'Rex'.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62025" y="449580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 Actuar (Act):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Ejecutar el método específico de la clase que queremos poner a prueba. Ejemplo: Llamar a la función 'getNombre()'.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724650" y="1971675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Verificación Final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24650" y="249555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Al finalizar la ejecución del método, verificamos con JUnit si el comportamiento fue exactamente el que diseñamos.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724650" y="349567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 Verificar (Assert):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Comparamos el resultado obtenido contra el esperado. Ejemplo lógico: afirmar que el valor retornado es 'Rex'.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24650" y="4495800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otro desarrollador rompe este método accidentalmente en el futuro, esta aserción detectará el fallo inmediatamente en la fase de pruebas.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Anatomía de una Prueba en Java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295275" y="2338387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3490912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Taller Guiado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4243387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A0"/>
                </a:solidFill>
                <a:latin typeface="DM Sans"/>
                <a:ea typeface="DM Sans"/>
                <a:cs typeface="DM Sans"/>
                <a:sym typeface="DM Sans"/>
              </a:rPr>
              <a:t>Escribiremos nuestra primera clase de Pruebas (Test Case) para validar los modelos de VetCare.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