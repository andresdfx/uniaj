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Revisión de código cruzada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Leer el código de otro equipo y devolver una crítica que sirva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del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Hoy avanzamos VetCare en: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Cada equipo recibe un informe externo con hallazgos priorizados y deja escrito su plan de corrección de VetCare antes de la integración final.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Apache NetBeans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Informe de revisión de una página sobre el proyecto del equipo asignado: checklist diligenciado con evidencia archivo:línea y cinco hallazgos priorizados con formato Evidencia + Impacto + Sugerencia, subido a ExamLab.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teoria esta al servicio del producto: al salir, VetCare avanzo.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 del avance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VetCare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avance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Una revisión de código es la lectura sistemática del código de otra persona con el fin de encontrar problemas…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Revisar no es leer de arriba a abajo a ver qué salta: se revisa por capas y en orden de importancia, porque el…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La retroalimentación útil tiene una estructura, y esa estructura se enseña con plantilla porque a punta de buena…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El checklist es lo que impide que la revisión se vuelva una conversación de gustos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Recibir la crítica también se practica, y es la mitad difícil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Un método real de VetCare y sus seis hallazgos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public static void proceso(String a, String b, String c, String d, String e) { // 1. nombre y parametros sin significado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int x = 0;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try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x = Integer.parseInt(d);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 catch (Exception ex) {            // 2. catch vacio: la edad "dos" se vuelve 0 en silencio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if (x &gt; 25) {                       // 3. numero magico: por que 25? y la edad -3 pasa derecho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System.out.println("edad rara"); // 4. el aviso muere en consola: la ventana no se entera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String[] v = new String[5];         // 5. arreglo de String en vez de la clase Mascota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v[0] = a; v[1] = b; v[2] = c; v[3] = String.valueOf(x); v[4] = e;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datos.add(v);                       // 6. 'datos' es public static: cualquiera lo modifica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El código compila y corre; la revisión no busca errores del compilador, busca lo que va a doler en el mostrador de la clínica.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Apache NetBeans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docente proyecta VetCareParaRevisar.java, lo ejecuta en vivo, aplica el checklist delante del grupo y reescribe dos comentarios mal formulados del tipo 'este código es un desastre' en retroalimentación accionable.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Mismo dominio VetCare — no otro ejemplo.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Por que importa al PI: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la semana entrante se integran los módulos, y un defecto que entra a la integración cuesta el triple de encontrar; esta revisión es el filtro que deja entrar solo código que otro humano ya leyó.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El informe que reciba cada equipo es la lista de tareas real con la que va a llegar a la entrega final: deja de adivinar qué le falta a VetCare porque alguien externo se lo escribió con evidencia.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Saber dar y recibir retroalimentación técnica es exactamente lo que se le va a exigir en el primer empleo, donde nadie mezcla código sin la aprobación de otro.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Cada equipo llega con su versión de VetCare hasta la clase 9: dominio, colección, ventana Swing y persistencia en .csv, en distinto grado de avance.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El docente proyecta el archivo VetCareParaRevisar.java, que compila y arranca pero termina con una excepción en tiempo de ejecución y contiene al menos siete hallazgos sembrados a propósito.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Los equipos se cruzan en cadena (el 1 revisa al 2, el 2 al 3 y así hasta cerrar el círculo) y ningún equipo revisa a quien lo está revisando.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036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036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Intercambien proyectos: cada equipo entrega su carpeta comprimida más un archivo de tres líneas con las instrucciones de ejecución, y recibe el proyecto de otro equipo; lo primero es abrirlo en NetBeans y ejecutarlo, anotando si arrancó y, si no, el mensaje de error exacto copiado tal cual.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0312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27228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27228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19456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Recorran el proyecto recibido con el checklist de doce ítems (clase de dominio, encapsulamiento, colección, interfaz gráfica, try-catch en fronteras, persistencia, catch vacío, métodos largos, duplicación, nombres, números mágicos, validación de casos borde) marcando cumple / no cumple / no aplica y escribiendo la evidencia archivo:línea en cada 'no cumple'.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97180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14096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14096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06324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Provoquen a propósito los cuatro casos borde de VetCare (edad con letras, campos vacíos, buscar un ID inexistente, borrar o dañar una línea de mascotas.csv) y registren qué hizo la aplicación en cada uno, con el texto del mensaje o de la excepción.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840479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00964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00964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3931919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Redacten cinco hallazgos priorizados como bloqueante, mayor o menor, cada uno con el formato Evidencia + Impacto + Sugerencia, todos referidos al código y ninguno a la persona; incluyan al menos un bloqueante si existe.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70916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4360" y="487832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487832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480060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Hagan la devolución cruzada de ocho minutos por equipo y cierren con el plan de corrección escrito por el equipo autor: qué acepta y corrige, qué justifica y deja igual, y qué difiere, con responsable en cada línea.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Antes de entregar — autochequeo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¿Su informe le sirve al otro equipo para trabajar esta misma tarde, o solo le dice que algo está mal sin decirle dónde ni qué hacer?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tuviera que borrar todos sus comentarios menos uno, ¿cuál dejaría, y por qué ese es más importante que los otros cuatro?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¿Cuántos de sus hallazgos los comprobó ejecutando y cuántos los está suponiendo por haber leído el código?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Informe de revisión de una página sobre el proyecto del equipo asignado: checklist diligenciado con evidencia archivo:línea y cinco hallazgos priorizados con formato Evidencia + Impacto + Sugerencia, subido a ExamLab.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informe demuestra que el proyecto fue ejecutado: incluye el resultado de los cuatro casos borde con el mensaje o la excepción textual observada.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checklist está completo y todo ítem marcado 'no cumple' trae evidencia localizable en formato archivo:línea o pasos para reproducir.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Los cinco hallazgos están priorizados y redactados con Evidencia + Impacto + Sugerencia; ninguno se refiere a la persona ni al esfuerzo del equipo.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equipo autor entrega su plan de corrección con las tres decisiones posibles (acepto, justifico, difiero) y un responsable por línea.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 en ExamLab (https://examlab.lovable.app/)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—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Cada equipo recibe un informe externo con hallazgos priorizados y deja escrito su plan de corrección de VetCare antes de la integración final.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 del taller en ExamLab (https://examlab.lovable.app/) · domingo 23:59.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11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Cada equipo recibe un informe externo con hallazgos priorizados y deja escrito su plan de corrección de VetCare antes de la integración final.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Informe de revisión de una página sobre el proyecto del equipo asignado: checklist diligenciado con evidencia archivo:línea y cinco hallazgos priorizados con formato Evidencia + Impacto + Sugerencia, subido a ExamLab.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el hilo del 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