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estudiante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estudiante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revisión de código es la lectura sistemática del código de otra...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 antes de que lleguen al usuario, y de paso repartir conocimiento en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 esto no es opcional: nadie mezcla su trabajo al proyecto sin que alguien más lo apruebe, y esa aprobación deja rastro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ninguna de las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control de calidad barato: encontrar hoy que buscarPorId devuelve null y nadie lo valida cuesta diez minutos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Encontrarlo el día de la sustentación, con la ventana de VetCare congelada y la clínica Huellitas sin poder mostrar el expediente de Firulais, cuesta la nota y la credibilidad.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Además la revisión enseña: quien lee el proyecto ajeno descubre una forma distinta de organizar el repositorio o de validar la edad, y se la lleva para el suyo.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hay tema técnico nuevo; hoy se entrena criterio, que es la habilidad que separa a alguien que escribe código de alguien que responde por él.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Revisar no es leer de arriba a abajo a ver qué salta: se revisa por...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 tiempo es finito y el detalle cosmético es el que más tienta.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capa: ¿el proyecto abre y hace lo que dice hacer?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ejecuta antes de opinar.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capa: corrección y casos borde, que en VetCare son siempre los mismos y hay que buscarlos a propósito: edad negativa o con letras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Campos vacíos, ID repetido, buscar un ID que no existe, cerrar sin haber registrado nada, archivo mascotas.csv inexistente o con una línea dañada.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capa: diseño y responsabilidades, es decir si hay clases de verdad o solo arreglos de String, si los atributos son privados, y si la ventana está haciendo de repositorio escribiendo archivos por su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Revisar no es leer de arriba a abajo a ver qué salta: se revisa por...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 capa: manejo de errores, con el catch vacío como sospechoso número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Quinta capa: legibilidad, o sea nombres, métodos largos y duplicación.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solo al final, la sexta: formato e indentación, que es la que menos vale y la que todo el mundo comenta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informe de revisión de VetCare tiene ocho comentarios de espacios y ninguno sobre el NullPointerException al buscar un ID inexistente, esa revisión no sirvió.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retroalimentación útil tiene una estructura, y esa estructura se...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 intención no sale.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se habla del código y nunca de la persona: 'el método guarda sin validar' y jamás 'usted no valida nada'.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se aporta evidencia localizable: archivo y línea, o el paso exacto para reproducirlo.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se explica el impacto, es decir qué se rompe y cuándo, porque un hallazgo sin consecuencia no convence a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se propone una salida concreta.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 las dos versiones.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Mala: 'el manejo de errores está horrible'.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Buena: 'En VentanaPrincipal.java línea 84 el catch (Exception e) está vacío; si el disco está lleno la mascota registrada se pierde y el usuario ve el mensaje de éxito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retroalimentación útil tiene una estructura, y esa estructura se...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Sugerencia: mostrar un JOptionPane con e.getMessage() y no limpiar el formulario hasta confirmar el guardado'.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se puede atender esta tarde; la primera solo produce rabia.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más: cuando hay duda se pregunta en vez de afirmar ('¿qué pasa si el usuario deja la edad vacía?'), y cada hallazgo se etiqueta como bloqueante, mayor o menor, porque un informe con cuarenta comentarios del mismo peso no lo atiende nadie.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checklist es lo que impide que la revisión se vuelva una...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directamente con los requisitos del PI de VetCare, y sus ítems son binarios y verificables: ¿existe al menos una clase del dominio con atributos privados y getters, o los datos andan sueltos en arreglos de String?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¿se usa una colección de Java para administrar las mascotas?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¿la interfaz gráfica muestra la lista y permite registrar y buscar?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¿hay try-catch en las fronteras, es decir donde entra texto del usuario y donde se toca el archivo?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¿el proyecto guarda y recupera datos de un.txt o.csv?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checklist es lo que impide que la revisión se vuelva una...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¿hay algún catch vacío?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¿algún método pasa de cincuenta líneas?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¿hay bloques duplicados?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ítem se marca cumple, no cumple o no aplica, y el 'no cumple' obliga a escribir la evidencia archivo:línea.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tiene tres efectos: hace comparables las revisiones entre unos y otros, evita que el revisor se quede solo con lo que le llamó la atención, y le da al autor del proyecto una lista de trabajo en vez de una sensación.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checklist no reemplaza el criterio; lo ordena, que es distinto.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Recibir la crítica también se practica, y es la mitad difícil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reacción natural del autor es defenderse en caliente y explicar por qué lo hizo así; el protocolo de clase es otro: escuchar completo, pedir aclaración si el hallazgo no se entiende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luego decidir con una de tres respuestas escritas: acepto y corrijo (con responsable y fecha), justifico por qué se queda como está, o difiero para después de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eso queda en el plan de corrección y es lo que el docente revisa.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 lado del revisor también hay deberes: verificar antes de acusar, porque un hallazgo falso como 'esto no compila' cuando en realidad faltaba abrir el proyecto correcto quema la credibilidad de todo el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antipatrones que van a aparecer y conviene nombrarlos de una vez: la revisión de sello, que aprueba en dos minutos sin haber ejecutado nada; la revisión de gusto personal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solo señala estilo e indentación; y la revisión que rediseña el proyecto ajeno, donde el revisor propone rehacer VetCare con su propia arquitectura en vez de señalar problemas concretos del que tiene enfrente.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informe que reciba cada uno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se cruzan en cadena (el 1 revisa al 2, el 2 al 3 y así hasta cerrar el círculo) y nadie revisa a quien lo está revisando (si el docente autorizó equipos, la cadena se arma entre equipos).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Intercambien proyectos: cada estudiante entrega su carpeta comprimida más un archivo de tres líneas con las instrucciones de ejecución, y recibe el proyecto de otro compañero (si el docente autorizó equipos, el de otro equipo; la revisión funciona igual); lo primero es abrirlo en VS Code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proyecto revisado y cierren con el plan de corrección escrito por su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estudiante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que puso el otro estudiante.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autor del proyecto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estudiante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estudiante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asignado (el de otro estudiante; si el docente autorizó equipos, el de otro equipo): checklist diligenciado con evidencia archivo:línea y cinco hallazgos priorizados con formato Evidencia + Impacto + Sugerencia,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