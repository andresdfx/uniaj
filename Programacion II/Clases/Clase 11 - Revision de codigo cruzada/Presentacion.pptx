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estudiantes se cruzan en cadena (el 1 revisa al 2, el 2 al 3 y así hasta cerrar el círculo) y nadie revisa a quien lo está revisando (si el docente autorizó equipos, la cadena se arma entre equipos).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estudiante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que puso el otro estudiante.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autor del proyecto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