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decirlo claro porque el estudiante llega con dos ideas equivocadas: que la revisión es un examen donde lo van a rajar, o que es un trámite para poner 'todo bien' y salir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ejecuta antes de opinar.</a:t>
            </a:r>
          </a:p>
          <a:p/>
          <a:p>
            <a:r>
              <a:t>Y solo al final, la sexta: formato e indentación, que es la que menos vale y la que todo el mundo comenta primero.</a:t>
            </a:r>
          </a:p>
          <a:p/>
          <a:p>
            <a:r>
              <a:t>Si un informe de revisión del sistema de la clinica tiene ocho comentarios de espacios y ninguno sobre el NullPointerException al buscar un ID inexistente, esa revisión no sirvió.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retroalimentación útil tiene una estructura, y esa estructura se enseña con plantilla porque a punta de buena intención no sale.</a:t>
            </a:r>
          </a:p>
          <a:p/>
          <a:p>
            <a:r>
              <a:t>Cuarto, se propone una salida concreta.</a:t>
            </a:r>
          </a:p>
          <a:p/>
          <a:p>
            <a:r>
              <a:t>Compare las dos versiones.</a:t>
            </a:r>
          </a:p>
          <a:p/>
          <a:p>
            <a:r>
              <a:t>La segunda se puede atender esta tarde; la primera solo produce rabia.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¿la interfaz gráfica muestra la lista y permite registrar y buscar?</a:t>
            </a:r>
          </a:p>
          <a:p/>
          <a:p>
            <a:r>
              <a:t>¿hay algún catch vacío?</a:t>
            </a:r>
          </a:p>
          <a:p/>
          <a:p>
            <a:r>
              <a:t>¿algún método pasa de cincuenta líneas?</a:t>
            </a:r>
          </a:p>
          <a:p/>
          <a:p>
            <a:r>
              <a:t>¿hay bloques duplicados?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código cruzada — Leer el código de otro estudiante y devolver una crítica que sirva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el 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revisión de código es la lectura sistemática del código de otra...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 antes de que lleguen al usuario, y de paso repartir conocimiento en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 esto no es opcional: nadie mezcla su trabajo al proyecto sin que alguien más lo apruebe, y esa aprobación deja rastro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ninguna de las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control de calidad barato: encontrar hoy que buscarPorId devuelve null y nadie lo valida cuesta diez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Encontrarlo el día de la sustentación, con la ventana del sistema de la clinica congelada y la clínica sin poder mostrar el expediente de Firulais, cuesta la nota y la credibilidad.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revisión de código es la lectura sistemática del código de otra...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Además la revisión enseña: quien lee el proyecto ajeno descubre una forma distinta de organizar el repositorio o de validar la edad, y se la lleva para el suyo.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hay tema técnico nuevo; hoy se entrena criterio, que es la habilidad que separa a alguien que escribe código de alguien que responde por él.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 tiempo es finito y el detalle cosmético es el que más tienta.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capa: ¿el proyecto abre y hace lo que dice hacer?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capa: corrección y casos borde, que en el sistema de la clinica son siempre los mismos y hay que buscarlos a propósito: edad negativa o con letras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Campos vacíos, ID repetido, buscar un ID que no existe, cerrar sin haber registrado nada, archivo mascotas.csv inexistente o con una línea dañada.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capa: diseño y responsabilidades, es decir si hay clases de verdad o solo arreglos de String, si los atributos son privados, y si la ventana está haciendo de repositorio escribiendo archivos por su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 capa: manejo de errores, con el catch vacío como sospechoso número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Quinta capa: legibilidad, o sea nombres, métodos largos y duplicación.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se habla del código y nunca de la persona: 'el método guarda sin validar' y jamás 'usted no valida nada'.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se aporta evidencia localizable: archivo y línea, o el paso exacto para reproducirlo.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se explica el impacto, es decir qué se rompe y cuándo, porque un hallazgo sin consecuencia no convence a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Mala: 'el manejo de errores está horrible'.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Buena: 'En VentanaPrincipal.java línea 84 el catch (Exception e) está vacío; si el disco está lleno la mascota registrada se pierde y el usuario ve el mensaje de éxito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Sugerencia: mostrar un JOptionPane con e.getMessage() y no limpiar el formulario hasta confirmar el guardado'.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más: cuando hay duda se pregunta en vez de afirmar ('¿qué pasa si el usuario deja la edad vacía?'), y cada hallazgo se etiqueta como bloqueante, mayor o menor, porque un informe con cuarenta comentarios del mismo peso no lo atiende nadie.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directamente con los requisitos del proyecto, y sus ítems son binarios y verificables: ¿existe al menos una clase del dominio con atributos privados y getters, o los datos andan sueltos en arreglos de String?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¿se usa una colección de Java para administrar las mascotas?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¿hay try-catch en las fronteras, es decir donde entra texto del usuario y donde se toca el archivo?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¿el proyecto guarda y recupera datos de un.txt o.csv?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ítem se marca cumple, no cumple o no aplica, y el 'no cumple' obliga a escribir la evidencia archivo:línea.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tiene tres efectos: hace comparables las revisiones entre unos y otros, evita que el revisor se quede solo con lo que le llamó la atención, y le da al autor del proyecto una lista de trabajo en vez de una sensación.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no reemplaza el criterio; lo ordena, que es distinto.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Recibir la crítica también se practica, y es la mitad difícil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reacción natural del autor es defenderse en caliente y explicar por qué lo hizo así; el protocolo de clase es otro: escuchar completo, pedir aclaración si el hallazgo no se entiende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luego decidir con una de tres respuestas escritas: acepto y corrijo (con responsable y fecha), justifico por qué se queda como está, o difiero para después de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eso queda en el plan de corrección y es lo que el docente revisa.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lado del revisor también hay deberes: verificar antes de acusar, porque un hallazgo falso como 'esto no compila' cuando en realidad faltaba abrir el proyecto correcto quema la credibilidad de todo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Recibir la crítica también se practica, y es la mitad difícil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antipatrones que van a aparecer y conviene nombrarlos de una vez: la revisión de sello, que aprueba en dos minutos sin haber ejecutado nada; la revisión de gusto personal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solo señala estilo e indentación; y la revisión que rediseña el proyecto ajeno, donde el revisor propone rehacer el sistema de la clinica con su propia arquitectura en vez de señalar problemas concretos del que tiene enfrente.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ClinicaParaRevisar.java — class ClinicaParaRevisar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ClinicaParaRevisar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ArrayList&lt;String[]&gt; datos = new ArrayList&lt;String[]&gt;();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ClinicaParaRevisar.java — main()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Clinica (version para revisar)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consecutivo =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"Firulais", "Canino", "4", "1144556677");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"Michi", "Felino", "2", "1098765432");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"Pelusa", "Felino", "-3", "1052233445");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"Nube", "Felino", "dos", "1052233446");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System.out.println("Registros en memoria: " + datos.size());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String[] encontrada = buscarPorId("M002");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(encontrada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System.out.println("Busqueda 1 encontro a: " + encontrada[1]);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System.out.println("Busqueda 1 no encontro nada.");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ClinicaParaRevisar.java — main()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imprimirFicha("M002");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String[] fantasma = buscarDeNuevo("M009");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System.out.println("Busqueda 3 devolvio: " + fantasma[1]);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ClinicaParaRevisar.java — proceso()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static void proceso(String a, String b, String c, String d, String e)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int x = 0;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x = Integer.parseInt(d);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 catch (Exception ex)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(x &gt; 25)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System.out.println("edad rara");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String[] v = new String[5];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v[0] = a;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v[1] = b;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v[2] = c;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v[3] = String.valueOf(x);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v[4] = e;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datos.add(v);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System.out.println("ok " + a + " " + b);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ClinicaParaRevisar.java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String[]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 ==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datos.get(i);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ClinicaParaRevisar.java — imprimirFicha()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imprimirFicha(String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(datos.get(i)[0].equals(id))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System.out.println("Ficha -&gt; id=" + datos.get(i)[0]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nombre=" + datos.get(i)[1]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especie=" + datos.get(i)[2]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edad=" + datos.get(i)[3]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cc=" + datos.get(i)[4]);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ClinicaParaRevisar.java — buscarDeNuevo()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String[] buscarDeNuevo(String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(datos.get(i)[0].equals(id))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datos.get(i);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del sistema de la clinica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ClinicaParaRevisar.java,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de la clinica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Revisión de código cruzada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Leer el código de otro estudiante y devolver una crítica que sirva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