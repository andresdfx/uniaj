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Merriweather"/>
      <p:regular r:id="rId13"/>
      <p:bold r:id="rId14"/>
      <p:italic r:id="rId15"/>
      <p:boldItalic r:id="rId16"/>
    </p:embeddedFont>
    <p:embeddedFont>
      <p:font typeface="DM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italic.fntdata"/><Relationship Id="rId14" Type="http://schemas.openxmlformats.org/officeDocument/2006/relationships/font" Target="fonts/Merriweather-bold.fntdata"/><Relationship Id="rId17" Type="http://schemas.openxmlformats.org/officeDocument/2006/relationships/font" Target="fonts/DMSans-regular.fntdata"/><Relationship Id="rId16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830466" y="2474565"/>
            <a:ext cx="8531066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Persistencia Básica en Java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503265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033587" y="3827115"/>
            <a:ext cx="81248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Lectura y Escritura de Archivos (I/O) - Proyecto VetCare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58707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575560" y="2920454"/>
            <a:ext cx="704088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Límite de la Memoria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82532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¿De qué sirve registrar 100 mascotas en nuestro HashMap si al cerrar la ventana se borran para siempre? Ha llegado el momento de guardar.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638300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Volatilidad vs Persistencia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581025" y="1638300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Comprendiendo el Hardware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81025" y="2143125"/>
            <a:ext cx="5276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Nuestra Base de Datos temporal (HashMap, ArrayList) vive en la memoria RAM.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752475" y="29051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19150" y="2905125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Memoria RAM (Volátil):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Es increíblemente rápida, pero depende de la energía. Cuando Java finaliza o apagamos el PC, todo su contenido se evapora.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52475" y="39624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19150" y="3962400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Disco Duro (Persistente):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Es más lento, pero la información sobrevive. Usa magnetismo o celdas flash para almacenar "Archivos".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52475" y="50196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19150" y="5019675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Nuestra Misión: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Tomar los datos de los pacientes en RAM y "escribirlos" físicamente en el disco duro antes de cerrar la clínica.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38300"/>
            <a:ext cx="52768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919287"/>
            <a:ext cx="3422600" cy="387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1919287"/>
            <a:ext cx="3422600" cy="387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1919287"/>
            <a:ext cx="3422600" cy="38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Paquete Java I/O (Input/Output)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692175" y="3262312"/>
            <a:ext cx="12001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Clase File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76300" y="3719512"/>
            <a:ext cx="28320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Representa al archivo físico en tu sistema operativo. Sirve para revisar si existe, conocer su peso o borrarlo. (Ej: new File("datos.csv")).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460771" y="3262312"/>
            <a:ext cx="127015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FileWriter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4679900" y="3719512"/>
            <a:ext cx="28320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 la "pluma" de Java. Permite abrir un flujo (Stream) hacia el archivo y escribir texto dentro de él carácter por carácter.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759309" y="3262312"/>
            <a:ext cx="22802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Scanner (Lectura)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483500" y="3719512"/>
            <a:ext cx="283205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¡No solo lee el teclado! Le podemos pasar un objeto File al Scanner para que lea el archivo línea por línea y recupere nuestros datos.</a:t>
            </a:r>
            <a:endParaRPr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96988" y="2405062"/>
            <a:ext cx="3905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33913" y="2405062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4176" y="2405062"/>
            <a:ext cx="590550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866900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Formato CSV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81025" y="1866900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Comma Separated Values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81025" y="2371725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 guardaremos los datos como un texto desordenado. Utilizaremos el estándar mundial más simple de bases de datos: el CSV.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752475" y="34290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19150" y="3429000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Estructura: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Cada línea del archivo es un paciente.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752475" y="38766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19150" y="3876675"/>
            <a:ext cx="50387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Delimitadores: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Los atributos (id, nombre, especie) se separan por comas , o punto y coma ;.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52475" y="46386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19150" y="4638675"/>
            <a:ext cx="5038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Ejemplo VetCare: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101,Firulais,Perro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752475" y="50958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19150" y="5095875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Ventaja: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Un archivo `.csv` puede ser abierto por nuestro código Java y también directamente por Microsoft Excel.</a:t>
            </a:r>
            <a:endParaRPr/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66900"/>
            <a:ext cx="52768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909762"/>
            <a:ext cx="527685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09762"/>
            <a:ext cx="527685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50" y="3643312"/>
            <a:ext cx="4495800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3633787"/>
            <a:ext cx="4495800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Traducción a Código Java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971550" y="2328862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Escribir (Output)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971550" y="2833687"/>
            <a:ext cx="44958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Obligatoriamente debemos usar try-catch, pues el disco duro puede fallar.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724650" y="2328862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Leer (Input)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724650" y="2833687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Al arrancar la app, leemos la base de datos y la reconstruimos: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305276" y="1980307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¿Dudas Técnicas?</a:t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5381625" y="3323332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581025" y="375195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continuación: </a:t>
            </a:r>
            <a:r>
              <a:rPr b="1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Taller Guiado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581025" y="433863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Codificaremos los botones de "Guardar Backup" y "Cargar Datos" en VetCare.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