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Merriweather"/>
      <p:regular r:id="rId12"/>
      <p:bold r:id="rId13"/>
      <p:italic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-bold.fntdata"/><Relationship Id="rId12" Type="http://schemas.openxmlformats.org/officeDocument/2006/relationships/font" Target="fonts/Merriweath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boldItalic.fntdata"/><Relationship Id="rId14" Type="http://schemas.openxmlformats.org/officeDocument/2006/relationships/font" Target="fonts/Merriweather-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180510" y="2474565"/>
            <a:ext cx="7830978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Interfaces Gráficas (GUI)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503265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366962" y="3827115"/>
            <a:ext cx="74580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Creando ventanas interactiva para VetCare (Clase 5)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58707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465546" y="2920454"/>
            <a:ext cx="7260907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Adiós a la Consola Negra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82532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Los clientes del mundo real no usan comandos de texto. Es hora de darle a nuestro sistema un aspecto profesional e interactivo.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49066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Salto Visual (Swing / JavaFX)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581025" y="149066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¿Qué es una GUI?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81025" y="1995487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Una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Graphical User Interface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permite a los usuarios interactuar con el software a través de elementos visuales (botones, campos de texto, menús).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752475" y="30527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19150" y="3052762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Java Swing: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Es la biblioteca nativa y clásica de Java. Viene incluida en el JDK, por lo que no requiere descargas adicionales. ¡Ideal para empezar!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52475" y="41100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19150" y="4110037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JavaFX: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Es la alternativa moderna, más potente y basada en diseño CSS/XML, usada en software corporativo actual.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52475" y="51673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19150" y="5167312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 la Nube (JDoodle):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Los compiladores web no pueden "dibujar" ventanas. Para este corte, es obligatorio el uso de un IDE local como Apache NetBeans.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90662"/>
            <a:ext cx="52768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476375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Anatomía de una Ventana (Swing)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81025" y="1476375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Lienzo y sus Elementos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581025" y="1981200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 Java Swing, la interfaz se construye ensamblando "piezas de lego" u objetos jerárquicos: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752475" y="27336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19150" y="2733675"/>
            <a:ext cx="50387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JFrame: Es el marco principal, la "ventana" física que contiene los botones de minimizar y cerrar.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752475" y="34956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19150" y="3495675"/>
            <a:ext cx="503872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JPanel: Es un contenedor invisible (como una hoja en blanco) que se pone sobre el JFrame para organizar los elementos.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752475" y="45624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19150" y="4562475"/>
            <a:ext cx="5038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JButton: Un botón clickeable para ejecutar acciones.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752475" y="50196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19150" y="5019675"/>
            <a:ext cx="5038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JLabel: Etiquetas de texto (para títulos o indicaciones).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52475" y="54768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19150" y="5476875"/>
            <a:ext cx="50387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JTextField: Cajas donde el usuario puede escribir (ej. ID de mascota).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76375"/>
            <a:ext cx="52768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728787"/>
            <a:ext cx="5276850" cy="425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28787"/>
            <a:ext cx="5276850" cy="425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50" y="3452812"/>
            <a:ext cx="449580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3814762"/>
            <a:ext cx="4495800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Traducción a Código Java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71550" y="214788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1. Crear y Configurar el JFrame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71550" y="2652712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Para mostrar una ventana, instanciamos la clase y le damos visibilidad: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724650" y="2147887"/>
            <a:ext cx="472059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2. Agregar Componentes (JPanel y Botones)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724650" y="3014662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Las buenas prácticas dictan agrupar los botones en un Panel antes de añadirlos al Frame: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/>
        </p:nvSpPr>
        <p:spPr>
          <a:xfrm>
            <a:off x="305276" y="1980307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¿Dudas Técnicas?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381625" y="3323332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581025" y="375195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continuación: </a:t>
            </a:r>
            <a:r>
              <a:rPr b="1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Taller Guiado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81025" y="433863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Diseñaremos y programaremos el Menú Principal visual de VetCare.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