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le pega el enunciado a la IA, recibe una solución con…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 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