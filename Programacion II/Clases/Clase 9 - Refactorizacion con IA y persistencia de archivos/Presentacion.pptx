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Refactorizar es cambiar la forma interna del código sin cambiar ni un milímetro de su comportamiento externo. Si antes de tocar nada la aplicación registraba una mascota y mostraba 'Mascota registrada con ID M004', después de refactorizar tiene que registrar exactamente igual y mostrar exactamente el mismo mensaje; lo único que cambió es que el código quedó más fácil de leer y de modificar. En el sistema de la clinica el caso clásico es el manejador del botón Registrar: un método de noventa líneas que valida el nombre, convierte la edad, genera el ID consecutivo, arma la línea del CSV, abre el archivo, escribe y muestra el aviso. Refactorizarlo es partirlo en cuatro métodos con nombre propio (validar, generarId, aLineaCsv, escribirArchivo) y mover los dos últimos a una clase RepositorioMascotasCSV. Y aquí va lo que refactorizar NO es: no es agregar funcionalidades nuevas, no es corregir errores de lógica, no es cambiar de librería, no es reescribir el proyecto desde cero. Si al terminar la aplicación hace algo distinto, eso ya no fue una refactorización: fue un cambio de requisitos disfrazado, y hay que probarlo como tal. La prueba de que el refactor salió bien es aburridamente simple: correr el mismo flujo con los mismos datos y obtener las mismas salidas.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 code smell es un síntoma en el código que casi siempre anuncia un problema mayor; no es un error de compilación ni una excepción, es un olor. Los que van a aparecer sí o sí en los proyectos del sistema de la clinica son seis. Primero, el método largo: el ActionListener del botón que hace de todo. Segundo, la duplicación: el mismo bucle de búsqueda por ID copiado y pegado en el botón Buscar, en el botón Editar y en el botón Eliminar, de modo que cuando el criterio de búsqueda cambia hay que acordarse de arreglarlo en tres lugares y siempre se olvida uno. Tercero, los nombres opacos: ArrayList&lt;String[]&gt; a1, variables x, d, v, un método llamado proceso(). Cuarto, los números mágicos: un if (edad &gt; 25) sin explicación, cuando lo correcto es una constante EDAD_MAXIMA = 25 con nombre. Quinto, el catch vacío que se traga la IOException y deja al usuario creyendo que guardó. Sexto, la clase Dios: una única clase Principal que es ventana, es lista y es archivo al mismo tiempo. VS Code ayuda a atacarlos con acciones seguras: Rename Symbol (F2), y desde la bombilla o Ctrl+Shift+R los refactors «Extract Method» y «Move», que renombran o extraen actualizando todas las referencias, cosa que buscar y reemplazar a mano nunca garantiza.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Persistencia es lograr que los datos sobrevivan al proceso que los creó. Mientras la aplicación está corriendo, el ArrayList&lt;Mascota&gt; vive en la memoria RAM, que es rápida pero volátil: en el instante en que se cierra la ventana, el sistema operativo recupera esa memoria y las mascotas se pierden. Guardar en disco significa convertir cada objeto Mascota en texto y escribirlo en un archivo que queda en el computador. Un .txt es texto libre, sirve para una bitácora o un log; un .csv es texto también, pero con una estructura tabular acordada: una línea por registro, campos separados por un carácter separador y, opcionalmente, una primera línea de encabezado que documenta el orden de las columnas. Para el sistema de la clinica la línea acordada es M001;Firulais;Canino;4;1144556677 con encabezado id;nombre;especie;edad;cedula_dueno. Usamos punto y coma y no coma por dos razones muy prácticas: los nombres y las direcciones de los dueños suelen traer comas y le romperían la línea al programa, y el Excel en configuración regional de Colombia abre los archivos separados por punto y coma sin pedir nada. La ventaja enorme del CSV frente a un formato binario es que se puede abrir en el Bloc de notas y ver el dato: cuando algo falla, el estudiante ve con sus ojos si el problema está en lo que escribió o en cómo lo leyó.</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id;nombre;especie;edad;cedula_dueno</a:t>
            </a:r>
          </a:p>
          <a:p/>
          <a:p>
            <a:r>
              <a:t>M001;Fi,rulais;Canino;4;1144556677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 archivo abierto es un recurso del sistema operativo, y todo recurso hay que cerrarlo. Cuando se escribe con un BufferedWriter, el texto no viaja al disco letra por letra: se acumula en un buffer en memoria y se vuelca cuando el buffer se llena o cuando se cierra el flujo. Por eso el error más desconcertante para un principiante es este: el programa corre sin lanzar ninguna excepción, dice 'guardado', y el archivo mascotas.csv aparece con cero bytes. No se cerró el escritor y lo que estaba en el buffer nunca bajó al disco. La solución moderna es try-with-resources: se declara el recurso entre paréntesis, try (BufferedWriter salida = Files.newBufferedWriter(ruta, StandardCharsets.UTF_8)) { ... }, y Java garantiza que se llama a close() al salir del bloque, ocurra lo que ocurra, incluso si se lanzó una excepción en la mitad. Reemplaza al viejo patrón de finally con verificación de null, que casi nadie escribe bien. Además, IOException es una excepción verificada: el compilador obliga a capturarla o a declararla, y eso no es una molestia, es el lenguaje recordando que el disco puede estar lleno, el archivo puede estar abierto en Excel o la ruta puede no existir. Especificar StandardCharsets.UTF_8 no es adorno: es lo que evita que 'Ñoño' vuelva del archivo convertido en símbolos raros.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[id;nombre, M001;Firulais, M002;Michi]</a:t>
            </a:r>
          </a:p>
          <a:p/>
          <a:p>
            <a:r>
              <a:t>Crea (o sobrescribe) mascotas.csv en la carpeta donde se ejecuta.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persistencia se conecta al ciclo de vida de la aplicación en dos puntos: se carga al arrancar y se guarda al cerrar (o después de cada cambio, si se quiere ser más seguro). Cargar al arrancar significa que el main construye el repositorio, pide cargar() y solo después muestra la ventana con la tabla ya poblada. Y cargar tiene que ser defensivo, porque el archivo es del mundo real: si mascotas.csv no existe todavía, cargar() devuelve una lista vacía y la aplicación abre normalmente, no revienta con una excepción en la cara del usuario; si una línea quedó con cuatro campos en vez de cinco porque alguien la editó en el Bloc de notas, esa línea se ignora, se avisa por consola con el número de línea y las demás sí se cargan; si la edad viene como 'dos', el Integer.parseInt lanza NumberFormatException, se captura, se descarta ese registro y se sigue. La regla es que un dato malo no puede tumbar la aplicación completa. Del lado de la escritura, el detalle que muerde es la ruta: si se usa la ruta relativa "mascotas.csv", el archivo queda en el directorio de trabajo, que al ejecutar desde VS Code es la carpeta del proyecto. Por eso conviene imprimir una vez ruta.toAbsolutePath() para que el estudiante sepa dónde buscarlo en vez de jurar que el programa no guardó nada.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Sin archivo: []</a:t>
            </a:r>
          </a:p>
          <a:p/>
          <a:p>
            <a:r>
              <a:t>Con archivo: [M001]</a:t>
            </a:r>
          </a:p>
          <a:p/>
          <a:p>
            <a:r>
              <a:t>Borra y vuelve a crear mascotas.csv en la carpeta donde se ejecuta.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M001 Firulais</a:t>
            </a:r>
          </a:p>
          <a:p/>
          <a:p>
            <a:r>
              <a:t>Linea 3 ignorada: se esperaban 5 y llegaron 4</a:t>
            </a:r>
          </a:p>
          <a:p/>
          <a:p>
            <a:r>
              <a:t>null</a:t>
            </a:r>
          </a:p>
          <a:p/>
          <a:p>
            <a:r>
              <a:t>Linea 4 ignorada: la edad 'uno' no es un numero entero.</a:t>
            </a:r>
          </a:p>
          <a:p/>
          <a:p>
            <a:r>
              <a:t>null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CORRERLO: es un programa completo. Se copia entero en un archivo Main.java (o en cualquier compilador de Java en linea) y se ejecuta: no necesita la lamina anterior ni otro archivo.</a:t>
            </a:r>
          </a:p>
          <a:p/>
          <a:p>
            <a:r>
              <a:t>SALIDA ESPERADA:</a:t>
            </a:r>
          </a:p>
          <a:p/>
          <a:p>
            <a:r>
              <a:t>=== Clinica: arranque ===</a:t>
            </a:r>
          </a:p>
          <a:p/>
          <a:p>
            <a:r>
              <a:t>Leidas: 0</a:t>
            </a:r>
          </a:p>
          <a:p/>
          <a:p>
            <a:r>
              <a:t>Datos escritos en disco.</a:t>
            </a:r>
          </a:p>
          <a:p/>
          <a:p>
            <a:r>
              <a:t>=== Clinica: reapertura ===</a:t>
            </a:r>
          </a:p>
          <a:p/>
          <a:p>
            <a:r>
              <a:t>M001;Firulais</a:t>
            </a:r>
          </a:p>
          <a:p/>
          <a:p>
            <a:r>
              <a:t>M002;Michi</a:t>
            </a:r>
          </a:p>
          <a:p/>
          <a:p>
            <a:r>
              <a:t>Total: 2</a:t>
            </a:r>
          </a:p>
          <a:p/>
          <a:p>
            <a:r>
              <a:t>Borra y vuelve a crear mascotas.csv en la carpeta donde se ejecuta: por eso dos corridas seguidas dan la misma salida.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Herramienta: Visual Studio Code (Java)</a:t>
            </a:r>
          </a:p>
          <a:p/>
          <a:p>
            <a:r>
              <a:t>Demo: El docente registra una mascota, cierra la aplicación, la vuelve a abrir y la mascota sigue ahí; enseguida abre mascotas.csv en el Bloc de notas para mostrar la línea que escribió el programa.</a:t>
            </a:r>
          </a:p>
          <a:p/>
          <a:p>
            <a:r>
              <a:t>Mismo dominio de la clinica — no otro ejemplo.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9</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Refactorización con IA · Persistencia en archivos</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Que los datos del sistema de la clinica no se pierdan al cerrar la ventana</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Refactorización con IA · Persistencia en archivos — Que los datos del sistema de la clinica no se pierdan al cerrar la ventana</a:t>
            </a:r>
          </a:p>
          <a:p>
            <a:pPr>
              <a:spcAft>
                <a:spcPts val="800"/>
              </a:spcAft>
            </a:pPr>
            <a:r>
              <a:rPr sz="2000" b="0" i="0">
                <a:solidFill>
                  <a:srgbClr val="333333"/>
                </a:solidFill>
                <a:latin typeface="Calibri"/>
              </a:rPr>
              <a:t>–   Herramienta: </a:t>
            </a:r>
            <a:r>
              <a:rPr sz="2000" b="1" i="0">
                <a:solidFill>
                  <a:srgbClr val="333333"/>
                </a:solidFill>
                <a:latin typeface="Calibri"/>
              </a:rPr>
              <a:t>Visual Studio Code (Java)</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Primero el concepto, despues el codigo que lo muestra y la demo en vivo.</a:t>
            </a:r>
          </a:p>
          <a:p>
            <a:pPr>
              <a:spcAft>
                <a:spcPts val="800"/>
              </a:spcAft>
            </a:pPr>
            <a:r>
              <a:rPr sz="2000" b="0" i="0">
                <a:solidFill>
                  <a:srgbClr val="333333"/>
                </a:solidFill>
                <a:latin typeface="Calibri"/>
              </a:rPr>
              <a:t>–   Todo con el mismo dominio: una clinica veterinaria.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 de la clase anterior</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el tema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sobre el codigo de la demo</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Repaso de conceptos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Refactorizar: misma conducta, mejor forma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factor-misma-salid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refactor-misma-salid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refactor-misma-salid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Cambiar la forma interna del código sin cambiar su comportamiento externo.</a:t>
            </a:r>
          </a:p>
          <a:p>
            <a:pPr>
              <a:spcAft>
                <a:spcPts val="800"/>
              </a:spcAft>
            </a:pPr>
            <a:r>
              <a:rPr sz="2000" b="0" i="0">
                <a:solidFill>
                  <a:srgbClr val="333333"/>
                </a:solidFill>
                <a:latin typeface="Calibri"/>
              </a:rPr>
              <a:t>–   Ejemplo: un manejador de 90 líneas se parte en validar, generarId, aLineaCsv y escribirArchivo.</a:t>
            </a:r>
          </a:p>
          <a:p>
            <a:pPr>
              <a:spcAft>
                <a:spcPts val="800"/>
              </a:spcAft>
            </a:pPr>
            <a:r>
              <a:rPr sz="2000" b="0" i="0">
                <a:solidFill>
                  <a:srgbClr val="333333"/>
                </a:solidFill>
                <a:latin typeface="Calibri"/>
              </a:rPr>
              <a:t>–   No es agregar funciones, corregir lógica ni reescribir desde cero.</a:t>
            </a:r>
          </a:p>
          <a:p>
            <a:pPr>
              <a:spcAft>
                <a:spcPts val="800"/>
              </a:spcAft>
            </a:pPr>
            <a:r>
              <a:rPr sz="2000" b="0" i="0">
                <a:solidFill>
                  <a:srgbClr val="333333"/>
                </a:solidFill>
                <a:latin typeface="Calibri"/>
              </a:rPr>
              <a:t>–   Prueba: el mismo flujo con los mismos datos da las mismas salidas.</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Code smells: los olores del código</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smells-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Método largo, duplicación y nombres opacos (a1, x, proceso()).</a:t>
            </a:r>
          </a:p>
          <a:p>
            <a:pPr>
              <a:spcAft>
                <a:spcPts val="800"/>
              </a:spcAft>
            </a:pPr>
            <a:r>
              <a:rPr sz="2000" b="0" i="0">
                <a:solidFill>
                  <a:srgbClr val="333333"/>
                </a:solidFill>
                <a:latin typeface="Calibri"/>
              </a:rPr>
              <a:t>–   Números mágicos: if (edad &gt; 25) en vez de la constante EDAD_MAXIMA.</a:t>
            </a:r>
          </a:p>
          <a:p>
            <a:pPr>
              <a:spcAft>
                <a:spcPts val="800"/>
              </a:spcAft>
            </a:pPr>
            <a:r>
              <a:rPr sz="2000" b="0" i="0">
                <a:solidFill>
                  <a:srgbClr val="333333"/>
                </a:solidFill>
                <a:latin typeface="Calibri"/>
              </a:rPr>
              <a:t>–   El catch vacío y la clase Dios que es ventana, lista y archivo a la vez.</a:t>
            </a:r>
          </a:p>
          <a:p>
            <a:pPr>
              <a:spcAft>
                <a:spcPts val="800"/>
              </a:spcAft>
            </a:pPr>
            <a:r>
              <a:rPr sz="2000" b="0" i="0">
                <a:solidFill>
                  <a:srgbClr val="333333"/>
                </a:solidFill>
                <a:latin typeface="Calibri"/>
              </a:rPr>
              <a:t>–   VS Code los ataca seguro: Rename Symbol (F2), Extract Method y Move.</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Persistencia: datos que sobreviven</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am-a-disc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ram-a-disc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ram-a-disc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lista vive en RAM: al cerrar la ventana, las mascotas se pierden.</a:t>
            </a:r>
          </a:p>
          <a:p>
            <a:pPr>
              <a:spcAft>
                <a:spcPts val="800"/>
              </a:spcAft>
            </a:pPr>
            <a:r>
              <a:rPr sz="2000" b="0" i="0">
                <a:solidFill>
                  <a:srgbClr val="333333"/>
                </a:solidFill>
                <a:latin typeface="Calibri"/>
              </a:rPr>
              <a:t>–   Persistir es convertir cada objeto en texto y escribirlo en un archivo.</a:t>
            </a:r>
          </a:p>
          <a:p>
            <a:pPr>
              <a:spcAft>
                <a:spcPts val="800"/>
              </a:spcAft>
            </a:pPr>
            <a:r>
              <a:rPr sz="2000" b="0" i="0">
                <a:solidFill>
                  <a:srgbClr val="333333"/>
                </a:solidFill>
                <a:latin typeface="Calibri"/>
              </a:rPr>
              <a:t>–   CSV: una línea por registro y un separador; aquí id;nombre;especie;edad;cedula_dueno.</a:t>
            </a:r>
          </a:p>
          <a:p>
            <a:pPr>
              <a:spcAft>
                <a:spcPts val="800"/>
              </a:spcAft>
            </a:pPr>
            <a:r>
              <a:rPr sz="2000" b="0" i="0">
                <a:solidFill>
                  <a:srgbClr val="333333"/>
                </a:solidFill>
                <a:latin typeface="Calibri"/>
              </a:rPr>
              <a:t>–   Punto y coma porque los nombres traen comas; y el CSV se puede abrir y leer.</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contrato del CSV en código</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1</a:t>
            </a:r>
          </a:p>
          <a:p>
            <a:pPr algn="r">
              <a:spcAft>
                <a:spcPts val="71"/>
              </a:spcAft>
            </a:pPr>
            <a:r>
              <a:rPr sz="1000" i="0" b="0">
                <a:solidFill>
                  <a:srgbClr val="858585"/>
                </a:solidFill>
                <a:latin typeface="Consolas"/>
              </a:rPr>
              <a:t>2</a:t>
            </a:r>
          </a:p>
          <a:p>
            <a:pPr algn="r">
              <a:spcAft>
                <a:spcPts val="71"/>
              </a:spcAft>
            </a:pPr>
            <a:r>
              <a:rPr sz="1000" i="0" b="0">
                <a:solidFill>
                  <a:srgbClr val="858585"/>
                </a:solidFill>
                <a:latin typeface="Consolas"/>
              </a:rPr>
              <a:t>3</a:t>
            </a:r>
          </a:p>
          <a:p>
            <a:pPr algn="r">
              <a:spcAft>
                <a:spcPts val="71"/>
              </a:spcAft>
            </a:pPr>
            <a:r>
              <a:rPr sz="1000" i="0" b="0">
                <a:solidFill>
                  <a:srgbClr val="858585"/>
                </a:solidFill>
                <a:latin typeface="Consolas"/>
              </a:rPr>
              <a:t>4</a:t>
            </a:r>
          </a:p>
          <a:p>
            <a:pPr algn="r">
              <a:spcAft>
                <a:spcPts val="71"/>
              </a:spcAft>
            </a:pPr>
            <a:r>
              <a:rPr sz="1000" i="0" b="0">
                <a:solidFill>
                  <a:srgbClr val="858585"/>
                </a:solidFill>
                <a:latin typeface="Consolas"/>
              </a:rPr>
              <a:t>5</a:t>
            </a:r>
          </a:p>
          <a:p>
            <a:pPr algn="r">
              <a:spcAft>
                <a:spcPts val="71"/>
              </a:spcAft>
            </a:pPr>
            <a:r>
              <a:rPr sz="1000" i="0" b="0">
                <a:solidFill>
                  <a:srgbClr val="858585"/>
                </a:solidFill>
                <a:latin typeface="Consolas"/>
              </a:rPr>
              <a:t>6</a:t>
            </a:r>
          </a:p>
          <a:p>
            <a:pPr algn="r">
              <a:spcAft>
                <a:spcPts val="71"/>
              </a:spcAft>
            </a:pPr>
            <a:r>
              <a:rPr sz="1000" i="0" b="0">
                <a:solidFill>
                  <a:srgbClr val="858585"/>
                </a:solidFill>
                <a:latin typeface="Consolas"/>
              </a:rPr>
              <a:t>7</a:t>
            </a:r>
          </a:p>
          <a:p>
            <a:pPr algn="r">
              <a:spcAft>
                <a:spcPts val="71"/>
              </a:spcAft>
            </a:pPr>
            <a:r>
              <a:rPr sz="1000" i="0" b="0">
                <a:solidFill>
                  <a:srgbClr val="858585"/>
                </a:solidFill>
                <a:latin typeface="Consolas"/>
              </a:rPr>
              <a:t>8</a:t>
            </a:r>
          </a:p>
          <a:p>
            <a:pPr algn="r">
              <a:spcAft>
                <a:spcPts val="71"/>
              </a:spcAft>
            </a:pPr>
            <a:r>
              <a:rPr sz="1000" i="0" b="0">
                <a:solidFill>
                  <a:srgbClr val="858585"/>
                </a:solidFill>
                <a:latin typeface="Consolas"/>
              </a:rPr>
              <a:t>9</a:t>
            </a:r>
          </a:p>
          <a:p>
            <a:pPr algn="r">
              <a:spcAft>
                <a:spcPts val="71"/>
              </a:spcAft>
            </a:pPr>
            <a:r>
              <a:rPr sz="1000" i="0" b="0">
                <a:solidFill>
                  <a:srgbClr val="858585"/>
                </a:solidFill>
                <a:latin typeface="Consolas"/>
              </a:rPr>
              <a:t>10</a:t>
            </a:r>
          </a:p>
          <a:p>
            <a:pPr algn="r">
              <a:spcAft>
                <a:spcPts val="71"/>
              </a:spcAft>
            </a:pPr>
            <a:r>
              <a:rPr sz="1000" i="0" b="0">
                <a:solidFill>
                  <a:srgbClr val="858585"/>
                </a:solidFill>
                <a:latin typeface="Consolas"/>
              </a:rPr>
              <a:t>11</a:t>
            </a:r>
          </a:p>
          <a:p>
            <a:pPr algn="r">
              <a:spcAft>
                <a:spcPts val="71"/>
              </a:spcAft>
            </a:pPr>
            <a:r>
              <a:rPr sz="1000" i="0" b="0">
                <a:solidFill>
                  <a:srgbClr val="858585"/>
                </a:solidFill>
                <a:latin typeface="Consolas"/>
              </a:rPr>
              <a:t>12</a:t>
            </a:r>
          </a:p>
          <a:p>
            <a:pPr algn="r">
              <a:spcAft>
                <a:spcPts val="71"/>
              </a:spcAft>
            </a:pPr>
            <a:r>
              <a:rPr sz="1000" i="0" b="0">
                <a:solidFill>
                  <a:srgbClr val="858585"/>
                </a:solidFill>
                <a:latin typeface="Consolas"/>
              </a:rPr>
              <a:t>13</a:t>
            </a:r>
          </a:p>
          <a:p>
            <a:pPr algn="r">
              <a:spcAft>
                <a:spcPts val="71"/>
              </a:spcAft>
            </a:pPr>
            <a:r>
              <a:rPr sz="1000" i="0" b="0">
                <a:solidFill>
                  <a:srgbClr val="858585"/>
                </a:solidFill>
                <a:latin typeface="Consolas"/>
              </a:rPr>
              <a:t>14</a:t>
            </a:r>
          </a:p>
          <a:p>
            <a:pPr algn="r">
              <a:spcAft>
                <a:spcPts val="71"/>
              </a:spcAft>
            </a:pPr>
            <a:r>
              <a:rPr sz="1000" i="0" b="0">
                <a:solidFill>
                  <a:srgbClr val="858585"/>
                </a:solidFill>
                <a:latin typeface="Consolas"/>
              </a:rPr>
              <a:t>15</a:t>
            </a:r>
          </a:p>
          <a:p>
            <a:pPr algn="r">
              <a:spcAft>
                <a:spcPts val="71"/>
              </a:spcAft>
            </a:pPr>
            <a:r>
              <a:rPr sz="1000" i="0" b="0">
                <a:solidFill>
                  <a:srgbClr val="858585"/>
                </a:solidFill>
                <a:latin typeface="Consolas"/>
              </a:rPr>
              <a:t>16</a:t>
            </a:r>
          </a:p>
          <a:p>
            <a:pPr algn="r">
              <a:spcAft>
                <a:spcPts val="71"/>
              </a:spcAft>
            </a:pPr>
            <a:r>
              <a:rPr sz="1000" i="0" b="0">
                <a:solidFill>
                  <a:srgbClr val="858585"/>
                </a:solidFill>
                <a:latin typeface="Consolas"/>
              </a:rPr>
              <a:t>17</a:t>
            </a:r>
          </a:p>
          <a:p>
            <a:pPr algn="r">
              <a:spcAft>
                <a:spcPts val="71"/>
              </a:spcAft>
            </a:pPr>
            <a:r>
              <a:rPr sz="1000" i="0" b="0">
                <a:solidFill>
                  <a:srgbClr val="858585"/>
                </a:solidFill>
                <a:latin typeface="Consolas"/>
              </a:rPr>
              <a:t>18</a:t>
            </a:r>
          </a:p>
          <a:p>
            <a:pPr algn="r">
              <a:spcAft>
                <a:spcPts val="71"/>
              </a:spcAft>
            </a:pPr>
            <a:r>
              <a:rPr sz="1000" i="0" b="0">
                <a:solidFill>
                  <a:srgbClr val="858585"/>
                </a:solidFill>
                <a:latin typeface="Consolas"/>
              </a:rPr>
              <a:t>19</a:t>
            </a:r>
          </a:p>
          <a:p>
            <a:pPr algn="r">
              <a:spcAft>
                <a:spcPts val="71"/>
              </a:spcAft>
            </a:pPr>
            <a:r>
              <a:rPr sz="1000" i="0" b="0">
                <a:solidFill>
                  <a:srgbClr val="858585"/>
                </a:solidFill>
                <a:latin typeface="Consolas"/>
              </a:rPr>
              <a:t>20</a:t>
            </a:r>
          </a:p>
          <a:p>
            <a:pPr algn="r">
              <a:spcAft>
                <a:spcPts val="71"/>
              </a:spcAft>
            </a:pPr>
            <a:r>
              <a:rPr sz="1000" i="0" b="0">
                <a:solidFill>
                  <a:srgbClr val="858585"/>
                </a:solidFill>
                <a:latin typeface="Consolas"/>
              </a:rPr>
              <a:t>21</a:t>
            </a:r>
          </a:p>
          <a:p>
            <a:pPr algn="r">
              <a:spcAft>
                <a:spcPts val="71"/>
              </a:spcAft>
            </a:pPr>
            <a:r>
              <a:rPr sz="1000" i="0" b="0">
                <a:solidFill>
                  <a:srgbClr val="858585"/>
                </a:solidFill>
                <a:latin typeface="Consolas"/>
              </a:rPr>
              <a:t>22</a:t>
            </a:r>
          </a:p>
          <a:p>
            <a:pPr algn="r">
              <a:spcAft>
                <a:spcPts val="71"/>
              </a:spcAft>
            </a:pPr>
            <a:r>
              <a:rPr sz="1000" i="0" b="0">
                <a:solidFill>
                  <a:srgbClr val="858585"/>
                </a:solidFill>
                <a:latin typeface="Consolas"/>
              </a:rPr>
              <a:t>23</a:t>
            </a:r>
          </a:p>
          <a:p>
            <a:pPr algn="r">
              <a:spcAft>
                <a:spcPts val="71"/>
              </a:spcAft>
            </a:pPr>
            <a:r>
              <a:rPr sz="1000" i="0" b="0">
                <a:solidFill>
                  <a:srgbClr val="858585"/>
                </a:solidFill>
                <a:latin typeface="Consolas"/>
              </a:rPr>
              <a:t>24</a:t>
            </a:r>
          </a:p>
          <a:p>
            <a:pPr algn="r">
              <a:spcAft>
                <a:spcPts val="71"/>
              </a:spcAft>
            </a:pPr>
            <a:r>
              <a:rPr sz="1000" i="0" b="0">
                <a:solidFill>
                  <a:srgbClr val="858585"/>
                </a:solidFill>
                <a:latin typeface="Consolas"/>
              </a:rPr>
              <a:t>25</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Main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main</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args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4D4D4"/>
                </a:solidFill>
                <a:latin typeface="Consolas"/>
              </a:rPr>
              <a:t>RepositorioMascotasCSV</a:t>
            </a:r>
            <a:r>
              <a:rPr sz="1000" i="0" b="0">
                <a:solidFill>
                  <a:srgbClr val="D4D4D4"/>
                </a:solidFill>
                <a:latin typeface="Consolas"/>
              </a:rPr>
              <a:t> </a:t>
            </a:r>
            <a:r>
              <a:rPr sz="1000" i="0" b="0">
                <a:solidFill>
                  <a:srgbClr val="D4D4D4"/>
                </a:solidFill>
                <a:latin typeface="Consolas"/>
              </a:rPr>
              <a:t>repo</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RepositorioMascotasCSV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Mascota</a:t>
            </a:r>
            <a:r>
              <a:rPr sz="1000" i="0" b="0">
                <a:solidFill>
                  <a:srgbClr val="D4D4D4"/>
                </a:solidFill>
                <a:latin typeface="Consolas"/>
              </a:rPr>
              <a:t> </a:t>
            </a:r>
            <a:r>
              <a:rPr sz="1000" i="0" b="0">
                <a:solidFill>
                  <a:srgbClr val="D4D4D4"/>
                </a:solidFill>
                <a:latin typeface="Consolas"/>
              </a:rPr>
              <a:t>m</a:t>
            </a:r>
            <a:r>
              <a:rPr sz="1000" i="0" b="0">
                <a:solidFill>
                  <a:srgbClr val="D4D4D4"/>
                </a:solidFill>
                <a:latin typeface="Consolas"/>
              </a:rPr>
              <a:t> =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Mascota</a:t>
            </a:r>
            <a:r>
              <a:rPr sz="1000" i="0" b="0">
                <a:solidFill>
                  <a:srgbClr val="D4D4D4"/>
                </a:solidFill>
                <a:latin typeface="Consolas"/>
              </a:rPr>
              <a:t>(</a:t>
            </a:r>
            <a:r>
              <a:rPr sz="1000" i="0" b="0">
                <a:solidFill>
                  <a:srgbClr val="CE9178"/>
                </a:solidFill>
                <a:latin typeface="Consolas"/>
              </a:rPr>
              <a:t>"M001"</a:t>
            </a:r>
            <a:r>
              <a:rPr sz="1000" i="0" b="0">
                <a:solidFill>
                  <a:srgbClr val="D4D4D4"/>
                </a:solidFill>
                <a:latin typeface="Consolas"/>
              </a:rPr>
              <a:t>, </a:t>
            </a:r>
            <a:r>
              <a:rPr sz="1000" i="0" b="0">
                <a:solidFill>
                  <a:srgbClr val="CE9178"/>
                </a:solidFill>
                <a:latin typeface="Consolas"/>
              </a:rPr>
              <a:t>"Fi;rulais"</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"Canino"</a:t>
            </a:r>
            <a:r>
              <a:rPr sz="1000" i="0" b="0">
                <a:solidFill>
                  <a:srgbClr val="D4D4D4"/>
                </a:solidFill>
                <a:latin typeface="Consolas"/>
              </a:rPr>
              <a:t>, </a:t>
            </a:r>
            <a:r>
              <a:rPr sz="1000" i="0" b="0">
                <a:solidFill>
                  <a:srgbClr val="B5CEA8"/>
                </a:solidFill>
                <a:latin typeface="Consolas"/>
              </a:rPr>
              <a:t>4</a:t>
            </a:r>
            <a:r>
              <a:rPr sz="1000" i="0" b="0">
                <a:solidFill>
                  <a:srgbClr val="D4D4D4"/>
                </a:solidFill>
                <a:latin typeface="Consolas"/>
              </a:rPr>
              <a:t>, </a:t>
            </a:r>
            <a:r>
              <a:rPr sz="1000" i="0" b="0">
                <a:solidFill>
                  <a:srgbClr val="CE9178"/>
                </a:solidFill>
                <a:latin typeface="Consolas"/>
              </a:rPr>
              <a:t>"1144556677"</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RepositorioMascotasCSV</a:t>
            </a:r>
            <a:r>
              <a:rPr sz="1000" i="0" b="0">
                <a:solidFill>
                  <a:srgbClr val="D4D4D4"/>
                </a:solidFill>
                <a:latin typeface="Consolas"/>
              </a:rPr>
              <a:t>.</a:t>
            </a:r>
            <a:r>
              <a:rPr sz="1000" i="0" b="0">
                <a:solidFill>
                  <a:srgbClr val="D4D4D4"/>
                </a:solidFill>
                <a:latin typeface="Consolas"/>
              </a:rPr>
              <a:t>ENCABEZADO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DCDCAA"/>
                </a:solidFill>
                <a:latin typeface="Consolas"/>
              </a:rPr>
              <a:t>repo.aLinea</a:t>
            </a:r>
            <a:r>
              <a:rPr sz="1000" i="0" b="0">
                <a:solidFill>
                  <a:srgbClr val="D4D4D4"/>
                </a:solidFill>
                <a:latin typeface="Consolas"/>
              </a:rPr>
              <a:t>(</a:t>
            </a:r>
            <a:r>
              <a:rPr sz="1000" i="0" b="0">
                <a:solidFill>
                  <a:srgbClr val="D4D4D4"/>
                </a:solidFill>
                <a:latin typeface="Consolas"/>
              </a:rPr>
              <a:t>m</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a:p>
            <a:pPr>
              <a:spcAft>
                <a:spcPts val="71"/>
              </a:spcAft>
            </a:pPr>
            <a:r>
              <a:rPr sz="1000" i="0" b="0">
                <a:solidFill>
                  <a:srgbClr val="D4D4D4"/>
                </a:solidFill>
                <a:latin typeface="Consolas"/>
              </a:rPr>
              <a:t/>
            </a:r>
          </a:p>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RepositorioMascotasCSV</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SEPARADOR</a:t>
            </a:r>
            <a:r>
              <a:rPr sz="1000" i="0" b="0">
                <a:solidFill>
                  <a:srgbClr val="D4D4D4"/>
                </a:solidFill>
                <a:latin typeface="Consolas"/>
              </a:rPr>
              <a:t> = </a:t>
            </a:r>
            <a:r>
              <a:rPr sz="1000" i="0" b="0">
                <a:solidFill>
                  <a:srgbClr val="CE9178"/>
                </a:solidFill>
                <a:latin typeface="Consolas"/>
              </a:rPr>
              <a:t>";"</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ENCABEZADO</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CE9178"/>
                </a:solidFill>
                <a:latin typeface="Consolas"/>
              </a:rPr>
              <a:t>"id;nombre;especie;edad;cedula_dueno"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4D4D4"/>
                </a:solidFill>
                <a:latin typeface="Consolas"/>
              </a:rPr>
              <a:t>CAMPOS_ESPERADOS</a:t>
            </a:r>
            <a:r>
              <a:rPr sz="1000" i="0" b="0">
                <a:solidFill>
                  <a:srgbClr val="D4D4D4"/>
                </a:solidFill>
                <a:latin typeface="Consolas"/>
              </a:rPr>
              <a:t> = </a:t>
            </a:r>
            <a:r>
              <a:rPr sz="1000" i="0" b="0">
                <a:solidFill>
                  <a:srgbClr val="B5CEA8"/>
                </a:solidFill>
                <a:latin typeface="Consolas"/>
              </a:rPr>
              <a:t>5</a:t>
            </a:r>
            <a:r>
              <a:rPr sz="1000" i="0" b="0">
                <a:solidFill>
                  <a:srgbClr val="D4D4D4"/>
                </a:solidFill>
                <a:latin typeface="Consolas"/>
              </a:rPr>
              <a:t>;</a:t>
            </a:r>
          </a:p>
          <a:p>
            <a:pPr>
              <a:spcAft>
                <a:spcPts val="71"/>
              </a:spcAft>
            </a:pPr>
            <a:r>
              <a:rPr sz="1000" i="0" b="0">
                <a:solidFill>
                  <a:srgbClr val="D4D4D4"/>
                </a:solidFill>
                <a:latin typeface="Consolas"/>
              </a:rPr>
              <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aLinea</a:t>
            </a:r>
            <a:r>
              <a:rPr sz="1000" i="0" b="0">
                <a:solidFill>
                  <a:srgbClr val="D4D4D4"/>
                </a:solidFill>
                <a:latin typeface="Consolas"/>
              </a:rPr>
              <a:t>(</a:t>
            </a:r>
            <a:r>
              <a:rPr sz="1000" i="0" b="0">
                <a:solidFill>
                  <a:srgbClr val="D4D4D4"/>
                </a:solidFill>
                <a:latin typeface="Consolas"/>
              </a:rPr>
              <a:t>Mascota</a:t>
            </a:r>
            <a:r>
              <a:rPr sz="1000" i="0" b="0">
                <a:solidFill>
                  <a:srgbClr val="D4D4D4"/>
                </a:solidFill>
                <a:latin typeface="Consolas"/>
              </a:rPr>
              <a:t> </a:t>
            </a:r>
            <a:r>
              <a:rPr sz="1000" i="0" b="0">
                <a:solidFill>
                  <a:srgbClr val="D4D4D4"/>
                </a:solidFill>
                <a:latin typeface="Consolas"/>
              </a:rPr>
              <a:t>m</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DCDCAA"/>
                </a:solidFill>
                <a:latin typeface="Consolas"/>
              </a:rPr>
              <a:t>limpiar</a:t>
            </a:r>
            <a:r>
              <a:rPr sz="1000" i="0" b="0">
                <a:solidFill>
                  <a:srgbClr val="D4D4D4"/>
                </a:solidFill>
                <a:latin typeface="Consolas"/>
              </a:rPr>
              <a:t>(</a:t>
            </a:r>
            <a:r>
              <a:rPr sz="1000" i="0" b="0">
                <a:solidFill>
                  <a:srgbClr val="DCDCAA"/>
                </a:solidFill>
                <a:latin typeface="Consolas"/>
              </a:rPr>
              <a:t>m.getId</a:t>
            </a:r>
            <a:r>
              <a:rPr sz="1000" i="0" b="0">
                <a:solidFill>
                  <a:srgbClr val="D4D4D4"/>
                </a:solidFill>
                <a:latin typeface="Consolas"/>
              </a:rPr>
              <a:t>()) + </a:t>
            </a:r>
            <a:r>
              <a:rPr sz="1000" i="0" b="0">
                <a:solidFill>
                  <a:srgbClr val="D4D4D4"/>
                </a:solidFill>
                <a:latin typeface="Consolas"/>
              </a:rPr>
              <a:t>SEPARADOR</a:t>
            </a:r>
          </a:p>
          <a:p>
            <a:pPr>
              <a:spcAft>
                <a:spcPts val="71"/>
              </a:spcAft>
            </a:pPr>
            <a:r>
              <a:rPr sz="1000" i="0" b="0">
                <a:solidFill>
                  <a:srgbClr val="D4D4D4"/>
                </a:solidFill>
                <a:latin typeface="Consolas"/>
              </a:rPr>
              <a:t>                + </a:t>
            </a:r>
            <a:r>
              <a:rPr sz="1000" i="0" b="0">
                <a:solidFill>
                  <a:srgbClr val="DCDCAA"/>
                </a:solidFill>
                <a:latin typeface="Consolas"/>
              </a:rPr>
              <a:t>limpiar</a:t>
            </a:r>
            <a:r>
              <a:rPr sz="1000" i="0" b="0">
                <a:solidFill>
                  <a:srgbClr val="D4D4D4"/>
                </a:solidFill>
                <a:latin typeface="Consolas"/>
              </a:rPr>
              <a:t>(</a:t>
            </a:r>
            <a:r>
              <a:rPr sz="1000" i="0" b="0">
                <a:solidFill>
                  <a:srgbClr val="DCDCAA"/>
                </a:solidFill>
                <a:latin typeface="Consolas"/>
              </a:rPr>
              <a:t>m.getNombre</a:t>
            </a:r>
            <a:r>
              <a:rPr sz="1000" i="0" b="0">
                <a:solidFill>
                  <a:srgbClr val="D4D4D4"/>
                </a:solidFill>
                <a:latin typeface="Consolas"/>
              </a:rPr>
              <a:t>()) + </a:t>
            </a:r>
            <a:r>
              <a:rPr sz="1000" i="0" b="0">
                <a:solidFill>
                  <a:srgbClr val="D4D4D4"/>
                </a:solidFill>
                <a:latin typeface="Consolas"/>
              </a:rPr>
              <a:t>SEPARADOR</a:t>
            </a:r>
          </a:p>
          <a:p>
            <a:pPr>
              <a:spcAft>
                <a:spcPts val="71"/>
              </a:spcAft>
            </a:pPr>
            <a:r>
              <a:rPr sz="1000" i="0" b="0">
                <a:solidFill>
                  <a:srgbClr val="D4D4D4"/>
                </a:solidFill>
                <a:latin typeface="Consolas"/>
              </a:rPr>
              <a:t>                + </a:t>
            </a:r>
            <a:r>
              <a:rPr sz="1000" i="0" b="0">
                <a:solidFill>
                  <a:srgbClr val="DCDCAA"/>
                </a:solidFill>
                <a:latin typeface="Consolas"/>
              </a:rPr>
              <a:t>limpiar</a:t>
            </a:r>
            <a:r>
              <a:rPr sz="1000" i="0" b="0">
                <a:solidFill>
                  <a:srgbClr val="D4D4D4"/>
                </a:solidFill>
                <a:latin typeface="Consolas"/>
              </a:rPr>
              <a:t>(</a:t>
            </a:r>
            <a:r>
              <a:rPr sz="1000" i="0" b="0">
                <a:solidFill>
                  <a:srgbClr val="DCDCAA"/>
                </a:solidFill>
                <a:latin typeface="Consolas"/>
              </a:rPr>
              <a:t>m.getEspecie</a:t>
            </a:r>
            <a:r>
              <a:rPr sz="1000" i="0" b="0">
                <a:solidFill>
                  <a:srgbClr val="D4D4D4"/>
                </a:solidFill>
                <a:latin typeface="Consolas"/>
              </a:rPr>
              <a:t>()) + </a:t>
            </a:r>
            <a:r>
              <a:rPr sz="1000" i="0" b="0">
                <a:solidFill>
                  <a:srgbClr val="D4D4D4"/>
                </a:solidFill>
                <a:latin typeface="Consolas"/>
              </a:rPr>
              <a:t>SEPARADOR</a:t>
            </a:r>
          </a:p>
          <a:p>
            <a:pPr>
              <a:spcAft>
                <a:spcPts val="71"/>
              </a:spcAft>
            </a:pPr>
            <a:r>
              <a:rPr sz="1000" i="0" b="0">
                <a:solidFill>
                  <a:srgbClr val="D4D4D4"/>
                </a:solidFill>
                <a:latin typeface="Consolas"/>
              </a:rPr>
              <a:t>                + </a:t>
            </a:r>
            <a:r>
              <a:rPr sz="1000" i="0" b="0">
                <a:solidFill>
                  <a:srgbClr val="DCDCAA"/>
                </a:solidFill>
                <a:latin typeface="Consolas"/>
              </a:rPr>
              <a:t>m.getEdad</a:t>
            </a:r>
            <a:r>
              <a:rPr sz="1000" i="0" b="0">
                <a:solidFill>
                  <a:srgbClr val="D4D4D4"/>
                </a:solidFill>
                <a:latin typeface="Consolas"/>
              </a:rPr>
              <a:t>() + </a:t>
            </a:r>
            <a:r>
              <a:rPr sz="1000" i="0" b="0">
                <a:solidFill>
                  <a:srgbClr val="D4D4D4"/>
                </a:solidFill>
                <a:latin typeface="Consolas"/>
              </a:rPr>
              <a:t>SEPARADOR</a:t>
            </a:r>
          </a:p>
          <a:p>
            <a:pPr>
              <a:spcAft>
                <a:spcPts val="71"/>
              </a:spcAft>
            </a:pPr>
            <a:r>
              <a:rPr sz="1000" i="0" b="0">
                <a:solidFill>
                  <a:srgbClr val="D4D4D4"/>
                </a:solidFill>
                <a:latin typeface="Consolas"/>
              </a:rPr>
              <a:t>                + </a:t>
            </a:r>
            <a:r>
              <a:rPr sz="1000" i="0" b="0">
                <a:solidFill>
                  <a:srgbClr val="DCDCAA"/>
                </a:solidFill>
                <a:latin typeface="Consolas"/>
              </a:rPr>
              <a:t>limpiar</a:t>
            </a:r>
            <a:r>
              <a:rPr sz="1000" i="0" b="0">
                <a:solidFill>
                  <a:srgbClr val="D4D4D4"/>
                </a:solidFill>
                <a:latin typeface="Consolas"/>
              </a:rPr>
              <a:t>(</a:t>
            </a:r>
            <a:r>
              <a:rPr sz="1000" i="0" b="0">
                <a:solidFill>
                  <a:srgbClr val="DCDCAA"/>
                </a:solidFill>
                <a:latin typeface="Consolas"/>
              </a:rPr>
              <a:t>m.getCedulaDueno</a:t>
            </a:r>
            <a:r>
              <a:rPr sz="1000" i="0" b="0">
                <a:solidFill>
                  <a:srgbClr val="D4D4D4"/>
                </a:solidFill>
                <a:latin typeface="Consolas"/>
              </a:rPr>
              <a:t>());</a:t>
            </a:r>
          </a:p>
          <a:p>
            <a:pPr>
              <a:spcAft>
                <a:spcPts val="71"/>
              </a:spcAft>
            </a:pPr>
            <a:r>
              <a:rPr sz="1000" i="0" b="0">
                <a:solidFill>
                  <a:srgbClr val="D4D4D4"/>
                </a:solidFill>
                <a:latin typeface="Consolas"/>
              </a:rPr>
              <a:t>    }</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26</a:t>
            </a:r>
          </a:p>
          <a:p>
            <a:pPr algn="r">
              <a:spcAft>
                <a:spcPts val="71"/>
              </a:spcAft>
            </a:pPr>
            <a:r>
              <a:rPr sz="1000" i="0" b="0">
                <a:solidFill>
                  <a:srgbClr val="858585"/>
                </a:solidFill>
                <a:latin typeface="Consolas"/>
              </a:rPr>
              <a:t>27</a:t>
            </a:r>
          </a:p>
          <a:p>
            <a:pPr algn="r">
              <a:spcAft>
                <a:spcPts val="71"/>
              </a:spcAft>
            </a:pPr>
            <a:r>
              <a:rPr sz="1000" i="0" b="0">
                <a:solidFill>
                  <a:srgbClr val="858585"/>
                </a:solidFill>
                <a:latin typeface="Consolas"/>
              </a:rPr>
              <a:t>28</a:t>
            </a:r>
          </a:p>
          <a:p>
            <a:pPr algn="r">
              <a:spcAft>
                <a:spcPts val="71"/>
              </a:spcAft>
            </a:pPr>
            <a:r>
              <a:rPr sz="1000" i="0" b="0">
                <a:solidFill>
                  <a:srgbClr val="858585"/>
                </a:solidFill>
                <a:latin typeface="Consolas"/>
              </a:rPr>
              <a:t>29</a:t>
            </a:r>
          </a:p>
          <a:p>
            <a:pPr algn="r">
              <a:spcAft>
                <a:spcPts val="71"/>
              </a:spcAft>
            </a:pPr>
            <a:r>
              <a:rPr sz="1000" i="0" b="0">
                <a:solidFill>
                  <a:srgbClr val="858585"/>
                </a:solidFill>
                <a:latin typeface="Consolas"/>
              </a:rPr>
              <a:t>30</a:t>
            </a:r>
          </a:p>
          <a:p>
            <a:pPr algn="r">
              <a:spcAft>
                <a:spcPts val="71"/>
              </a:spcAft>
            </a:pPr>
            <a:r>
              <a:rPr sz="1000" i="0" b="0">
                <a:solidFill>
                  <a:srgbClr val="858585"/>
                </a:solidFill>
                <a:latin typeface="Consolas"/>
              </a:rPr>
              <a:t>31</a:t>
            </a:r>
          </a:p>
          <a:p>
            <a:pPr algn="r">
              <a:spcAft>
                <a:spcPts val="71"/>
              </a:spcAft>
            </a:pPr>
            <a:r>
              <a:rPr sz="1000" i="0" b="0">
                <a:solidFill>
                  <a:srgbClr val="858585"/>
                </a:solidFill>
                <a:latin typeface="Consolas"/>
              </a:rPr>
              <a:t>32</a:t>
            </a:r>
          </a:p>
          <a:p>
            <a:pPr algn="r">
              <a:spcAft>
                <a:spcPts val="71"/>
              </a:spcAft>
            </a:pPr>
            <a:r>
              <a:rPr sz="1000" i="0" b="0">
                <a:solidFill>
                  <a:srgbClr val="858585"/>
                </a:solidFill>
                <a:latin typeface="Consolas"/>
              </a:rPr>
              <a:t>33</a:t>
            </a:r>
          </a:p>
          <a:p>
            <a:pPr algn="r">
              <a:spcAft>
                <a:spcPts val="71"/>
              </a:spcAft>
            </a:pPr>
            <a:r>
              <a:rPr sz="1000" i="0" b="0">
                <a:solidFill>
                  <a:srgbClr val="858585"/>
                </a:solidFill>
                <a:latin typeface="Consolas"/>
              </a:rPr>
              <a:t>34</a:t>
            </a:r>
          </a:p>
          <a:p>
            <a:pPr algn="r">
              <a:spcAft>
                <a:spcPts val="71"/>
              </a:spcAft>
            </a:pPr>
            <a:r>
              <a:rPr sz="1000" i="0" b="0">
                <a:solidFill>
                  <a:srgbClr val="858585"/>
                </a:solidFill>
                <a:latin typeface="Consolas"/>
              </a:rPr>
              <a:t>35</a:t>
            </a:r>
          </a:p>
          <a:p>
            <a:pPr algn="r">
              <a:spcAft>
                <a:spcPts val="71"/>
              </a:spcAft>
            </a:pPr>
            <a:r>
              <a:rPr sz="1000" i="0" b="0">
                <a:solidFill>
                  <a:srgbClr val="858585"/>
                </a:solidFill>
                <a:latin typeface="Consolas"/>
              </a:rPr>
              <a:t>36</a:t>
            </a:r>
          </a:p>
          <a:p>
            <a:pPr algn="r">
              <a:spcAft>
                <a:spcPts val="71"/>
              </a:spcAft>
            </a:pPr>
            <a:r>
              <a:rPr sz="1000" i="0" b="0">
                <a:solidFill>
                  <a:srgbClr val="858585"/>
                </a:solidFill>
                <a:latin typeface="Consolas"/>
              </a:rPr>
              <a:t>37</a:t>
            </a:r>
          </a:p>
          <a:p>
            <a:pPr algn="r">
              <a:spcAft>
                <a:spcPts val="71"/>
              </a:spcAft>
            </a:pPr>
            <a:r>
              <a:rPr sz="1000" i="0" b="0">
                <a:solidFill>
                  <a:srgbClr val="858585"/>
                </a:solidFill>
                <a:latin typeface="Consolas"/>
              </a:rPr>
              <a:t>38</a:t>
            </a:r>
          </a:p>
          <a:p>
            <a:pPr algn="r">
              <a:spcAft>
                <a:spcPts val="71"/>
              </a:spcAft>
            </a:pPr>
            <a:r>
              <a:rPr sz="1000" i="0" b="0">
                <a:solidFill>
                  <a:srgbClr val="858585"/>
                </a:solidFill>
                <a:latin typeface="Consolas"/>
              </a:rPr>
              <a:t>39</a:t>
            </a:r>
          </a:p>
          <a:p>
            <a:pPr algn="r">
              <a:spcAft>
                <a:spcPts val="71"/>
              </a:spcAft>
            </a:pPr>
            <a:r>
              <a:rPr sz="1000" i="0" b="0">
                <a:solidFill>
                  <a:srgbClr val="858585"/>
                </a:solidFill>
                <a:latin typeface="Consolas"/>
              </a:rPr>
              <a:t>40</a:t>
            </a:r>
          </a:p>
          <a:p>
            <a:pPr algn="r">
              <a:spcAft>
                <a:spcPts val="71"/>
              </a:spcAft>
            </a:pPr>
            <a:r>
              <a:rPr sz="1000" i="0" b="0">
                <a:solidFill>
                  <a:srgbClr val="858585"/>
                </a:solidFill>
                <a:latin typeface="Consolas"/>
              </a:rPr>
              <a:t>41</a:t>
            </a:r>
          </a:p>
          <a:p>
            <a:pPr algn="r">
              <a:spcAft>
                <a:spcPts val="71"/>
              </a:spcAft>
            </a:pPr>
            <a:r>
              <a:rPr sz="1000" i="0" b="0">
                <a:solidFill>
                  <a:srgbClr val="858585"/>
                </a:solidFill>
                <a:latin typeface="Consolas"/>
              </a:rPr>
              <a:t>42</a:t>
            </a:r>
          </a:p>
          <a:p>
            <a:pPr algn="r">
              <a:spcAft>
                <a:spcPts val="71"/>
              </a:spcAft>
            </a:pPr>
            <a:r>
              <a:rPr sz="1000" i="0" b="0">
                <a:solidFill>
                  <a:srgbClr val="858585"/>
                </a:solidFill>
                <a:latin typeface="Consolas"/>
              </a:rPr>
              <a:t>43</a:t>
            </a:r>
          </a:p>
          <a:p>
            <a:pPr algn="r">
              <a:spcAft>
                <a:spcPts val="71"/>
              </a:spcAft>
            </a:pPr>
            <a:r>
              <a:rPr sz="1000" i="0" b="0">
                <a:solidFill>
                  <a:srgbClr val="858585"/>
                </a:solidFill>
                <a:latin typeface="Consolas"/>
              </a:rPr>
              <a:t>44</a:t>
            </a:r>
          </a:p>
          <a:p>
            <a:pPr algn="r">
              <a:spcAft>
                <a:spcPts val="71"/>
              </a:spcAft>
            </a:pPr>
            <a:r>
              <a:rPr sz="1000" i="0" b="0">
                <a:solidFill>
                  <a:srgbClr val="858585"/>
                </a:solidFill>
                <a:latin typeface="Consolas"/>
              </a:rPr>
              <a:t>45</a:t>
            </a:r>
          </a:p>
          <a:p>
            <a:pPr algn="r">
              <a:spcAft>
                <a:spcPts val="71"/>
              </a:spcAft>
            </a:pPr>
            <a:r>
              <a:rPr sz="1000" i="0" b="0">
                <a:solidFill>
                  <a:srgbClr val="858585"/>
                </a:solidFill>
                <a:latin typeface="Consolas"/>
              </a:rPr>
              <a:t>46</a:t>
            </a:r>
          </a:p>
          <a:p>
            <a:pPr algn="r">
              <a:spcAft>
                <a:spcPts val="71"/>
              </a:spcAft>
            </a:pPr>
            <a:r>
              <a:rPr sz="1000" i="0" b="0">
                <a:solidFill>
                  <a:srgbClr val="858585"/>
                </a:solidFill>
                <a:latin typeface="Consolas"/>
              </a:rPr>
              <a:t>47</a:t>
            </a:r>
          </a:p>
          <a:p>
            <a:pPr algn="r">
              <a:spcAft>
                <a:spcPts val="71"/>
              </a:spcAft>
            </a:pPr>
            <a:r>
              <a:rPr sz="1000" i="0" b="0">
                <a:solidFill>
                  <a:srgbClr val="858585"/>
                </a:solidFill>
                <a:latin typeface="Consolas"/>
              </a:rPr>
              <a:t>48</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1"/>
              </a:spcAft>
            </a:pPr>
            <a:r>
              <a:rPr sz="1000" i="0" b="0">
                <a:solidFill>
                  <a:srgbClr val="D4D4D4"/>
                </a:solidFill>
                <a:latin typeface="Consolas"/>
              </a:rPr>
              <a:t>    </a:t>
            </a:r>
            <a:r>
              <a:rPr sz="1000" i="1" b="0">
                <a:solidFill>
                  <a:srgbClr val="6A9955"/>
                </a:solidFill>
                <a:latin typeface="Consolas"/>
              </a:rPr>
              <a:t>// Un ';' dentro de un dato partiria la linea</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limpiar</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texto</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if</a:t>
            </a:r>
            <a:r>
              <a:rPr sz="1000" i="0" b="0">
                <a:solidFill>
                  <a:srgbClr val="D4D4D4"/>
                </a:solidFill>
                <a:latin typeface="Consolas"/>
              </a:rPr>
              <a:t> (</a:t>
            </a:r>
            <a:r>
              <a:rPr sz="1000" i="0" b="0">
                <a:solidFill>
                  <a:srgbClr val="D4D4D4"/>
                </a:solidFill>
                <a:latin typeface="Consolas"/>
              </a:rPr>
              <a:t>texto</a:t>
            </a:r>
            <a:r>
              <a:rPr sz="1000" i="0" b="0">
                <a:solidFill>
                  <a:srgbClr val="D4D4D4"/>
                </a:solidFill>
                <a:latin typeface="Consolas"/>
              </a:rPr>
              <a:t> == </a:t>
            </a:r>
            <a:r>
              <a:rPr sz="1000" i="0" b="0">
                <a:solidFill>
                  <a:srgbClr val="569CD6"/>
                </a:solidFill>
                <a:latin typeface="Consolas"/>
              </a:rPr>
              <a:t>null</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CE9178"/>
                </a:solidFill>
                <a:latin typeface="Consolas"/>
              </a:rPr>
              <a:t>""</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DCDCAA"/>
                </a:solidFill>
                <a:latin typeface="Consolas"/>
              </a:rPr>
              <a:t>texto.replace</a:t>
            </a:r>
            <a:r>
              <a:rPr sz="1000" i="0" b="0">
                <a:solidFill>
                  <a:srgbClr val="D4D4D4"/>
                </a:solidFill>
                <a:latin typeface="Consolas"/>
              </a:rPr>
              <a:t>(</a:t>
            </a:r>
            <a:r>
              <a:rPr sz="1000" i="0" b="0">
                <a:solidFill>
                  <a:srgbClr val="D4D4D4"/>
                </a:solidFill>
                <a:latin typeface="Consolas"/>
              </a:rPr>
              <a:t>SEPARADOR</a:t>
            </a:r>
            <a:r>
              <a:rPr sz="1000" i="0" b="0">
                <a:solidFill>
                  <a:srgbClr val="D4D4D4"/>
                </a:solidFill>
                <a:latin typeface="Consolas"/>
              </a:rPr>
              <a:t>, </a:t>
            </a:r>
            <a:r>
              <a:rPr sz="1000" i="0" b="0">
                <a:solidFill>
                  <a:srgbClr val="CE9178"/>
                </a:solidFill>
                <a:latin typeface="Consolas"/>
              </a:rPr>
              <a:t>","</a:t>
            </a:r>
            <a:r>
              <a:rPr sz="1000" i="0" b="0">
                <a:solidFill>
                  <a:srgbClr val="D4D4D4"/>
                </a:solidFill>
                <a:latin typeface="Consolas"/>
              </a:rPr>
              <a:t>).</a:t>
            </a:r>
            <a:r>
              <a:rPr sz="1000" i="0" b="0">
                <a:solidFill>
                  <a:srgbClr val="DCDCAA"/>
                </a:solidFill>
                <a:latin typeface="Consolas"/>
              </a:rPr>
              <a:t>trim</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Mascota</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a:t>
            </a:r>
            <a:r>
              <a:rPr sz="1000" i="0" b="0">
                <a:solidFill>
                  <a:srgbClr val="D4D4D4"/>
                </a:solidFill>
                <a:latin typeface="Consolas"/>
              </a:rPr>
              <a:t>nombre</a:t>
            </a:r>
            <a:r>
              <a:rPr sz="1000" i="0" b="0">
                <a:solidFill>
                  <a:srgbClr val="D4D4D4"/>
                </a:solidFill>
                <a:latin typeface="Consolas"/>
              </a:rPr>
              <a:t>, </a:t>
            </a:r>
            <a:r>
              <a:rPr sz="1000" i="0" b="0">
                <a:solidFill>
                  <a:srgbClr val="D4D4D4"/>
                </a:solidFill>
                <a:latin typeface="Consolas"/>
              </a:rPr>
              <a:t>especie</a:t>
            </a:r>
            <a:r>
              <a:rPr sz="1000" i="0" b="0">
                <a:solidFill>
                  <a:srgbClr val="D4D4D4"/>
                </a:solidFill>
                <a:latin typeface="Consolas"/>
              </a:rPr>
              <a:t>, </a:t>
            </a:r>
            <a:r>
              <a:rPr sz="1000" i="0" b="0">
                <a:solidFill>
                  <a:srgbClr val="D4D4D4"/>
                </a:solidFill>
                <a:latin typeface="Consolas"/>
              </a:rPr>
              <a:t>cedulaDueno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4D4D4"/>
                </a:solidFill>
                <a:latin typeface="Consolas"/>
              </a:rPr>
              <a:t>edad</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Mascota</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nombre</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especie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4D4D4"/>
                </a:solidFill>
                <a:latin typeface="Consolas"/>
              </a:rPr>
              <a:t>edad</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cedulaDueno</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id</a:t>
            </a:r>
            <a:r>
              <a:rPr sz="1000" i="0" b="0">
                <a:solidFill>
                  <a:srgbClr val="D4D4D4"/>
                </a:solidFill>
                <a:latin typeface="Consolas"/>
              </a:rPr>
              <a:t> = </a:t>
            </a:r>
            <a:r>
              <a:rPr sz="1000" i="0" b="0">
                <a:solidFill>
                  <a:srgbClr val="D4D4D4"/>
                </a:solidFill>
                <a:latin typeface="Consolas"/>
              </a:rPr>
              <a:t>id</a:t>
            </a: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nombre</a:t>
            </a:r>
            <a:r>
              <a:rPr sz="1000" i="0" b="0">
                <a:solidFill>
                  <a:srgbClr val="D4D4D4"/>
                </a:solidFill>
                <a:latin typeface="Consolas"/>
              </a:rPr>
              <a:t> = </a:t>
            </a:r>
            <a:r>
              <a:rPr sz="1000" i="0" b="0">
                <a:solidFill>
                  <a:srgbClr val="D4D4D4"/>
                </a:solidFill>
                <a:latin typeface="Consolas"/>
              </a:rPr>
              <a:t>nombre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especie</a:t>
            </a:r>
            <a:r>
              <a:rPr sz="1000" i="0" b="0">
                <a:solidFill>
                  <a:srgbClr val="D4D4D4"/>
                </a:solidFill>
                <a:latin typeface="Consolas"/>
              </a:rPr>
              <a:t> = </a:t>
            </a:r>
            <a:r>
              <a:rPr sz="1000" i="0" b="0">
                <a:solidFill>
                  <a:srgbClr val="D4D4D4"/>
                </a:solidFill>
                <a:latin typeface="Consolas"/>
              </a:rPr>
              <a:t>especie</a:t>
            </a: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edad</a:t>
            </a:r>
            <a:r>
              <a:rPr sz="1000" i="0" b="0">
                <a:solidFill>
                  <a:srgbClr val="D4D4D4"/>
                </a:solidFill>
                <a:latin typeface="Consolas"/>
              </a:rPr>
              <a:t> = </a:t>
            </a:r>
            <a:r>
              <a:rPr sz="1000" i="0" b="0">
                <a:solidFill>
                  <a:srgbClr val="D4D4D4"/>
                </a:solidFill>
                <a:latin typeface="Consolas"/>
              </a:rPr>
              <a:t>edad</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cedulaDueno</a:t>
            </a:r>
            <a:r>
              <a:rPr sz="1000" i="0" b="0">
                <a:solidFill>
                  <a:srgbClr val="D4D4D4"/>
                </a:solidFill>
                <a:latin typeface="Consolas"/>
              </a:rPr>
              <a:t> = </a:t>
            </a:r>
            <a:r>
              <a:rPr sz="1000" i="0" b="0">
                <a:solidFill>
                  <a:srgbClr val="D4D4D4"/>
                </a:solidFill>
                <a:latin typeface="Consolas"/>
              </a:rPr>
              <a:t>cedulaDueno</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getId</a:t>
            </a:r>
            <a:r>
              <a:rPr sz="1000" i="0" b="0">
                <a:solidFill>
                  <a:srgbClr val="D4D4D4"/>
                </a:solidFill>
                <a:latin typeface="Consolas"/>
              </a:rPr>
              <a:t>() { </a:t>
            </a:r>
            <a:r>
              <a:rPr sz="1000" i="0" b="0">
                <a:solidFill>
                  <a:srgbClr val="569CD6"/>
                </a:solidFill>
                <a:latin typeface="Consolas"/>
              </a:rPr>
              <a:t>return</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getNombre</a:t>
            </a:r>
            <a:r>
              <a:rPr sz="1000" i="0" b="0">
                <a:solidFill>
                  <a:srgbClr val="D4D4D4"/>
                </a:solidFill>
                <a:latin typeface="Consolas"/>
              </a:rPr>
              <a:t>() { </a:t>
            </a:r>
            <a:r>
              <a:rPr sz="1000" i="0" b="0">
                <a:solidFill>
                  <a:srgbClr val="569CD6"/>
                </a:solidFill>
                <a:latin typeface="Consolas"/>
              </a:rPr>
              <a:t>return</a:t>
            </a:r>
            <a:r>
              <a:rPr sz="1000" i="0" b="0">
                <a:solidFill>
                  <a:srgbClr val="D4D4D4"/>
                </a:solidFill>
                <a:latin typeface="Consolas"/>
              </a:rPr>
              <a:t> </a:t>
            </a:r>
            <a:r>
              <a:rPr sz="1000" i="0" b="0">
                <a:solidFill>
                  <a:srgbClr val="D4D4D4"/>
                </a:solidFill>
                <a:latin typeface="Consolas"/>
              </a:rPr>
              <a:t>nombre</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getEspecie</a:t>
            </a:r>
            <a:r>
              <a:rPr sz="1000" i="0" b="0">
                <a:solidFill>
                  <a:srgbClr val="D4D4D4"/>
                </a:solidFill>
                <a:latin typeface="Consolas"/>
              </a:rPr>
              <a:t>() { </a:t>
            </a:r>
            <a:r>
              <a:rPr sz="1000" i="0" b="0">
                <a:solidFill>
                  <a:srgbClr val="569CD6"/>
                </a:solidFill>
                <a:latin typeface="Consolas"/>
              </a:rPr>
              <a:t>return</a:t>
            </a:r>
            <a:r>
              <a:rPr sz="1000" i="0" b="0">
                <a:solidFill>
                  <a:srgbClr val="D4D4D4"/>
                </a:solidFill>
                <a:latin typeface="Consolas"/>
              </a:rPr>
              <a:t> </a:t>
            </a:r>
            <a:r>
              <a:rPr sz="1000" i="0" b="0">
                <a:solidFill>
                  <a:srgbClr val="D4D4D4"/>
                </a:solidFill>
                <a:latin typeface="Consolas"/>
              </a:rPr>
              <a:t>especie</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CDCAA"/>
                </a:solidFill>
                <a:latin typeface="Consolas"/>
              </a:rPr>
              <a:t>getEdad</a:t>
            </a:r>
            <a:r>
              <a:rPr sz="1000" i="0" b="0">
                <a:solidFill>
                  <a:srgbClr val="D4D4D4"/>
                </a:solidFill>
                <a:latin typeface="Consolas"/>
              </a:rPr>
              <a:t>() { </a:t>
            </a:r>
            <a:r>
              <a:rPr sz="1000" i="0" b="0">
                <a:solidFill>
                  <a:srgbClr val="569CD6"/>
                </a:solidFill>
                <a:latin typeface="Consolas"/>
              </a:rPr>
              <a:t>return</a:t>
            </a:r>
            <a:r>
              <a:rPr sz="1000" i="0" b="0">
                <a:solidFill>
                  <a:srgbClr val="D4D4D4"/>
                </a:solidFill>
                <a:latin typeface="Consolas"/>
              </a:rPr>
              <a:t> </a:t>
            </a:r>
            <a:r>
              <a:rPr sz="1000" i="0" b="0">
                <a:solidFill>
                  <a:srgbClr val="D4D4D4"/>
                </a:solidFill>
                <a:latin typeface="Consolas"/>
              </a:rPr>
              <a:t>edad</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getCedulaDueno</a:t>
            </a:r>
            <a:r>
              <a:rPr sz="1000" i="0" b="0">
                <a:solidFill>
                  <a:srgbClr val="D4D4D4"/>
                </a:solidFill>
                <a:latin typeface="Consolas"/>
              </a:rPr>
              <a:t>() { </a:t>
            </a:r>
            <a:r>
              <a:rPr sz="1000" i="0" b="0">
                <a:solidFill>
                  <a:srgbClr val="569CD6"/>
                </a:solidFill>
                <a:latin typeface="Consolas"/>
              </a:rPr>
              <a:t>return</a:t>
            </a:r>
            <a:r>
              <a:rPr sz="1000" i="0" b="0">
                <a:solidFill>
                  <a:srgbClr val="D4D4D4"/>
                </a:solidFill>
                <a:latin typeface="Consolas"/>
              </a:rPr>
              <a:t> </a:t>
            </a:r>
            <a:r>
              <a:rPr sz="1000" i="0" b="0">
                <a:solidFill>
                  <a:srgbClr val="D4D4D4"/>
                </a:solidFill>
                <a:latin typeface="Consolas"/>
              </a:rPr>
              <a:t>cedulaDueno</a:t>
            </a:r>
            <a:r>
              <a:rPr sz="1000" i="0" b="0">
                <a:solidFill>
                  <a:srgbClr val="D4D4D4"/>
                </a:solidFill>
                <a:latin typeface="Consolas"/>
              </a:rPr>
              <a:t>; }</a:t>
            </a:r>
          </a:p>
          <a:p>
            <a:pPr>
              <a:spcAft>
                <a:spcPts val="71"/>
              </a:spcAft>
            </a:pPr>
            <a:r>
              <a:rPr sz="10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Cerrar el recurso: try-with-resources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uffer-close-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buffer-close-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buffer-close-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BufferedWriter acumula en memoria y vuelca al disco al llenarse o al cerrarse.</a:t>
            </a:r>
          </a:p>
          <a:p>
            <a:pPr>
              <a:spcAft>
                <a:spcPts val="800"/>
              </a:spcAft>
            </a:pPr>
            <a:r>
              <a:rPr sz="2000" b="0" i="0">
                <a:solidFill>
                  <a:srgbClr val="333333"/>
                </a:solidFill>
                <a:latin typeface="Calibri"/>
              </a:rPr>
              <a:t>–   Si no se cierra, el archivo queda en cero bytes aunque el programa diga «guardado».</a:t>
            </a:r>
          </a:p>
          <a:p>
            <a:pPr>
              <a:spcAft>
                <a:spcPts val="800"/>
              </a:spcAft>
            </a:pPr>
            <a:r>
              <a:rPr sz="2000" b="0" i="0">
                <a:solidFill>
                  <a:srgbClr val="333333"/>
                </a:solidFill>
                <a:latin typeface="Calibri"/>
              </a:rPr>
              <a:t>–   try (BufferedWriter s = Files.newBufferedWriter(ruta, UTF_8)) { } cierra siempre.</a:t>
            </a:r>
          </a:p>
          <a:p>
            <a:pPr>
              <a:spcAft>
                <a:spcPts val="800"/>
              </a:spcAft>
            </a:pPr>
            <a:r>
              <a:rPr sz="2000" b="0" i="0">
                <a:solidFill>
                  <a:srgbClr val="333333"/>
                </a:solidFill>
                <a:latin typeface="Calibri"/>
              </a:rPr>
              <a:t>–   IOException es checked: el compilador obliga a atenderla.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guardar(): escribir con try-with-resources</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1</a:t>
            </a:r>
          </a:p>
          <a:p>
            <a:pPr algn="r">
              <a:spcAft>
                <a:spcPts val="71"/>
              </a:spcAft>
            </a:pPr>
            <a:r>
              <a:rPr sz="1000" i="0" b="0">
                <a:solidFill>
                  <a:srgbClr val="858585"/>
                </a:solidFill>
                <a:latin typeface="Consolas"/>
              </a:rPr>
              <a:t>2</a:t>
            </a:r>
          </a:p>
          <a:p>
            <a:pPr algn="r">
              <a:spcAft>
                <a:spcPts val="71"/>
              </a:spcAft>
            </a:pPr>
            <a:r>
              <a:rPr sz="1000" i="0" b="0">
                <a:solidFill>
                  <a:srgbClr val="858585"/>
                </a:solidFill>
                <a:latin typeface="Consolas"/>
              </a:rPr>
              <a:t>3</a:t>
            </a:r>
          </a:p>
          <a:p>
            <a:pPr algn="r">
              <a:spcAft>
                <a:spcPts val="71"/>
              </a:spcAft>
            </a:pPr>
            <a:r>
              <a:rPr sz="1000" i="0" b="0">
                <a:solidFill>
                  <a:srgbClr val="858585"/>
                </a:solidFill>
                <a:latin typeface="Consolas"/>
              </a:rPr>
              <a:t>4</a:t>
            </a:r>
          </a:p>
          <a:p>
            <a:pPr algn="r">
              <a:spcAft>
                <a:spcPts val="71"/>
              </a:spcAft>
            </a:pPr>
            <a:r>
              <a:rPr sz="1000" i="0" b="0">
                <a:solidFill>
                  <a:srgbClr val="858585"/>
                </a:solidFill>
                <a:latin typeface="Consolas"/>
              </a:rPr>
              <a:t>5</a:t>
            </a:r>
          </a:p>
          <a:p>
            <a:pPr algn="r">
              <a:spcAft>
                <a:spcPts val="71"/>
              </a:spcAft>
            </a:pPr>
            <a:r>
              <a:rPr sz="1000" i="0" b="0">
                <a:solidFill>
                  <a:srgbClr val="858585"/>
                </a:solidFill>
                <a:latin typeface="Consolas"/>
              </a:rPr>
              <a:t>6</a:t>
            </a:r>
          </a:p>
          <a:p>
            <a:pPr algn="r">
              <a:spcAft>
                <a:spcPts val="71"/>
              </a:spcAft>
            </a:pPr>
            <a:r>
              <a:rPr sz="1000" i="0" b="0">
                <a:solidFill>
                  <a:srgbClr val="858585"/>
                </a:solidFill>
                <a:latin typeface="Consolas"/>
              </a:rPr>
              <a:t>7</a:t>
            </a:r>
          </a:p>
          <a:p>
            <a:pPr algn="r">
              <a:spcAft>
                <a:spcPts val="71"/>
              </a:spcAft>
            </a:pPr>
            <a:r>
              <a:rPr sz="1000" i="0" b="0">
                <a:solidFill>
                  <a:srgbClr val="858585"/>
                </a:solidFill>
                <a:latin typeface="Consolas"/>
              </a:rPr>
              <a:t>8</a:t>
            </a:r>
          </a:p>
          <a:p>
            <a:pPr algn="r">
              <a:spcAft>
                <a:spcPts val="71"/>
              </a:spcAft>
            </a:pPr>
            <a:r>
              <a:rPr sz="1000" i="0" b="0">
                <a:solidFill>
                  <a:srgbClr val="858585"/>
                </a:solidFill>
                <a:latin typeface="Consolas"/>
              </a:rPr>
              <a:t>9</a:t>
            </a:r>
          </a:p>
          <a:p>
            <a:pPr algn="r">
              <a:spcAft>
                <a:spcPts val="71"/>
              </a:spcAft>
            </a:pPr>
            <a:r>
              <a:rPr sz="1000" i="0" b="0">
                <a:solidFill>
                  <a:srgbClr val="858585"/>
                </a:solidFill>
                <a:latin typeface="Consolas"/>
              </a:rPr>
              <a:t>10</a:t>
            </a:r>
          </a:p>
          <a:p>
            <a:pPr algn="r">
              <a:spcAft>
                <a:spcPts val="71"/>
              </a:spcAft>
            </a:pPr>
            <a:r>
              <a:rPr sz="1000" i="0" b="0">
                <a:solidFill>
                  <a:srgbClr val="858585"/>
                </a:solidFill>
                <a:latin typeface="Consolas"/>
              </a:rPr>
              <a:t>11</a:t>
            </a:r>
          </a:p>
          <a:p>
            <a:pPr algn="r">
              <a:spcAft>
                <a:spcPts val="71"/>
              </a:spcAft>
            </a:pPr>
            <a:r>
              <a:rPr sz="1000" i="0" b="0">
                <a:solidFill>
                  <a:srgbClr val="858585"/>
                </a:solidFill>
                <a:latin typeface="Consolas"/>
              </a:rPr>
              <a:t>12</a:t>
            </a:r>
          </a:p>
          <a:p>
            <a:pPr algn="r">
              <a:spcAft>
                <a:spcPts val="71"/>
              </a:spcAft>
            </a:pPr>
            <a:r>
              <a:rPr sz="1000" i="0" b="0">
                <a:solidFill>
                  <a:srgbClr val="858585"/>
                </a:solidFill>
                <a:latin typeface="Consolas"/>
              </a:rPr>
              <a:t>13</a:t>
            </a:r>
          </a:p>
          <a:p>
            <a:pPr algn="r">
              <a:spcAft>
                <a:spcPts val="71"/>
              </a:spcAft>
            </a:pPr>
            <a:r>
              <a:rPr sz="1000" i="0" b="0">
                <a:solidFill>
                  <a:srgbClr val="858585"/>
                </a:solidFill>
                <a:latin typeface="Consolas"/>
              </a:rPr>
              <a:t>14</a:t>
            </a:r>
          </a:p>
          <a:p>
            <a:pPr algn="r">
              <a:spcAft>
                <a:spcPts val="71"/>
              </a:spcAft>
            </a:pPr>
            <a:r>
              <a:rPr sz="1000" i="0" b="0">
                <a:solidFill>
                  <a:srgbClr val="858585"/>
                </a:solidFill>
                <a:latin typeface="Consolas"/>
              </a:rPr>
              <a:t>15</a:t>
            </a:r>
          </a:p>
          <a:p>
            <a:pPr algn="r">
              <a:spcAft>
                <a:spcPts val="71"/>
              </a:spcAft>
            </a:pPr>
            <a:r>
              <a:rPr sz="1000" i="0" b="0">
                <a:solidFill>
                  <a:srgbClr val="858585"/>
                </a:solidFill>
                <a:latin typeface="Consolas"/>
              </a:rPr>
              <a:t>16</a:t>
            </a:r>
          </a:p>
          <a:p>
            <a:pPr algn="r">
              <a:spcAft>
                <a:spcPts val="71"/>
              </a:spcAft>
            </a:pPr>
            <a:r>
              <a:rPr sz="1000" i="0" b="0">
                <a:solidFill>
                  <a:srgbClr val="858585"/>
                </a:solidFill>
                <a:latin typeface="Consolas"/>
              </a:rPr>
              <a:t>17</a:t>
            </a:r>
          </a:p>
          <a:p>
            <a:pPr algn="r">
              <a:spcAft>
                <a:spcPts val="71"/>
              </a:spcAft>
            </a:pPr>
            <a:r>
              <a:rPr sz="1000" i="0" b="0">
                <a:solidFill>
                  <a:srgbClr val="858585"/>
                </a:solidFill>
                <a:latin typeface="Consolas"/>
              </a:rPr>
              <a:t>18</a:t>
            </a:r>
          </a:p>
          <a:p>
            <a:pPr algn="r">
              <a:spcAft>
                <a:spcPts val="71"/>
              </a:spcAft>
            </a:pPr>
            <a:r>
              <a:rPr sz="1000" i="0" b="0">
                <a:solidFill>
                  <a:srgbClr val="858585"/>
                </a:solidFill>
                <a:latin typeface="Consolas"/>
              </a:rPr>
              <a:t>19</a:t>
            </a:r>
          </a:p>
          <a:p>
            <a:pPr algn="r">
              <a:spcAft>
                <a:spcPts val="71"/>
              </a:spcAft>
            </a:pPr>
            <a:r>
              <a:rPr sz="1000" i="0" b="0">
                <a:solidFill>
                  <a:srgbClr val="858585"/>
                </a:solidFill>
                <a:latin typeface="Consolas"/>
              </a:rPr>
              <a:t>20</a:t>
            </a:r>
          </a:p>
          <a:p>
            <a:pPr algn="r">
              <a:spcAft>
                <a:spcPts val="71"/>
              </a:spcAft>
            </a:pPr>
            <a:r>
              <a:rPr sz="1000" i="0" b="0">
                <a:solidFill>
                  <a:srgbClr val="858585"/>
                </a:solidFill>
                <a:latin typeface="Consolas"/>
              </a:rPr>
              <a:t>21</a:t>
            </a:r>
          </a:p>
          <a:p>
            <a:pPr algn="r">
              <a:spcAft>
                <a:spcPts val="71"/>
              </a:spcAft>
            </a:pPr>
            <a:r>
              <a:rPr sz="1000" i="0" b="0">
                <a:solidFill>
                  <a:srgbClr val="858585"/>
                </a:solidFill>
                <a:latin typeface="Consolas"/>
              </a:rPr>
              <a:t>22</a:t>
            </a:r>
          </a:p>
          <a:p>
            <a:pPr algn="r">
              <a:spcAft>
                <a:spcPts val="71"/>
              </a:spcAft>
            </a:pPr>
            <a:r>
              <a:rPr sz="1000" i="0" b="0">
                <a:solidFill>
                  <a:srgbClr val="858585"/>
                </a:solidFill>
                <a:latin typeface="Consolas"/>
              </a:rPr>
              <a:t>23</a:t>
            </a:r>
          </a:p>
          <a:p>
            <a:pPr algn="r">
              <a:spcAft>
                <a:spcPts val="71"/>
              </a:spcAft>
            </a:pPr>
            <a:r>
              <a:rPr sz="1000" i="0" b="0">
                <a:solidFill>
                  <a:srgbClr val="858585"/>
                </a:solidFill>
                <a:latin typeface="Consolas"/>
              </a:rPr>
              <a:t>24</a:t>
            </a:r>
          </a:p>
          <a:p>
            <a:pPr algn="r">
              <a:spcAft>
                <a:spcPts val="71"/>
              </a:spcAft>
            </a:pPr>
            <a:r>
              <a:rPr sz="1000" i="0" b="0">
                <a:solidFill>
                  <a:srgbClr val="858585"/>
                </a:solidFill>
                <a:latin typeface="Consolas"/>
              </a:rPr>
              <a:t>25</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io</a:t>
            </a:r>
            <a:r>
              <a:rPr sz="1000" i="0" b="0">
                <a:solidFill>
                  <a:srgbClr val="D4D4D4"/>
                </a:solidFill>
                <a:latin typeface="Consolas"/>
              </a:rPr>
              <a:t>.</a:t>
            </a:r>
            <a:r>
              <a:rPr sz="1000" i="0" b="0">
                <a:solidFill>
                  <a:srgbClr val="D4D4D4"/>
                </a:solidFill>
                <a:latin typeface="Consolas"/>
              </a:rPr>
              <a:t>BufferedWriter</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io</a:t>
            </a:r>
            <a:r>
              <a:rPr sz="1000" i="0" b="0">
                <a:solidFill>
                  <a:srgbClr val="D4D4D4"/>
                </a:solidFill>
                <a:latin typeface="Consolas"/>
              </a:rPr>
              <a:t>.</a:t>
            </a:r>
            <a:r>
              <a:rPr sz="1000" i="0" b="0">
                <a:solidFill>
                  <a:srgbClr val="D4D4D4"/>
                </a:solidFill>
                <a:latin typeface="Consolas"/>
              </a:rPr>
              <a:t>IOException</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nio</a:t>
            </a:r>
            <a:r>
              <a:rPr sz="1000" i="0" b="0">
                <a:solidFill>
                  <a:srgbClr val="D4D4D4"/>
                </a:solidFill>
                <a:latin typeface="Consolas"/>
              </a:rPr>
              <a:t>.</a:t>
            </a:r>
            <a:r>
              <a:rPr sz="1000" i="0" b="0">
                <a:solidFill>
                  <a:srgbClr val="D4D4D4"/>
                </a:solidFill>
                <a:latin typeface="Consolas"/>
              </a:rPr>
              <a:t>charset</a:t>
            </a:r>
            <a:r>
              <a:rPr sz="1000" i="0" b="0">
                <a:solidFill>
                  <a:srgbClr val="D4D4D4"/>
                </a:solidFill>
                <a:latin typeface="Consolas"/>
              </a:rPr>
              <a:t>.</a:t>
            </a:r>
            <a:r>
              <a:rPr sz="1000" i="0" b="0">
                <a:solidFill>
                  <a:srgbClr val="D4D4D4"/>
                </a:solidFill>
                <a:latin typeface="Consolas"/>
              </a:rPr>
              <a:t>StandardCharsets</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nio</a:t>
            </a:r>
            <a:r>
              <a:rPr sz="1000" i="0" b="0">
                <a:solidFill>
                  <a:srgbClr val="D4D4D4"/>
                </a:solidFill>
                <a:latin typeface="Consolas"/>
              </a:rPr>
              <a:t>.</a:t>
            </a:r>
            <a:r>
              <a:rPr sz="1000" i="0" b="0">
                <a:solidFill>
                  <a:srgbClr val="D4D4D4"/>
                </a:solidFill>
                <a:latin typeface="Consolas"/>
              </a:rPr>
              <a:t>file</a:t>
            </a:r>
            <a:r>
              <a:rPr sz="1000" i="0" b="0">
                <a:solidFill>
                  <a:srgbClr val="D4D4D4"/>
                </a:solidFill>
                <a:latin typeface="Consolas"/>
              </a:rPr>
              <a:t>.</a:t>
            </a:r>
            <a:r>
              <a:rPr sz="1000" i="0" b="0">
                <a:solidFill>
                  <a:srgbClr val="D4D4D4"/>
                </a:solidFill>
                <a:latin typeface="Consolas"/>
              </a:rPr>
              <a:t>Files</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nio</a:t>
            </a:r>
            <a:r>
              <a:rPr sz="1000" i="0" b="0">
                <a:solidFill>
                  <a:srgbClr val="D4D4D4"/>
                </a:solidFill>
                <a:latin typeface="Consolas"/>
              </a:rPr>
              <a:t>.</a:t>
            </a:r>
            <a:r>
              <a:rPr sz="1000" i="0" b="0">
                <a:solidFill>
                  <a:srgbClr val="D4D4D4"/>
                </a:solidFill>
                <a:latin typeface="Consolas"/>
              </a:rPr>
              <a:t>file</a:t>
            </a:r>
            <a:r>
              <a:rPr sz="1000" i="0" b="0">
                <a:solidFill>
                  <a:srgbClr val="D4D4D4"/>
                </a:solidFill>
                <a:latin typeface="Consolas"/>
              </a:rPr>
              <a:t>.</a:t>
            </a:r>
            <a:r>
              <a:rPr sz="1000" i="0" b="0">
                <a:solidFill>
                  <a:srgbClr val="D4D4D4"/>
                </a:solidFill>
                <a:latin typeface="Consolas"/>
              </a:rPr>
              <a:t>Path</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nio</a:t>
            </a:r>
            <a:r>
              <a:rPr sz="1000" i="0" b="0">
                <a:solidFill>
                  <a:srgbClr val="D4D4D4"/>
                </a:solidFill>
                <a:latin typeface="Consolas"/>
              </a:rPr>
              <a:t>.</a:t>
            </a:r>
            <a:r>
              <a:rPr sz="1000" i="0" b="0">
                <a:solidFill>
                  <a:srgbClr val="D4D4D4"/>
                </a:solidFill>
                <a:latin typeface="Consolas"/>
              </a:rPr>
              <a:t>file</a:t>
            </a:r>
            <a:r>
              <a:rPr sz="1000" i="0" b="0">
                <a:solidFill>
                  <a:srgbClr val="D4D4D4"/>
                </a:solidFill>
                <a:latin typeface="Consolas"/>
              </a:rPr>
              <a:t>.</a:t>
            </a:r>
            <a:r>
              <a:rPr sz="1000" i="0" b="0">
                <a:solidFill>
                  <a:srgbClr val="D4D4D4"/>
                </a:solidFill>
                <a:latin typeface="Consolas"/>
              </a:rPr>
              <a:t>Paths</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util</a:t>
            </a:r>
            <a:r>
              <a:rPr sz="1000" i="0" b="0">
                <a:solidFill>
                  <a:srgbClr val="D4D4D4"/>
                </a:solidFill>
                <a:latin typeface="Consolas"/>
              </a:rPr>
              <a:t>.</a:t>
            </a:r>
            <a:r>
              <a:rPr sz="1000" i="0" b="0">
                <a:solidFill>
                  <a:srgbClr val="4EC9B0"/>
                </a:solidFill>
                <a:latin typeface="Consolas"/>
              </a:rPr>
              <a:t>List</a:t>
            </a:r>
            <a:r>
              <a:rPr sz="1000" i="0" b="0">
                <a:solidFill>
                  <a:srgbClr val="D4D4D4"/>
                </a:solidFill>
                <a:latin typeface="Consolas"/>
              </a:rPr>
              <a:t>;</a:t>
            </a:r>
          </a:p>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Main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main</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args</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throws</a:t>
            </a:r>
            <a:r>
              <a:rPr sz="1000" i="0" b="0">
                <a:solidFill>
                  <a:srgbClr val="D4D4D4"/>
                </a:solidFill>
                <a:latin typeface="Consolas"/>
              </a:rPr>
              <a:t> </a:t>
            </a:r>
            <a:r>
              <a:rPr sz="1000" i="0" b="0">
                <a:solidFill>
                  <a:srgbClr val="D4D4D4"/>
                </a:solidFill>
                <a:latin typeface="Consolas"/>
              </a:rPr>
              <a:t>IOException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4D4D4"/>
                </a:solidFill>
                <a:latin typeface="Consolas"/>
              </a:rPr>
              <a:t>Path</a:t>
            </a:r>
            <a:r>
              <a:rPr sz="1000" i="0" b="0">
                <a:solidFill>
                  <a:srgbClr val="D4D4D4"/>
                </a:solidFill>
                <a:latin typeface="Consolas"/>
              </a:rPr>
              <a:t> </a:t>
            </a:r>
            <a:r>
              <a:rPr sz="1000" i="0" b="0">
                <a:solidFill>
                  <a:srgbClr val="D4D4D4"/>
                </a:solidFill>
                <a:latin typeface="Consolas"/>
              </a:rPr>
              <a:t>ruta</a:t>
            </a:r>
            <a:r>
              <a:rPr sz="1000" i="0" b="0">
                <a:solidFill>
                  <a:srgbClr val="D4D4D4"/>
                </a:solidFill>
                <a:latin typeface="Consolas"/>
              </a:rPr>
              <a:t> = </a:t>
            </a:r>
            <a:r>
              <a:rPr sz="1000" i="0" b="0">
                <a:solidFill>
                  <a:srgbClr val="DCDCAA"/>
                </a:solidFill>
                <a:latin typeface="Consolas"/>
              </a:rPr>
              <a:t>Paths.get</a:t>
            </a:r>
            <a:r>
              <a:rPr sz="1000" i="0" b="0">
                <a:solidFill>
                  <a:srgbClr val="D4D4D4"/>
                </a:solidFill>
                <a:latin typeface="Consolas"/>
              </a:rPr>
              <a:t>(</a:t>
            </a:r>
            <a:r>
              <a:rPr sz="1000" i="0" b="0">
                <a:solidFill>
                  <a:srgbClr val="CE9178"/>
                </a:solidFill>
                <a:latin typeface="Consolas"/>
              </a:rPr>
              <a:t>"mascotas.csv"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RepositorioMascotasCSV</a:t>
            </a:r>
            <a:r>
              <a:rPr sz="1000" i="0" b="0">
                <a:solidFill>
                  <a:srgbClr val="D4D4D4"/>
                </a:solidFill>
                <a:latin typeface="Consolas"/>
              </a:rPr>
              <a:t>(</a:t>
            </a:r>
            <a:r>
              <a:rPr sz="1000" i="0" b="0">
                <a:solidFill>
                  <a:srgbClr val="D4D4D4"/>
                </a:solidFill>
                <a:latin typeface="Consolas"/>
              </a:rPr>
              <a:t>ruta</a:t>
            </a:r>
            <a:r>
              <a:rPr sz="1000" i="0" b="0">
                <a:solidFill>
                  <a:srgbClr val="D4D4D4"/>
                </a:solidFill>
                <a:latin typeface="Consolas"/>
              </a:rPr>
              <a:t>).</a:t>
            </a:r>
            <a:r>
              <a:rPr sz="1000" i="0" b="0">
                <a:solidFill>
                  <a:srgbClr val="DCDCAA"/>
                </a:solidFill>
                <a:latin typeface="Consolas"/>
              </a:rPr>
              <a:t>guardar</a:t>
            </a:r>
            <a:r>
              <a:rPr sz="1000" i="0" b="0">
                <a:solidFill>
                  <a:srgbClr val="D4D4D4"/>
                </a:solidFill>
                <a:latin typeface="Consolas"/>
              </a:rPr>
              <a:t>(</a:t>
            </a:r>
            <a:r>
              <a:rPr sz="1000" i="0" b="0">
                <a:solidFill>
                  <a:srgbClr val="DCDCAA"/>
                </a:solidFill>
                <a:latin typeface="Consolas"/>
              </a:rPr>
              <a:t>List.of</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Mascota</a:t>
            </a:r>
            <a:r>
              <a:rPr sz="1000" i="0" b="0">
                <a:solidFill>
                  <a:srgbClr val="D4D4D4"/>
                </a:solidFill>
                <a:latin typeface="Consolas"/>
              </a:rPr>
              <a:t>(</a:t>
            </a:r>
            <a:r>
              <a:rPr sz="1000" i="0" b="0">
                <a:solidFill>
                  <a:srgbClr val="CE9178"/>
                </a:solidFill>
                <a:latin typeface="Consolas"/>
              </a:rPr>
              <a:t>"M001"</a:t>
            </a:r>
            <a:r>
              <a:rPr sz="1000" i="0" b="0">
                <a:solidFill>
                  <a:srgbClr val="D4D4D4"/>
                </a:solidFill>
                <a:latin typeface="Consolas"/>
              </a:rPr>
              <a:t>, </a:t>
            </a:r>
            <a:r>
              <a:rPr sz="1000" i="0" b="0">
                <a:solidFill>
                  <a:srgbClr val="CE9178"/>
                </a:solidFill>
                <a:latin typeface="Consolas"/>
              </a:rPr>
              <a:t>"Firulais"</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Mascota</a:t>
            </a:r>
            <a:r>
              <a:rPr sz="1000" i="0" b="0">
                <a:solidFill>
                  <a:srgbClr val="D4D4D4"/>
                </a:solidFill>
                <a:latin typeface="Consolas"/>
              </a:rPr>
              <a:t>(</a:t>
            </a:r>
            <a:r>
              <a:rPr sz="1000" i="0" b="0">
                <a:solidFill>
                  <a:srgbClr val="CE9178"/>
                </a:solidFill>
                <a:latin typeface="Consolas"/>
              </a:rPr>
              <a:t>"M002"</a:t>
            </a:r>
            <a:r>
              <a:rPr sz="1000" i="0" b="0">
                <a:solidFill>
                  <a:srgbClr val="D4D4D4"/>
                </a:solidFill>
                <a:latin typeface="Consolas"/>
              </a:rPr>
              <a:t>, </a:t>
            </a:r>
            <a:r>
              <a:rPr sz="1000" i="0" b="0">
                <a:solidFill>
                  <a:srgbClr val="CE9178"/>
                </a:solidFill>
                <a:latin typeface="Consolas"/>
              </a:rPr>
              <a:t>"Michi"</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DCDCAA"/>
                </a:solidFill>
                <a:latin typeface="Consolas"/>
              </a:rPr>
              <a:t>Files.readAllLines</a:t>
            </a:r>
            <a:r>
              <a:rPr sz="1000" i="0" b="0">
                <a:solidFill>
                  <a:srgbClr val="D4D4D4"/>
                </a:solidFill>
                <a:latin typeface="Consolas"/>
              </a:rPr>
              <a:t>(</a:t>
            </a:r>
            <a:r>
              <a:rPr sz="1000" i="0" b="0">
                <a:solidFill>
                  <a:srgbClr val="D4D4D4"/>
                </a:solidFill>
                <a:latin typeface="Consolas"/>
              </a:rPr>
              <a:t>ruta</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Mascota</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a:t>
            </a:r>
            <a:r>
              <a:rPr sz="1000" i="0" b="0">
                <a:solidFill>
                  <a:srgbClr val="D4D4D4"/>
                </a:solidFill>
                <a:latin typeface="Consolas"/>
              </a:rPr>
              <a:t>nombre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Mascota</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nombre</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id</a:t>
            </a:r>
            <a:r>
              <a:rPr sz="1000" i="0" b="0">
                <a:solidFill>
                  <a:srgbClr val="D4D4D4"/>
                </a:solidFill>
                <a:latin typeface="Consolas"/>
              </a:rPr>
              <a:t> = </a:t>
            </a:r>
            <a:r>
              <a:rPr sz="1000" i="0" b="0">
                <a:solidFill>
                  <a:srgbClr val="D4D4D4"/>
                </a:solidFill>
                <a:latin typeface="Consolas"/>
              </a:rPr>
              <a:t>id</a:t>
            </a: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nombre</a:t>
            </a:r>
            <a:r>
              <a:rPr sz="1000" i="0" b="0">
                <a:solidFill>
                  <a:srgbClr val="D4D4D4"/>
                </a:solidFill>
                <a:latin typeface="Consolas"/>
              </a:rPr>
              <a:t> = </a:t>
            </a:r>
            <a:r>
              <a:rPr sz="1000" i="0" b="0">
                <a:solidFill>
                  <a:srgbClr val="D4D4D4"/>
                </a:solidFill>
                <a:latin typeface="Consolas"/>
              </a:rPr>
              <a:t>nombre</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getId</a:t>
            </a:r>
            <a:r>
              <a:rPr sz="1000" i="0" b="0">
                <a:solidFill>
                  <a:srgbClr val="D4D4D4"/>
                </a:solidFill>
                <a:latin typeface="Consolas"/>
              </a:rPr>
              <a:t>() { </a:t>
            </a:r>
            <a:r>
              <a:rPr sz="1000" i="0" b="0">
                <a:solidFill>
                  <a:srgbClr val="569CD6"/>
                </a:solidFill>
                <a:latin typeface="Consolas"/>
              </a:rPr>
              <a:t>return</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getNombre</a:t>
            </a:r>
            <a:r>
              <a:rPr sz="1000" i="0" b="0">
                <a:solidFill>
                  <a:srgbClr val="D4D4D4"/>
                </a:solidFill>
                <a:latin typeface="Consolas"/>
              </a:rPr>
              <a:t>() { </a:t>
            </a:r>
            <a:r>
              <a:rPr sz="1000" i="0" b="0">
                <a:solidFill>
                  <a:srgbClr val="569CD6"/>
                </a:solidFill>
                <a:latin typeface="Consolas"/>
              </a:rPr>
              <a:t>return</a:t>
            </a:r>
            <a:r>
              <a:rPr sz="1000" i="0" b="0">
                <a:solidFill>
                  <a:srgbClr val="D4D4D4"/>
                </a:solidFill>
                <a:latin typeface="Consolas"/>
              </a:rPr>
              <a:t> </a:t>
            </a:r>
            <a:r>
              <a:rPr sz="1000" i="0" b="0">
                <a:solidFill>
                  <a:srgbClr val="D4D4D4"/>
                </a:solidFill>
                <a:latin typeface="Consolas"/>
              </a:rPr>
              <a:t>nombre</a:t>
            </a:r>
            <a:r>
              <a:rPr sz="1000" i="0" b="0">
                <a:solidFill>
                  <a:srgbClr val="D4D4D4"/>
                </a:solidFill>
                <a:latin typeface="Consolas"/>
              </a:rPr>
              <a:t>; }</a:t>
            </a:r>
          </a:p>
          <a:p>
            <a:pPr>
              <a:spcAft>
                <a:spcPts val="71"/>
              </a:spcAft>
            </a:pPr>
            <a:r>
              <a:rPr sz="1000" i="0" b="0">
                <a:solidFill>
                  <a:srgbClr val="D4D4D4"/>
                </a:solidFill>
                <a:latin typeface="Consolas"/>
              </a:rPr>
              <a:t>}</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26</a:t>
            </a:r>
          </a:p>
          <a:p>
            <a:pPr algn="r">
              <a:spcAft>
                <a:spcPts val="71"/>
              </a:spcAft>
            </a:pPr>
            <a:r>
              <a:rPr sz="1000" i="0" b="0">
                <a:solidFill>
                  <a:srgbClr val="858585"/>
                </a:solidFill>
                <a:latin typeface="Consolas"/>
              </a:rPr>
              <a:t>27</a:t>
            </a:r>
          </a:p>
          <a:p>
            <a:pPr algn="r">
              <a:spcAft>
                <a:spcPts val="71"/>
              </a:spcAft>
            </a:pPr>
            <a:r>
              <a:rPr sz="1000" i="0" b="0">
                <a:solidFill>
                  <a:srgbClr val="858585"/>
                </a:solidFill>
                <a:latin typeface="Consolas"/>
              </a:rPr>
              <a:t>28</a:t>
            </a:r>
          </a:p>
          <a:p>
            <a:pPr algn="r">
              <a:spcAft>
                <a:spcPts val="71"/>
              </a:spcAft>
            </a:pPr>
            <a:r>
              <a:rPr sz="1000" i="0" b="0">
                <a:solidFill>
                  <a:srgbClr val="858585"/>
                </a:solidFill>
                <a:latin typeface="Consolas"/>
              </a:rPr>
              <a:t>29</a:t>
            </a:r>
          </a:p>
          <a:p>
            <a:pPr algn="r">
              <a:spcAft>
                <a:spcPts val="71"/>
              </a:spcAft>
            </a:pPr>
            <a:r>
              <a:rPr sz="1000" i="0" b="0">
                <a:solidFill>
                  <a:srgbClr val="858585"/>
                </a:solidFill>
                <a:latin typeface="Consolas"/>
              </a:rPr>
              <a:t>30</a:t>
            </a:r>
          </a:p>
          <a:p>
            <a:pPr algn="r">
              <a:spcAft>
                <a:spcPts val="71"/>
              </a:spcAft>
            </a:pPr>
            <a:r>
              <a:rPr sz="1000" i="0" b="0">
                <a:solidFill>
                  <a:srgbClr val="858585"/>
                </a:solidFill>
                <a:latin typeface="Consolas"/>
              </a:rPr>
              <a:t>31</a:t>
            </a:r>
          </a:p>
          <a:p>
            <a:pPr algn="r">
              <a:spcAft>
                <a:spcPts val="71"/>
              </a:spcAft>
            </a:pPr>
            <a:r>
              <a:rPr sz="1000" i="0" b="0">
                <a:solidFill>
                  <a:srgbClr val="858585"/>
                </a:solidFill>
                <a:latin typeface="Consolas"/>
              </a:rPr>
              <a:t>32</a:t>
            </a:r>
          </a:p>
          <a:p>
            <a:pPr algn="r">
              <a:spcAft>
                <a:spcPts val="71"/>
              </a:spcAft>
            </a:pPr>
            <a:r>
              <a:rPr sz="1000" i="0" b="0">
                <a:solidFill>
                  <a:srgbClr val="858585"/>
                </a:solidFill>
                <a:latin typeface="Consolas"/>
              </a:rPr>
              <a:t>33</a:t>
            </a:r>
          </a:p>
          <a:p>
            <a:pPr algn="r">
              <a:spcAft>
                <a:spcPts val="71"/>
              </a:spcAft>
            </a:pPr>
            <a:r>
              <a:rPr sz="1000" i="0" b="0">
                <a:solidFill>
                  <a:srgbClr val="858585"/>
                </a:solidFill>
                <a:latin typeface="Consolas"/>
              </a:rPr>
              <a:t>34</a:t>
            </a:r>
          </a:p>
          <a:p>
            <a:pPr algn="r">
              <a:spcAft>
                <a:spcPts val="71"/>
              </a:spcAft>
            </a:pPr>
            <a:r>
              <a:rPr sz="1000" i="0" b="0">
                <a:solidFill>
                  <a:srgbClr val="858585"/>
                </a:solidFill>
                <a:latin typeface="Consolas"/>
              </a:rPr>
              <a:t>35</a:t>
            </a:r>
          </a:p>
          <a:p>
            <a:pPr algn="r">
              <a:spcAft>
                <a:spcPts val="71"/>
              </a:spcAft>
            </a:pPr>
            <a:r>
              <a:rPr sz="1000" i="0" b="0">
                <a:solidFill>
                  <a:srgbClr val="858585"/>
                </a:solidFill>
                <a:latin typeface="Consolas"/>
              </a:rPr>
              <a:t>36</a:t>
            </a:r>
          </a:p>
          <a:p>
            <a:pPr algn="r">
              <a:spcAft>
                <a:spcPts val="71"/>
              </a:spcAft>
            </a:pPr>
            <a:r>
              <a:rPr sz="1000" i="0" b="0">
                <a:solidFill>
                  <a:srgbClr val="858585"/>
                </a:solidFill>
                <a:latin typeface="Consolas"/>
              </a:rPr>
              <a:t>37</a:t>
            </a:r>
          </a:p>
          <a:p>
            <a:pPr algn="r">
              <a:spcAft>
                <a:spcPts val="71"/>
              </a:spcAft>
            </a:pPr>
            <a:r>
              <a:rPr sz="1000" i="0" b="0">
                <a:solidFill>
                  <a:srgbClr val="858585"/>
                </a:solidFill>
                <a:latin typeface="Consolas"/>
              </a:rPr>
              <a:t>38</a:t>
            </a:r>
          </a:p>
          <a:p>
            <a:pPr algn="r">
              <a:spcAft>
                <a:spcPts val="71"/>
              </a:spcAft>
            </a:pPr>
            <a:r>
              <a:rPr sz="1000" i="0" b="0">
                <a:solidFill>
                  <a:srgbClr val="858585"/>
                </a:solidFill>
                <a:latin typeface="Consolas"/>
              </a:rPr>
              <a:t>39</a:t>
            </a:r>
          </a:p>
          <a:p>
            <a:pPr algn="r">
              <a:spcAft>
                <a:spcPts val="71"/>
              </a:spcAft>
            </a:pPr>
            <a:r>
              <a:rPr sz="1000" i="0" b="0">
                <a:solidFill>
                  <a:srgbClr val="858585"/>
                </a:solidFill>
                <a:latin typeface="Consolas"/>
              </a:rPr>
              <a:t>40</a:t>
            </a:r>
          </a:p>
          <a:p>
            <a:pPr algn="r">
              <a:spcAft>
                <a:spcPts val="71"/>
              </a:spcAft>
            </a:pPr>
            <a:r>
              <a:rPr sz="1000" i="0" b="0">
                <a:solidFill>
                  <a:srgbClr val="858585"/>
                </a:solidFill>
                <a:latin typeface="Consolas"/>
              </a:rPr>
              <a:t>41</a:t>
            </a:r>
          </a:p>
          <a:p>
            <a:pPr algn="r">
              <a:spcAft>
                <a:spcPts val="71"/>
              </a:spcAft>
            </a:pPr>
            <a:r>
              <a:rPr sz="1000" i="0" b="0">
                <a:solidFill>
                  <a:srgbClr val="858585"/>
                </a:solidFill>
                <a:latin typeface="Consolas"/>
              </a:rPr>
              <a:t>42</a:t>
            </a:r>
          </a:p>
          <a:p>
            <a:pPr algn="r">
              <a:spcAft>
                <a:spcPts val="71"/>
              </a:spcAft>
            </a:pPr>
            <a:r>
              <a:rPr sz="1000" i="0" b="0">
                <a:solidFill>
                  <a:srgbClr val="858585"/>
                </a:solidFill>
                <a:latin typeface="Consolas"/>
              </a:rPr>
              <a:t>43</a:t>
            </a:r>
          </a:p>
          <a:p>
            <a:pPr algn="r">
              <a:spcAft>
                <a:spcPts val="71"/>
              </a:spcAft>
            </a:pPr>
            <a:r>
              <a:rPr sz="1000" i="0" b="0">
                <a:solidFill>
                  <a:srgbClr val="858585"/>
                </a:solidFill>
                <a:latin typeface="Consolas"/>
              </a:rPr>
              <a:t>44</a:t>
            </a:r>
          </a:p>
          <a:p>
            <a:pPr algn="r">
              <a:spcAft>
                <a:spcPts val="71"/>
              </a:spcAft>
            </a:pPr>
            <a:r>
              <a:rPr sz="1000" i="0" b="0">
                <a:solidFill>
                  <a:srgbClr val="858585"/>
                </a:solidFill>
                <a:latin typeface="Consolas"/>
              </a:rPr>
              <a:t>45</a:t>
            </a:r>
          </a:p>
          <a:p>
            <a:pPr algn="r">
              <a:spcAft>
                <a:spcPts val="71"/>
              </a:spcAft>
            </a:pPr>
            <a:r>
              <a:rPr sz="1000" i="0" b="0">
                <a:solidFill>
                  <a:srgbClr val="858585"/>
                </a:solidFill>
                <a:latin typeface="Consolas"/>
              </a:rPr>
              <a:t>46</a:t>
            </a:r>
          </a:p>
          <a:p>
            <a:pPr algn="r">
              <a:spcAft>
                <a:spcPts val="71"/>
              </a:spcAft>
            </a:pPr>
            <a:r>
              <a:rPr sz="1000" i="0" b="0">
                <a:solidFill>
                  <a:srgbClr val="858585"/>
                </a:solidFill>
                <a:latin typeface="Consolas"/>
              </a:rPr>
              <a:t>47</a:t>
            </a:r>
          </a:p>
          <a:p>
            <a:pPr algn="r">
              <a:spcAft>
                <a:spcPts val="71"/>
              </a:spcAft>
            </a:pPr>
            <a:r>
              <a:rPr sz="1000" i="0" b="0">
                <a:solidFill>
                  <a:srgbClr val="858585"/>
                </a:solidFill>
                <a:latin typeface="Consolas"/>
              </a:rPr>
              <a:t>48</a:t>
            </a:r>
          </a:p>
          <a:p>
            <a:pPr algn="r">
              <a:spcAft>
                <a:spcPts val="71"/>
              </a:spcAft>
            </a:pPr>
            <a:r>
              <a:rPr sz="1000" i="0" b="0">
                <a:solidFill>
                  <a:srgbClr val="858585"/>
                </a:solidFill>
                <a:latin typeface="Consolas"/>
              </a:rPr>
              <a:t>49</a:t>
            </a:r>
          </a:p>
          <a:p>
            <a:pPr algn="r">
              <a:spcAft>
                <a:spcPts val="71"/>
              </a:spcAft>
            </a:pPr>
            <a:r>
              <a:rPr sz="1000" i="0" b="0">
                <a:solidFill>
                  <a:srgbClr val="858585"/>
                </a:solidFill>
                <a:latin typeface="Consolas"/>
              </a:rPr>
              <a:t>50</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RepositorioMascotasCSV</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ENCABEZADO</a:t>
            </a:r>
            <a:r>
              <a:rPr sz="1000" i="0" b="0">
                <a:solidFill>
                  <a:srgbClr val="D4D4D4"/>
                </a:solidFill>
                <a:latin typeface="Consolas"/>
              </a:rPr>
              <a:t> = </a:t>
            </a:r>
            <a:r>
              <a:rPr sz="1000" i="0" b="0">
                <a:solidFill>
                  <a:srgbClr val="CE9178"/>
                </a:solidFill>
                <a:latin typeface="Consolas"/>
              </a:rPr>
              <a:t>"id;nombre"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D4D4D4"/>
                </a:solidFill>
                <a:latin typeface="Consolas"/>
              </a:rPr>
              <a:t>Path</a:t>
            </a:r>
            <a:r>
              <a:rPr sz="1000" i="0" b="0">
                <a:solidFill>
                  <a:srgbClr val="D4D4D4"/>
                </a:solidFill>
                <a:latin typeface="Consolas"/>
              </a:rPr>
              <a:t> </a:t>
            </a:r>
            <a:r>
              <a:rPr sz="1000" i="0" b="0">
                <a:solidFill>
                  <a:srgbClr val="D4D4D4"/>
                </a:solidFill>
                <a:latin typeface="Consolas"/>
              </a:rPr>
              <a:t>ruta</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RepositorioMascotasCSV</a:t>
            </a:r>
            <a:r>
              <a:rPr sz="1000" i="0" b="0">
                <a:solidFill>
                  <a:srgbClr val="D4D4D4"/>
                </a:solidFill>
                <a:latin typeface="Consolas"/>
              </a:rPr>
              <a:t>(</a:t>
            </a:r>
            <a:r>
              <a:rPr sz="1000" i="0" b="0">
                <a:solidFill>
                  <a:srgbClr val="D4D4D4"/>
                </a:solidFill>
                <a:latin typeface="Consolas"/>
              </a:rPr>
              <a:t>Path</a:t>
            </a:r>
            <a:r>
              <a:rPr sz="1000" i="0" b="0">
                <a:solidFill>
                  <a:srgbClr val="D4D4D4"/>
                </a:solidFill>
                <a:latin typeface="Consolas"/>
              </a:rPr>
              <a:t> </a:t>
            </a:r>
            <a:r>
              <a:rPr sz="1000" i="0" b="0">
                <a:solidFill>
                  <a:srgbClr val="D4D4D4"/>
                </a:solidFill>
                <a:latin typeface="Consolas"/>
              </a:rPr>
              <a:t>ruta</a:t>
            </a:r>
            <a:r>
              <a:rPr sz="1000" i="0" b="0">
                <a:solidFill>
                  <a:srgbClr val="D4D4D4"/>
                </a:solidFill>
                <a:latin typeface="Consolas"/>
              </a:rPr>
              <a:t>) {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ruta</a:t>
            </a:r>
            <a:r>
              <a:rPr sz="1000" i="0" b="0">
                <a:solidFill>
                  <a:srgbClr val="D4D4D4"/>
                </a:solidFill>
                <a:latin typeface="Consolas"/>
              </a:rPr>
              <a:t> = </a:t>
            </a:r>
            <a:r>
              <a:rPr sz="1000" i="0" b="0">
                <a:solidFill>
                  <a:srgbClr val="D4D4D4"/>
                </a:solidFill>
                <a:latin typeface="Consolas"/>
              </a:rPr>
              <a:t>ruta</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aLinea</a:t>
            </a:r>
            <a:r>
              <a:rPr sz="1000" i="0" b="0">
                <a:solidFill>
                  <a:srgbClr val="D4D4D4"/>
                </a:solidFill>
                <a:latin typeface="Consolas"/>
              </a:rPr>
              <a:t>(</a:t>
            </a:r>
            <a:r>
              <a:rPr sz="1000" i="0" b="0">
                <a:solidFill>
                  <a:srgbClr val="D4D4D4"/>
                </a:solidFill>
                <a:latin typeface="Consolas"/>
              </a:rPr>
              <a:t>Mascota</a:t>
            </a:r>
            <a:r>
              <a:rPr sz="1000" i="0" b="0">
                <a:solidFill>
                  <a:srgbClr val="D4D4D4"/>
                </a:solidFill>
                <a:latin typeface="Consolas"/>
              </a:rPr>
              <a:t> </a:t>
            </a:r>
            <a:r>
              <a:rPr sz="1000" i="0" b="0">
                <a:solidFill>
                  <a:srgbClr val="D4D4D4"/>
                </a:solidFill>
                <a:latin typeface="Consolas"/>
              </a:rPr>
              <a:t>m</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DCDCAA"/>
                </a:solidFill>
                <a:latin typeface="Consolas"/>
              </a:rPr>
              <a:t>m.getId</a:t>
            </a:r>
            <a:r>
              <a:rPr sz="1000" i="0" b="0">
                <a:solidFill>
                  <a:srgbClr val="D4D4D4"/>
                </a:solidFill>
                <a:latin typeface="Consolas"/>
              </a:rPr>
              <a:t>() + </a:t>
            </a:r>
            <a:r>
              <a:rPr sz="1000" i="0" b="0">
                <a:solidFill>
                  <a:srgbClr val="CE9178"/>
                </a:solidFill>
                <a:latin typeface="Consolas"/>
              </a:rPr>
              <a:t>";"</a:t>
            </a:r>
            <a:r>
              <a:rPr sz="1000" i="0" b="0">
                <a:solidFill>
                  <a:srgbClr val="D4D4D4"/>
                </a:solidFill>
                <a:latin typeface="Consolas"/>
              </a:rPr>
              <a:t> + </a:t>
            </a:r>
            <a:r>
              <a:rPr sz="1000" i="0" b="0">
                <a:solidFill>
                  <a:srgbClr val="DCDCAA"/>
                </a:solidFill>
                <a:latin typeface="Consolas"/>
              </a:rPr>
              <a:t>m.getNombre</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1" b="0">
                <a:solidFill>
                  <a:srgbClr val="6A9955"/>
                </a:solidFill>
                <a:latin typeface="Consolas"/>
              </a:rPr>
              <a:t>/** Escribe TODA la lista. try-with-resources cierra y</a:t>
            </a:r>
          </a:p>
          <a:p>
            <a:pPr>
              <a:spcAft>
                <a:spcPts val="71"/>
              </a:spcAft>
            </a:pPr>
            <a:r>
              <a:rPr sz="1000" i="0" b="0">
                <a:solidFill>
                  <a:srgbClr val="D4D4D4"/>
                </a:solidFill>
                <a:latin typeface="Consolas"/>
              </a:rPr>
              <a:t>     </a:t>
            </a:r>
            <a:r>
              <a:rPr sz="1000" i="1" b="0">
                <a:solidFill>
                  <a:srgbClr val="6A9955"/>
                </a:solidFill>
                <a:latin typeface="Consolas"/>
              </a:rPr>
              <a:t>*  vacia el buffer pase lo que pase.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guardar</a:t>
            </a:r>
            <a:r>
              <a:rPr sz="1000" i="0" b="0">
                <a:solidFill>
                  <a:srgbClr val="D4D4D4"/>
                </a:solidFill>
                <a:latin typeface="Consolas"/>
              </a:rPr>
              <a:t>(</a:t>
            </a:r>
            <a:r>
              <a:rPr sz="1000" i="0" b="0">
                <a:solidFill>
                  <a:srgbClr val="4EC9B0"/>
                </a:solidFill>
                <a:latin typeface="Consolas"/>
              </a:rPr>
              <a:t>List</a:t>
            </a:r>
            <a:r>
              <a:rPr sz="1000" i="0" b="0">
                <a:solidFill>
                  <a:srgbClr val="D4D4D4"/>
                </a:solidFill>
                <a:latin typeface="Consolas"/>
              </a:rPr>
              <a:t>&lt;</a:t>
            </a:r>
            <a:r>
              <a:rPr sz="1000" i="0" b="0">
                <a:solidFill>
                  <a:srgbClr val="D4D4D4"/>
                </a:solidFill>
                <a:latin typeface="Consolas"/>
              </a:rPr>
              <a:t>Mascota</a:t>
            </a:r>
            <a:r>
              <a:rPr sz="1000" i="0" b="0">
                <a:solidFill>
                  <a:srgbClr val="D4D4D4"/>
                </a:solidFill>
                <a:latin typeface="Consolas"/>
              </a:rPr>
              <a:t>&gt; </a:t>
            </a:r>
            <a:r>
              <a:rPr sz="1000" i="0" b="0">
                <a:solidFill>
                  <a:srgbClr val="D4D4D4"/>
                </a:solidFill>
                <a:latin typeface="Consolas"/>
              </a:rPr>
              <a:t>mascotas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try</a:t>
            </a:r>
            <a:r>
              <a:rPr sz="1000" i="0" b="0">
                <a:solidFill>
                  <a:srgbClr val="D4D4D4"/>
                </a:solidFill>
                <a:latin typeface="Consolas"/>
              </a:rPr>
              <a:t> (</a:t>
            </a:r>
            <a:r>
              <a:rPr sz="1000" i="0" b="0">
                <a:solidFill>
                  <a:srgbClr val="D4D4D4"/>
                </a:solidFill>
                <a:latin typeface="Consolas"/>
              </a:rPr>
              <a:t>BufferedWriter</a:t>
            </a:r>
            <a:r>
              <a:rPr sz="1000" i="0" b="0">
                <a:solidFill>
                  <a:srgbClr val="D4D4D4"/>
                </a:solidFill>
                <a:latin typeface="Consolas"/>
              </a:rPr>
              <a:t> </a:t>
            </a:r>
            <a:r>
              <a:rPr sz="1000" i="0" b="0">
                <a:solidFill>
                  <a:srgbClr val="D4D4D4"/>
                </a:solidFill>
                <a:latin typeface="Consolas"/>
              </a:rPr>
              <a:t>escritor</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Files.newBufferedWriter</a:t>
            </a:r>
            <a:r>
              <a:rPr sz="1000" i="0" b="0">
                <a:solidFill>
                  <a:srgbClr val="D4D4D4"/>
                </a:solidFill>
                <a:latin typeface="Consolas"/>
              </a:rPr>
              <a:t>(</a:t>
            </a:r>
            <a:r>
              <a:rPr sz="1000" i="0" b="0">
                <a:solidFill>
                  <a:srgbClr val="D4D4D4"/>
                </a:solidFill>
                <a:latin typeface="Consolas"/>
              </a:rPr>
              <a:t>ruta</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StandardCharsets</a:t>
            </a:r>
            <a:r>
              <a:rPr sz="1000" i="0" b="0">
                <a:solidFill>
                  <a:srgbClr val="D4D4D4"/>
                </a:solidFill>
                <a:latin typeface="Consolas"/>
              </a:rPr>
              <a:t>.</a:t>
            </a:r>
            <a:r>
              <a:rPr sz="1000" i="0" b="0">
                <a:solidFill>
                  <a:srgbClr val="D4D4D4"/>
                </a:solidFill>
                <a:latin typeface="Consolas"/>
              </a:rPr>
              <a:t>UTF_8</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escritor.write</a:t>
            </a:r>
            <a:r>
              <a:rPr sz="1000" i="0" b="0">
                <a:solidFill>
                  <a:srgbClr val="D4D4D4"/>
                </a:solidFill>
                <a:latin typeface="Consolas"/>
              </a:rPr>
              <a:t>(</a:t>
            </a:r>
            <a:r>
              <a:rPr sz="1000" i="0" b="0">
                <a:solidFill>
                  <a:srgbClr val="D4D4D4"/>
                </a:solidFill>
                <a:latin typeface="Consolas"/>
              </a:rPr>
              <a:t>ENCABEZADO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escritor.newLine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for</a:t>
            </a:r>
            <a:r>
              <a:rPr sz="1000" i="0" b="0">
                <a:solidFill>
                  <a:srgbClr val="D4D4D4"/>
                </a:solidFill>
                <a:latin typeface="Consolas"/>
              </a:rPr>
              <a:t> (</a:t>
            </a:r>
            <a:r>
              <a:rPr sz="1000" i="0" b="0">
                <a:solidFill>
                  <a:srgbClr val="D4D4D4"/>
                </a:solidFill>
                <a:latin typeface="Consolas"/>
              </a:rPr>
              <a:t>Mascota</a:t>
            </a:r>
            <a:r>
              <a:rPr sz="1000" i="0" b="0">
                <a:solidFill>
                  <a:srgbClr val="D4D4D4"/>
                </a:solidFill>
                <a:latin typeface="Consolas"/>
              </a:rPr>
              <a:t> </a:t>
            </a:r>
            <a:r>
              <a:rPr sz="1000" i="0" b="0">
                <a:solidFill>
                  <a:srgbClr val="D4D4D4"/>
                </a:solidFill>
                <a:latin typeface="Consolas"/>
              </a:rPr>
              <a:t>m</a:t>
            </a:r>
            <a:r>
              <a:rPr sz="1000" i="0" b="0">
                <a:solidFill>
                  <a:srgbClr val="D4D4D4"/>
                </a:solidFill>
                <a:latin typeface="Consolas"/>
              </a:rPr>
              <a:t> : </a:t>
            </a:r>
            <a:r>
              <a:rPr sz="1000" i="0" b="0">
                <a:solidFill>
                  <a:srgbClr val="D4D4D4"/>
                </a:solidFill>
                <a:latin typeface="Consolas"/>
              </a:rPr>
              <a:t>mascotas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escritor.write</a:t>
            </a:r>
            <a:r>
              <a:rPr sz="1000" i="0" b="0">
                <a:solidFill>
                  <a:srgbClr val="D4D4D4"/>
                </a:solidFill>
                <a:latin typeface="Consolas"/>
              </a:rPr>
              <a:t>(</a:t>
            </a:r>
            <a:r>
              <a:rPr sz="1000" i="0" b="0">
                <a:solidFill>
                  <a:srgbClr val="DCDCAA"/>
                </a:solidFill>
                <a:latin typeface="Consolas"/>
              </a:rPr>
              <a:t>aLinea</a:t>
            </a:r>
            <a:r>
              <a:rPr sz="1000" i="0" b="0">
                <a:solidFill>
                  <a:srgbClr val="D4D4D4"/>
                </a:solidFill>
                <a:latin typeface="Consolas"/>
              </a:rPr>
              <a:t>(</a:t>
            </a:r>
            <a:r>
              <a:rPr sz="1000" i="0" b="0">
                <a:solidFill>
                  <a:srgbClr val="D4D4D4"/>
                </a:solidFill>
                <a:latin typeface="Consolas"/>
              </a:rPr>
              <a:t>m</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escritor.newLine</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 </a:t>
            </a:r>
            <a:r>
              <a:rPr sz="1000" i="0" b="0">
                <a:solidFill>
                  <a:srgbClr val="569CD6"/>
                </a:solidFill>
                <a:latin typeface="Consolas"/>
              </a:rPr>
              <a:t>catch</a:t>
            </a:r>
            <a:r>
              <a:rPr sz="1000" i="0" b="0">
                <a:solidFill>
                  <a:srgbClr val="D4D4D4"/>
                </a:solidFill>
                <a:latin typeface="Consolas"/>
              </a:rPr>
              <a:t> (</a:t>
            </a:r>
            <a:r>
              <a:rPr sz="1000" i="0" b="0">
                <a:solidFill>
                  <a:srgbClr val="D4D4D4"/>
                </a:solidFill>
                <a:latin typeface="Consolas"/>
              </a:rPr>
              <a:t>IOException</a:t>
            </a:r>
            <a:r>
              <a:rPr sz="1000" i="0" b="0">
                <a:solidFill>
                  <a:srgbClr val="D4D4D4"/>
                </a:solidFill>
                <a:latin typeface="Consolas"/>
              </a:rPr>
              <a:t> </a:t>
            </a:r>
            <a:r>
              <a:rPr sz="1000" i="0" b="0">
                <a:solidFill>
                  <a:srgbClr val="D4D4D4"/>
                </a:solidFill>
                <a:latin typeface="Consolas"/>
              </a:rPr>
              <a:t>e</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"No se pudo guardar el "</a:t>
            </a:r>
          </a:p>
          <a:p>
            <a:pPr>
              <a:spcAft>
                <a:spcPts val="71"/>
              </a:spcAft>
            </a:pPr>
            <a:r>
              <a:rPr sz="1000" i="0" b="0">
                <a:solidFill>
                  <a:srgbClr val="D4D4D4"/>
                </a:solidFill>
                <a:latin typeface="Consolas"/>
              </a:rPr>
              <a:t>                    + </a:t>
            </a:r>
            <a:r>
              <a:rPr sz="1000" i="0" b="0">
                <a:solidFill>
                  <a:srgbClr val="CE9178"/>
                </a:solidFill>
                <a:latin typeface="Consolas"/>
              </a:rPr>
              <a:t>"archivo: "</a:t>
            </a:r>
            <a:r>
              <a:rPr sz="1000" i="0" b="0">
                <a:solidFill>
                  <a:srgbClr val="D4D4D4"/>
                </a:solidFill>
                <a:latin typeface="Consolas"/>
              </a:rPr>
              <a:t> + </a:t>
            </a:r>
            <a:r>
              <a:rPr sz="1000" i="0" b="0">
                <a:solidFill>
                  <a:srgbClr val="DCDCAA"/>
                </a:solidFill>
                <a:latin typeface="Consolas"/>
              </a:rPr>
              <a:t>e.getMessage</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Cargar al arrancar, guardar al cerrar</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rga-defensiv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arga-defensiv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arga-defensiv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main construye el repositorio, llama cargar() y solo después muestra la ventana.</a:t>
            </a:r>
          </a:p>
          <a:p>
            <a:pPr>
              <a:spcAft>
                <a:spcPts val="800"/>
              </a:spcAft>
            </a:pPr>
            <a:r>
              <a:rPr sz="2000" b="0" i="0">
                <a:solidFill>
                  <a:srgbClr val="333333"/>
                </a:solidFill>
                <a:latin typeface="Calibri"/>
              </a:rPr>
              <a:t>–   Carga defensiva: sin archivo, lista vacía; una línea dañada se avisa y se salta.</a:t>
            </a:r>
          </a:p>
          <a:p>
            <a:pPr>
              <a:spcAft>
                <a:spcPts val="800"/>
              </a:spcAft>
            </a:pPr>
            <a:r>
              <a:rPr sz="2000" b="0" i="0">
                <a:solidFill>
                  <a:srgbClr val="333333"/>
                </a:solidFill>
                <a:latin typeface="Calibri"/>
              </a:rPr>
              <a:t>–   Una edad «dos» lanza NumberFormatException: se captura y se sigue con el resto.</a:t>
            </a:r>
          </a:p>
          <a:p>
            <a:pPr>
              <a:spcAft>
                <a:spcPts val="800"/>
              </a:spcAft>
            </a:pPr>
            <a:r>
              <a:rPr sz="2000" b="0" i="0">
                <a:solidFill>
                  <a:srgbClr val="333333"/>
                </a:solidFill>
                <a:latin typeface="Calibri"/>
              </a:rPr>
              <a:t>–   Imprimir ruta.toAbsolutePath() una vez dice dónde quedó el archivo.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cargar(): sin archivo no revienta</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8"/>
              </a:spcAft>
            </a:pPr>
            <a:r>
              <a:rPr sz="1100" i="0" b="0">
                <a:solidFill>
                  <a:srgbClr val="858585"/>
                </a:solidFill>
                <a:latin typeface="Consolas"/>
              </a:rPr>
              <a:t>1</a:t>
            </a:r>
          </a:p>
          <a:p>
            <a:pPr algn="r">
              <a:spcAft>
                <a:spcPts val="78"/>
              </a:spcAft>
            </a:pPr>
            <a:r>
              <a:rPr sz="1100" i="0" b="0">
                <a:solidFill>
                  <a:srgbClr val="858585"/>
                </a:solidFill>
                <a:latin typeface="Consolas"/>
              </a:rPr>
              <a:t>2</a:t>
            </a:r>
          </a:p>
          <a:p>
            <a:pPr algn="r">
              <a:spcAft>
                <a:spcPts val="78"/>
              </a:spcAft>
            </a:pPr>
            <a:r>
              <a:rPr sz="1100" i="0" b="0">
                <a:solidFill>
                  <a:srgbClr val="858585"/>
                </a:solidFill>
                <a:latin typeface="Consolas"/>
              </a:rPr>
              <a:t>3</a:t>
            </a:r>
          </a:p>
          <a:p>
            <a:pPr algn="r">
              <a:spcAft>
                <a:spcPts val="78"/>
              </a:spcAft>
            </a:pPr>
            <a:r>
              <a:rPr sz="1100" i="0" b="0">
                <a:solidFill>
                  <a:srgbClr val="858585"/>
                </a:solidFill>
                <a:latin typeface="Consolas"/>
              </a:rPr>
              <a:t>4</a:t>
            </a:r>
          </a:p>
          <a:p>
            <a:pPr algn="r">
              <a:spcAft>
                <a:spcPts val="78"/>
              </a:spcAft>
            </a:pPr>
            <a:r>
              <a:rPr sz="1100" i="0" b="0">
                <a:solidFill>
                  <a:srgbClr val="858585"/>
                </a:solidFill>
                <a:latin typeface="Consolas"/>
              </a:rPr>
              <a:t>5</a:t>
            </a:r>
          </a:p>
          <a:p>
            <a:pPr algn="r">
              <a:spcAft>
                <a:spcPts val="78"/>
              </a:spcAft>
            </a:pPr>
            <a:r>
              <a:rPr sz="1100" i="0" b="0">
                <a:solidFill>
                  <a:srgbClr val="858585"/>
                </a:solidFill>
                <a:latin typeface="Consolas"/>
              </a:rPr>
              <a:t>6</a:t>
            </a:r>
          </a:p>
          <a:p>
            <a:pPr algn="r">
              <a:spcAft>
                <a:spcPts val="78"/>
              </a:spcAft>
            </a:pPr>
            <a:r>
              <a:rPr sz="1100" i="0" b="0">
                <a:solidFill>
                  <a:srgbClr val="858585"/>
                </a:solidFill>
                <a:latin typeface="Consolas"/>
              </a:rPr>
              <a:t>7</a:t>
            </a:r>
          </a:p>
          <a:p>
            <a:pPr algn="r">
              <a:spcAft>
                <a:spcPts val="78"/>
              </a:spcAft>
            </a:pPr>
            <a:r>
              <a:rPr sz="1100" i="0" b="0">
                <a:solidFill>
                  <a:srgbClr val="858585"/>
                </a:solidFill>
                <a:latin typeface="Consolas"/>
              </a:rPr>
              <a:t>8</a:t>
            </a:r>
          </a:p>
          <a:p>
            <a:pPr algn="r">
              <a:spcAft>
                <a:spcPts val="78"/>
              </a:spcAft>
            </a:pPr>
            <a:r>
              <a:rPr sz="1100" i="0" b="0">
                <a:solidFill>
                  <a:srgbClr val="858585"/>
                </a:solidFill>
                <a:latin typeface="Consolas"/>
              </a:rPr>
              <a:t>9</a:t>
            </a:r>
          </a:p>
          <a:p>
            <a:pPr algn="r">
              <a:spcAft>
                <a:spcPts val="78"/>
              </a:spcAft>
            </a:pPr>
            <a:r>
              <a:rPr sz="1100" i="0" b="0">
                <a:solidFill>
                  <a:srgbClr val="858585"/>
                </a:solidFill>
                <a:latin typeface="Consolas"/>
              </a:rPr>
              <a:t>10</a:t>
            </a:r>
          </a:p>
          <a:p>
            <a:pPr algn="r">
              <a:spcAft>
                <a:spcPts val="78"/>
              </a:spcAft>
            </a:pPr>
            <a:r>
              <a:rPr sz="1100" i="0" b="0">
                <a:solidFill>
                  <a:srgbClr val="858585"/>
                </a:solidFill>
                <a:latin typeface="Consolas"/>
              </a:rPr>
              <a:t>11</a:t>
            </a:r>
          </a:p>
          <a:p>
            <a:pPr algn="r">
              <a:spcAft>
                <a:spcPts val="78"/>
              </a:spcAft>
            </a:pPr>
            <a:r>
              <a:rPr sz="1100" i="0" b="0">
                <a:solidFill>
                  <a:srgbClr val="858585"/>
                </a:solidFill>
                <a:latin typeface="Consolas"/>
              </a:rPr>
              <a:t>12</a:t>
            </a:r>
          </a:p>
          <a:p>
            <a:pPr algn="r">
              <a:spcAft>
                <a:spcPts val="78"/>
              </a:spcAft>
            </a:pPr>
            <a:r>
              <a:rPr sz="1100" i="0" b="0">
                <a:solidFill>
                  <a:srgbClr val="858585"/>
                </a:solidFill>
                <a:latin typeface="Consolas"/>
              </a:rPr>
              <a:t>13</a:t>
            </a:r>
          </a:p>
          <a:p>
            <a:pPr algn="r">
              <a:spcAft>
                <a:spcPts val="78"/>
              </a:spcAft>
            </a:pPr>
            <a:r>
              <a:rPr sz="1100" i="0" b="0">
                <a:solidFill>
                  <a:srgbClr val="858585"/>
                </a:solidFill>
                <a:latin typeface="Consolas"/>
              </a:rPr>
              <a:t>14</a:t>
            </a:r>
          </a:p>
          <a:p>
            <a:pPr algn="r">
              <a:spcAft>
                <a:spcPts val="78"/>
              </a:spcAft>
            </a:pPr>
            <a:r>
              <a:rPr sz="1100" i="0" b="0">
                <a:solidFill>
                  <a:srgbClr val="858585"/>
                </a:solidFill>
                <a:latin typeface="Consolas"/>
              </a:rPr>
              <a:t>15</a:t>
            </a:r>
          </a:p>
          <a:p>
            <a:pPr algn="r">
              <a:spcAft>
                <a:spcPts val="78"/>
              </a:spcAft>
            </a:pPr>
            <a:r>
              <a:rPr sz="1100" i="0" b="0">
                <a:solidFill>
                  <a:srgbClr val="858585"/>
                </a:solidFill>
                <a:latin typeface="Consolas"/>
              </a:rPr>
              <a:t>16</a:t>
            </a:r>
          </a:p>
          <a:p>
            <a:pPr algn="r">
              <a:spcAft>
                <a:spcPts val="78"/>
              </a:spcAft>
            </a:pPr>
            <a:r>
              <a:rPr sz="1100" i="0" b="0">
                <a:solidFill>
                  <a:srgbClr val="858585"/>
                </a:solidFill>
                <a:latin typeface="Consolas"/>
              </a:rPr>
              <a:t>17</a:t>
            </a:r>
          </a:p>
          <a:p>
            <a:pPr algn="r">
              <a:spcAft>
                <a:spcPts val="78"/>
              </a:spcAft>
            </a:pPr>
            <a:r>
              <a:rPr sz="1100" i="0" b="0">
                <a:solidFill>
                  <a:srgbClr val="858585"/>
                </a:solidFill>
                <a:latin typeface="Consolas"/>
              </a:rPr>
              <a:t>18</a:t>
            </a:r>
          </a:p>
          <a:p>
            <a:pPr algn="r">
              <a:spcAft>
                <a:spcPts val="78"/>
              </a:spcAft>
            </a:pPr>
            <a:r>
              <a:rPr sz="1100" i="0" b="0">
                <a:solidFill>
                  <a:srgbClr val="858585"/>
                </a:solidFill>
                <a:latin typeface="Consolas"/>
              </a:rPr>
              <a:t>19</a:t>
            </a:r>
          </a:p>
          <a:p>
            <a:pPr algn="r">
              <a:spcAft>
                <a:spcPts val="78"/>
              </a:spcAft>
            </a:pPr>
            <a:r>
              <a:rPr sz="1100" i="0" b="0">
                <a:solidFill>
                  <a:srgbClr val="858585"/>
                </a:solidFill>
                <a:latin typeface="Consolas"/>
              </a:rPr>
              <a:t>20</a:t>
            </a:r>
          </a:p>
          <a:p>
            <a:pPr algn="r">
              <a:spcAft>
                <a:spcPts val="78"/>
              </a:spcAft>
            </a:pPr>
            <a:r>
              <a:rPr sz="1100" i="0" b="0">
                <a:solidFill>
                  <a:srgbClr val="858585"/>
                </a:solidFill>
                <a:latin typeface="Consolas"/>
              </a:rPr>
              <a:t>21</a:t>
            </a:r>
          </a:p>
          <a:p>
            <a:pPr algn="r">
              <a:spcAft>
                <a:spcPts val="78"/>
              </a:spcAft>
            </a:pPr>
            <a:r>
              <a:rPr sz="1100" i="0" b="0">
                <a:solidFill>
                  <a:srgbClr val="858585"/>
                </a:solidFill>
                <a:latin typeface="Consolas"/>
              </a:rPr>
              <a:t>22</a:t>
            </a:r>
          </a:p>
          <a:p>
            <a:pPr algn="r">
              <a:spcAft>
                <a:spcPts val="78"/>
              </a:spcAft>
            </a:pPr>
            <a:r>
              <a:rPr sz="1100" i="0" b="0">
                <a:solidFill>
                  <a:srgbClr val="858585"/>
                </a:solidFill>
                <a:latin typeface="Consolas"/>
              </a:rPr>
              <a:t>23</a:t>
            </a:r>
          </a:p>
          <a:p>
            <a:pPr algn="r">
              <a:spcAft>
                <a:spcPts val="78"/>
              </a:spcAft>
            </a:pPr>
            <a:r>
              <a:rPr sz="1100" i="0" b="0">
                <a:solidFill>
                  <a:srgbClr val="858585"/>
                </a:solidFill>
                <a:latin typeface="Consolas"/>
              </a:rPr>
              <a:t>24</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8"/>
              </a:spcAft>
            </a:pPr>
            <a:r>
              <a:rPr sz="1100" i="0" b="0">
                <a:solidFill>
                  <a:srgbClr val="569CD6"/>
                </a:solidFill>
                <a:latin typeface="Consolas"/>
              </a:rPr>
              <a:t>import</a:t>
            </a:r>
            <a:r>
              <a:rPr sz="1100" i="0" b="0">
                <a:solidFill>
                  <a:srgbClr val="D4D4D4"/>
                </a:solidFill>
                <a:latin typeface="Consolas"/>
              </a:rPr>
              <a:t> </a:t>
            </a:r>
            <a:r>
              <a:rPr sz="1100" i="0" b="0">
                <a:solidFill>
                  <a:srgbClr val="D4D4D4"/>
                </a:solidFill>
                <a:latin typeface="Consolas"/>
              </a:rPr>
              <a:t>java</a:t>
            </a:r>
            <a:r>
              <a:rPr sz="1100" i="0" b="0">
                <a:solidFill>
                  <a:srgbClr val="D4D4D4"/>
                </a:solidFill>
                <a:latin typeface="Consolas"/>
              </a:rPr>
              <a:t>.</a:t>
            </a:r>
            <a:r>
              <a:rPr sz="1100" i="0" b="0">
                <a:solidFill>
                  <a:srgbClr val="D4D4D4"/>
                </a:solidFill>
                <a:latin typeface="Consolas"/>
              </a:rPr>
              <a:t>io</a:t>
            </a:r>
            <a:r>
              <a:rPr sz="1100" i="0" b="0">
                <a:solidFill>
                  <a:srgbClr val="D4D4D4"/>
                </a:solidFill>
                <a:latin typeface="Consolas"/>
              </a:rPr>
              <a:t>.</a:t>
            </a:r>
            <a:r>
              <a:rPr sz="1100" i="0" b="0">
                <a:solidFill>
                  <a:srgbClr val="D4D4D4"/>
                </a:solidFill>
                <a:latin typeface="Consolas"/>
              </a:rPr>
              <a:t>BufferedReader</a:t>
            </a:r>
            <a:r>
              <a:rPr sz="1100" i="0" b="0">
                <a:solidFill>
                  <a:srgbClr val="D4D4D4"/>
                </a:solidFill>
                <a:latin typeface="Consolas"/>
              </a:rPr>
              <a:t>;</a:t>
            </a:r>
          </a:p>
          <a:p>
            <a:pPr>
              <a:spcAft>
                <a:spcPts val="78"/>
              </a:spcAft>
            </a:pPr>
            <a:r>
              <a:rPr sz="1100" i="0" b="0">
                <a:solidFill>
                  <a:srgbClr val="569CD6"/>
                </a:solidFill>
                <a:latin typeface="Consolas"/>
              </a:rPr>
              <a:t>import</a:t>
            </a:r>
            <a:r>
              <a:rPr sz="1100" i="0" b="0">
                <a:solidFill>
                  <a:srgbClr val="D4D4D4"/>
                </a:solidFill>
                <a:latin typeface="Consolas"/>
              </a:rPr>
              <a:t> </a:t>
            </a:r>
            <a:r>
              <a:rPr sz="1100" i="0" b="0">
                <a:solidFill>
                  <a:srgbClr val="D4D4D4"/>
                </a:solidFill>
                <a:latin typeface="Consolas"/>
              </a:rPr>
              <a:t>java</a:t>
            </a:r>
            <a:r>
              <a:rPr sz="1100" i="0" b="0">
                <a:solidFill>
                  <a:srgbClr val="D4D4D4"/>
                </a:solidFill>
                <a:latin typeface="Consolas"/>
              </a:rPr>
              <a:t>.</a:t>
            </a:r>
            <a:r>
              <a:rPr sz="1100" i="0" b="0">
                <a:solidFill>
                  <a:srgbClr val="D4D4D4"/>
                </a:solidFill>
                <a:latin typeface="Consolas"/>
              </a:rPr>
              <a:t>io</a:t>
            </a:r>
            <a:r>
              <a:rPr sz="1100" i="0" b="0">
                <a:solidFill>
                  <a:srgbClr val="D4D4D4"/>
                </a:solidFill>
                <a:latin typeface="Consolas"/>
              </a:rPr>
              <a:t>.</a:t>
            </a:r>
            <a:r>
              <a:rPr sz="1100" i="0" b="0">
                <a:solidFill>
                  <a:srgbClr val="D4D4D4"/>
                </a:solidFill>
                <a:latin typeface="Consolas"/>
              </a:rPr>
              <a:t>IOException</a:t>
            </a:r>
            <a:r>
              <a:rPr sz="1100" i="0" b="0">
                <a:solidFill>
                  <a:srgbClr val="D4D4D4"/>
                </a:solidFill>
                <a:latin typeface="Consolas"/>
              </a:rPr>
              <a:t>;</a:t>
            </a:r>
          </a:p>
          <a:p>
            <a:pPr>
              <a:spcAft>
                <a:spcPts val="78"/>
              </a:spcAft>
            </a:pPr>
            <a:r>
              <a:rPr sz="1100" i="0" b="0">
                <a:solidFill>
                  <a:srgbClr val="569CD6"/>
                </a:solidFill>
                <a:latin typeface="Consolas"/>
              </a:rPr>
              <a:t>import</a:t>
            </a:r>
            <a:r>
              <a:rPr sz="1100" i="0" b="0">
                <a:solidFill>
                  <a:srgbClr val="D4D4D4"/>
                </a:solidFill>
                <a:latin typeface="Consolas"/>
              </a:rPr>
              <a:t> </a:t>
            </a:r>
            <a:r>
              <a:rPr sz="1100" i="0" b="0">
                <a:solidFill>
                  <a:srgbClr val="D4D4D4"/>
                </a:solidFill>
                <a:latin typeface="Consolas"/>
              </a:rPr>
              <a:t>java</a:t>
            </a:r>
            <a:r>
              <a:rPr sz="1100" i="0" b="0">
                <a:solidFill>
                  <a:srgbClr val="D4D4D4"/>
                </a:solidFill>
                <a:latin typeface="Consolas"/>
              </a:rPr>
              <a:t>.</a:t>
            </a:r>
            <a:r>
              <a:rPr sz="1100" i="0" b="0">
                <a:solidFill>
                  <a:srgbClr val="D4D4D4"/>
                </a:solidFill>
                <a:latin typeface="Consolas"/>
              </a:rPr>
              <a:t>nio</a:t>
            </a:r>
            <a:r>
              <a:rPr sz="1100" i="0" b="0">
                <a:solidFill>
                  <a:srgbClr val="D4D4D4"/>
                </a:solidFill>
                <a:latin typeface="Consolas"/>
              </a:rPr>
              <a:t>.</a:t>
            </a:r>
            <a:r>
              <a:rPr sz="1100" i="0" b="0">
                <a:solidFill>
                  <a:srgbClr val="D4D4D4"/>
                </a:solidFill>
                <a:latin typeface="Consolas"/>
              </a:rPr>
              <a:t>file</a:t>
            </a:r>
            <a:r>
              <a:rPr sz="1100" i="0" b="0">
                <a:solidFill>
                  <a:srgbClr val="D4D4D4"/>
                </a:solidFill>
                <a:latin typeface="Consolas"/>
              </a:rPr>
              <a:t>.</a:t>
            </a:r>
            <a:r>
              <a:rPr sz="1100" i="0" b="0">
                <a:solidFill>
                  <a:srgbClr val="D4D4D4"/>
                </a:solidFill>
                <a:latin typeface="Consolas"/>
              </a:rPr>
              <a:t>Files</a:t>
            </a:r>
            <a:r>
              <a:rPr sz="1100" i="0" b="0">
                <a:solidFill>
                  <a:srgbClr val="D4D4D4"/>
                </a:solidFill>
                <a:latin typeface="Consolas"/>
              </a:rPr>
              <a:t>;</a:t>
            </a:r>
          </a:p>
          <a:p>
            <a:pPr>
              <a:spcAft>
                <a:spcPts val="78"/>
              </a:spcAft>
            </a:pPr>
            <a:r>
              <a:rPr sz="1100" i="0" b="0">
                <a:solidFill>
                  <a:srgbClr val="569CD6"/>
                </a:solidFill>
                <a:latin typeface="Consolas"/>
              </a:rPr>
              <a:t>import</a:t>
            </a:r>
            <a:r>
              <a:rPr sz="1100" i="0" b="0">
                <a:solidFill>
                  <a:srgbClr val="D4D4D4"/>
                </a:solidFill>
                <a:latin typeface="Consolas"/>
              </a:rPr>
              <a:t> </a:t>
            </a:r>
            <a:r>
              <a:rPr sz="1100" i="0" b="0">
                <a:solidFill>
                  <a:srgbClr val="D4D4D4"/>
                </a:solidFill>
                <a:latin typeface="Consolas"/>
              </a:rPr>
              <a:t>java</a:t>
            </a:r>
            <a:r>
              <a:rPr sz="1100" i="0" b="0">
                <a:solidFill>
                  <a:srgbClr val="D4D4D4"/>
                </a:solidFill>
                <a:latin typeface="Consolas"/>
              </a:rPr>
              <a:t>.</a:t>
            </a:r>
            <a:r>
              <a:rPr sz="1100" i="0" b="0">
                <a:solidFill>
                  <a:srgbClr val="D4D4D4"/>
                </a:solidFill>
                <a:latin typeface="Consolas"/>
              </a:rPr>
              <a:t>nio</a:t>
            </a:r>
            <a:r>
              <a:rPr sz="1100" i="0" b="0">
                <a:solidFill>
                  <a:srgbClr val="D4D4D4"/>
                </a:solidFill>
                <a:latin typeface="Consolas"/>
              </a:rPr>
              <a:t>.</a:t>
            </a:r>
            <a:r>
              <a:rPr sz="1100" i="0" b="0">
                <a:solidFill>
                  <a:srgbClr val="D4D4D4"/>
                </a:solidFill>
                <a:latin typeface="Consolas"/>
              </a:rPr>
              <a:t>file</a:t>
            </a:r>
            <a:r>
              <a:rPr sz="1100" i="0" b="0">
                <a:solidFill>
                  <a:srgbClr val="D4D4D4"/>
                </a:solidFill>
                <a:latin typeface="Consolas"/>
              </a:rPr>
              <a:t>.</a:t>
            </a:r>
            <a:r>
              <a:rPr sz="1100" i="0" b="0">
                <a:solidFill>
                  <a:srgbClr val="D4D4D4"/>
                </a:solidFill>
                <a:latin typeface="Consolas"/>
              </a:rPr>
              <a:t>Path</a:t>
            </a:r>
            <a:r>
              <a:rPr sz="1100" i="0" b="0">
                <a:solidFill>
                  <a:srgbClr val="D4D4D4"/>
                </a:solidFill>
                <a:latin typeface="Consolas"/>
              </a:rPr>
              <a:t>;</a:t>
            </a:r>
          </a:p>
          <a:p>
            <a:pPr>
              <a:spcAft>
                <a:spcPts val="78"/>
              </a:spcAft>
            </a:pPr>
            <a:r>
              <a:rPr sz="1100" i="0" b="0">
                <a:solidFill>
                  <a:srgbClr val="569CD6"/>
                </a:solidFill>
                <a:latin typeface="Consolas"/>
              </a:rPr>
              <a:t>import</a:t>
            </a:r>
            <a:r>
              <a:rPr sz="1100" i="0" b="0">
                <a:solidFill>
                  <a:srgbClr val="D4D4D4"/>
                </a:solidFill>
                <a:latin typeface="Consolas"/>
              </a:rPr>
              <a:t> </a:t>
            </a:r>
            <a:r>
              <a:rPr sz="1100" i="0" b="0">
                <a:solidFill>
                  <a:srgbClr val="D4D4D4"/>
                </a:solidFill>
                <a:latin typeface="Consolas"/>
              </a:rPr>
              <a:t>java</a:t>
            </a:r>
            <a:r>
              <a:rPr sz="1100" i="0" b="0">
                <a:solidFill>
                  <a:srgbClr val="D4D4D4"/>
                </a:solidFill>
                <a:latin typeface="Consolas"/>
              </a:rPr>
              <a:t>.</a:t>
            </a:r>
            <a:r>
              <a:rPr sz="1100" i="0" b="0">
                <a:solidFill>
                  <a:srgbClr val="D4D4D4"/>
                </a:solidFill>
                <a:latin typeface="Consolas"/>
              </a:rPr>
              <a:t>util</a:t>
            </a:r>
            <a:r>
              <a:rPr sz="1100" i="0" b="0">
                <a:solidFill>
                  <a:srgbClr val="D4D4D4"/>
                </a:solidFill>
                <a:latin typeface="Consolas"/>
              </a:rPr>
              <a:t>.</a:t>
            </a:r>
            <a:r>
              <a:rPr sz="1100" i="0" b="0">
                <a:solidFill>
                  <a:srgbClr val="4EC9B0"/>
                </a:solidFill>
                <a:latin typeface="Consolas"/>
              </a:rPr>
              <a:t>ArrayList</a:t>
            </a:r>
            <a:r>
              <a:rPr sz="1100" i="0" b="0">
                <a:solidFill>
                  <a:srgbClr val="D4D4D4"/>
                </a:solidFill>
                <a:latin typeface="Consolas"/>
              </a:rPr>
              <a:t>;</a:t>
            </a:r>
          </a:p>
          <a:p>
            <a:pPr>
              <a:spcAft>
                <a:spcPts val="78"/>
              </a:spcAft>
            </a:pPr>
            <a:r>
              <a:rPr sz="1100" i="0" b="0">
                <a:solidFill>
                  <a:srgbClr val="569CD6"/>
                </a:solidFill>
                <a:latin typeface="Consolas"/>
              </a:rPr>
              <a:t>import</a:t>
            </a:r>
            <a:r>
              <a:rPr sz="1100" i="0" b="0">
                <a:solidFill>
                  <a:srgbClr val="D4D4D4"/>
                </a:solidFill>
                <a:latin typeface="Consolas"/>
              </a:rPr>
              <a:t> </a:t>
            </a:r>
            <a:r>
              <a:rPr sz="1100" i="0" b="0">
                <a:solidFill>
                  <a:srgbClr val="D4D4D4"/>
                </a:solidFill>
                <a:latin typeface="Consolas"/>
              </a:rPr>
              <a:t>java</a:t>
            </a:r>
            <a:r>
              <a:rPr sz="1100" i="0" b="0">
                <a:solidFill>
                  <a:srgbClr val="D4D4D4"/>
                </a:solidFill>
                <a:latin typeface="Consolas"/>
              </a:rPr>
              <a:t>.</a:t>
            </a:r>
            <a:r>
              <a:rPr sz="1100" i="0" b="0">
                <a:solidFill>
                  <a:srgbClr val="D4D4D4"/>
                </a:solidFill>
                <a:latin typeface="Consolas"/>
              </a:rPr>
              <a:t>util</a:t>
            </a:r>
            <a:r>
              <a:rPr sz="1100" i="0" b="0">
                <a:solidFill>
                  <a:srgbClr val="D4D4D4"/>
                </a:solidFill>
                <a:latin typeface="Consolas"/>
              </a:rPr>
              <a:t>.</a:t>
            </a:r>
            <a:r>
              <a:rPr sz="1100" i="0" b="0">
                <a:solidFill>
                  <a:srgbClr val="4EC9B0"/>
                </a:solidFill>
                <a:latin typeface="Consolas"/>
              </a:rPr>
              <a:t>List</a:t>
            </a:r>
            <a:r>
              <a:rPr sz="1100" i="0" b="0">
                <a:solidFill>
                  <a:srgbClr val="D4D4D4"/>
                </a:solidFill>
                <a:latin typeface="Consolas"/>
              </a:rPr>
              <a:t>;</a:t>
            </a:r>
          </a:p>
          <a:p>
            <a:pPr>
              <a:spcAft>
                <a:spcPts val="78"/>
              </a:spcAft>
            </a:pPr>
            <a:r>
              <a:rPr sz="1100" i="0" b="0">
                <a:solidFill>
                  <a:srgbClr val="569CD6"/>
                </a:solidFill>
                <a:latin typeface="Consolas"/>
              </a:rPr>
              <a:t>class</a:t>
            </a:r>
            <a:r>
              <a:rPr sz="1100" i="0" b="0">
                <a:solidFill>
                  <a:srgbClr val="D4D4D4"/>
                </a:solidFill>
                <a:latin typeface="Consolas"/>
              </a:rPr>
              <a:t> </a:t>
            </a:r>
            <a:r>
              <a:rPr sz="1100" i="0" b="0">
                <a:solidFill>
                  <a:srgbClr val="4EC9B0"/>
                </a:solidFill>
                <a:latin typeface="Consolas"/>
              </a:rPr>
              <a:t>Main</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public</a:t>
            </a:r>
            <a:r>
              <a:rPr sz="1100" i="0" b="0">
                <a:solidFill>
                  <a:srgbClr val="D4D4D4"/>
                </a:solidFill>
                <a:latin typeface="Consolas"/>
              </a:rPr>
              <a:t> </a:t>
            </a:r>
            <a:r>
              <a:rPr sz="1100" i="0" b="0">
                <a:solidFill>
                  <a:srgbClr val="569CD6"/>
                </a:solidFill>
                <a:latin typeface="Consolas"/>
              </a:rPr>
              <a:t>static</a:t>
            </a:r>
            <a:r>
              <a:rPr sz="1100" i="0" b="0">
                <a:solidFill>
                  <a:srgbClr val="D4D4D4"/>
                </a:solidFill>
                <a:latin typeface="Consolas"/>
              </a:rPr>
              <a:t> </a:t>
            </a:r>
            <a:r>
              <a:rPr sz="1100" i="0" b="0">
                <a:solidFill>
                  <a:srgbClr val="569CD6"/>
                </a:solidFill>
                <a:latin typeface="Consolas"/>
              </a:rPr>
              <a:t>void</a:t>
            </a:r>
            <a:r>
              <a:rPr sz="1100" i="0" b="0">
                <a:solidFill>
                  <a:srgbClr val="D4D4D4"/>
                </a:solidFill>
                <a:latin typeface="Consolas"/>
              </a:rPr>
              <a:t> </a:t>
            </a:r>
            <a:r>
              <a:rPr sz="1100" i="0" b="0">
                <a:solidFill>
                  <a:srgbClr val="DCDCAA"/>
                </a:solidFill>
                <a:latin typeface="Consolas"/>
              </a:rPr>
              <a:t>main</a:t>
            </a:r>
            <a:r>
              <a:rPr sz="1100" i="0" b="0">
                <a:solidFill>
                  <a:srgbClr val="D4D4D4"/>
                </a:solidFill>
                <a:latin typeface="Consolas"/>
              </a:rPr>
              <a:t>(</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args</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569CD6"/>
                </a:solidFill>
                <a:latin typeface="Consolas"/>
              </a:rPr>
              <a:t>throws</a:t>
            </a:r>
            <a:r>
              <a:rPr sz="1100" i="0" b="0">
                <a:solidFill>
                  <a:srgbClr val="D4D4D4"/>
                </a:solidFill>
                <a:latin typeface="Consolas"/>
              </a:rPr>
              <a:t> </a:t>
            </a:r>
            <a:r>
              <a:rPr sz="1100" i="0" b="0">
                <a:solidFill>
                  <a:srgbClr val="D4D4D4"/>
                </a:solidFill>
                <a:latin typeface="Consolas"/>
              </a:rPr>
              <a:t>IOException</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4D4D4"/>
                </a:solidFill>
                <a:latin typeface="Consolas"/>
              </a:rPr>
              <a:t>Path</a:t>
            </a:r>
            <a:r>
              <a:rPr sz="1100" i="0" b="0">
                <a:solidFill>
                  <a:srgbClr val="D4D4D4"/>
                </a:solidFill>
                <a:latin typeface="Consolas"/>
              </a:rPr>
              <a:t> </a:t>
            </a:r>
            <a:r>
              <a:rPr sz="1100" i="0" b="0">
                <a:solidFill>
                  <a:srgbClr val="D4D4D4"/>
                </a:solidFill>
                <a:latin typeface="Consolas"/>
              </a:rPr>
              <a:t>ruta</a:t>
            </a:r>
            <a:r>
              <a:rPr sz="1100" i="0" b="0">
                <a:solidFill>
                  <a:srgbClr val="D4D4D4"/>
                </a:solidFill>
                <a:latin typeface="Consolas"/>
              </a:rPr>
              <a:t> = </a:t>
            </a:r>
            <a:r>
              <a:rPr sz="1100" i="0" b="0">
                <a:solidFill>
                  <a:srgbClr val="DCDCAA"/>
                </a:solidFill>
                <a:latin typeface="Consolas"/>
              </a:rPr>
              <a:t>Path.of</a:t>
            </a:r>
            <a:r>
              <a:rPr sz="1100" i="0" b="0">
                <a:solidFill>
                  <a:srgbClr val="D4D4D4"/>
                </a:solidFill>
                <a:latin typeface="Consolas"/>
              </a:rPr>
              <a:t>(</a:t>
            </a:r>
            <a:r>
              <a:rPr sz="1100" i="0" b="0">
                <a:solidFill>
                  <a:srgbClr val="CE9178"/>
                </a:solidFill>
                <a:latin typeface="Consolas"/>
              </a:rPr>
              <a:t>"mascotas.csv"</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Files.deleteIfExists</a:t>
            </a:r>
            <a:r>
              <a:rPr sz="1100" i="0" b="0">
                <a:solidFill>
                  <a:srgbClr val="D4D4D4"/>
                </a:solidFill>
                <a:latin typeface="Consolas"/>
              </a:rPr>
              <a:t>(</a:t>
            </a:r>
            <a:r>
              <a:rPr sz="1100" i="0" b="0">
                <a:solidFill>
                  <a:srgbClr val="D4D4D4"/>
                </a:solidFill>
                <a:latin typeface="Consolas"/>
              </a:rPr>
              <a:t>ruta</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4D4D4"/>
                </a:solidFill>
                <a:latin typeface="Consolas"/>
              </a:rPr>
              <a:t>RepositorioMascotasCSV</a:t>
            </a:r>
            <a:r>
              <a:rPr sz="1100" i="0" b="0">
                <a:solidFill>
                  <a:srgbClr val="D4D4D4"/>
                </a:solidFill>
                <a:latin typeface="Consolas"/>
              </a:rPr>
              <a:t> </a:t>
            </a:r>
            <a:r>
              <a:rPr sz="1100" i="0" b="0">
                <a:solidFill>
                  <a:srgbClr val="D4D4D4"/>
                </a:solidFill>
                <a:latin typeface="Consolas"/>
              </a:rPr>
              <a:t>repo</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new</a:t>
            </a:r>
            <a:r>
              <a:rPr sz="1100" i="0" b="0">
                <a:solidFill>
                  <a:srgbClr val="D4D4D4"/>
                </a:solidFill>
                <a:latin typeface="Consolas"/>
              </a:rPr>
              <a:t> </a:t>
            </a:r>
            <a:r>
              <a:rPr sz="1100" i="0" b="0">
                <a:solidFill>
                  <a:srgbClr val="4EC9B0"/>
                </a:solidFill>
                <a:latin typeface="Consolas"/>
              </a:rPr>
              <a:t>RepositorioMascotasCSV</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CE9178"/>
                </a:solidFill>
                <a:latin typeface="Consolas"/>
              </a:rPr>
              <a:t>"Sin archivo: "</a:t>
            </a:r>
            <a:r>
              <a:rPr sz="1100" i="0" b="0">
                <a:solidFill>
                  <a:srgbClr val="D4D4D4"/>
                </a:solidFill>
                <a:latin typeface="Consolas"/>
              </a:rPr>
              <a:t> + </a:t>
            </a:r>
            <a:r>
              <a:rPr sz="1100" i="0" b="0">
                <a:solidFill>
                  <a:srgbClr val="DCDCAA"/>
                </a:solidFill>
                <a:latin typeface="Consolas"/>
              </a:rPr>
              <a:t>repo.cargar</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Files.writeString</a:t>
            </a:r>
            <a:r>
              <a:rPr sz="1100" i="0" b="0">
                <a:solidFill>
                  <a:srgbClr val="D4D4D4"/>
                </a:solidFill>
                <a:latin typeface="Consolas"/>
              </a:rPr>
              <a:t>(</a:t>
            </a:r>
            <a:r>
              <a:rPr sz="1100" i="0" b="0">
                <a:solidFill>
                  <a:srgbClr val="D4D4D4"/>
                </a:solidFill>
                <a:latin typeface="Consolas"/>
              </a:rPr>
              <a:t>ruta</a:t>
            </a:r>
            <a:r>
              <a:rPr sz="1100" i="0" b="0">
                <a:solidFill>
                  <a:srgbClr val="D4D4D4"/>
                </a:solidFill>
                <a:latin typeface="Consolas"/>
              </a:rPr>
              <a:t>, </a:t>
            </a:r>
            <a:r>
              <a:rPr sz="1100" i="0" b="0">
                <a:solidFill>
                  <a:srgbClr val="CE9178"/>
                </a:solidFill>
                <a:latin typeface="Consolas"/>
              </a:rPr>
              <a:t>"id;nombre\nM001;Kira\nx"</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CE9178"/>
                </a:solidFill>
                <a:latin typeface="Consolas"/>
              </a:rPr>
              <a:t>"Con archivo: "</a:t>
            </a:r>
            <a:r>
              <a:rPr sz="1100" i="0" b="0">
                <a:solidFill>
                  <a:srgbClr val="D4D4D4"/>
                </a:solidFill>
                <a:latin typeface="Consolas"/>
              </a:rPr>
              <a:t> + </a:t>
            </a:r>
            <a:r>
              <a:rPr sz="1100" i="0" b="0">
                <a:solidFill>
                  <a:srgbClr val="DCDCAA"/>
                </a:solidFill>
                <a:latin typeface="Consolas"/>
              </a:rPr>
              <a:t>repo.cargar</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a:t>
            </a:r>
          </a:p>
          <a:p>
            <a:pPr>
              <a:spcAft>
                <a:spcPts val="78"/>
              </a:spcAft>
            </a:pPr>
            <a:r>
              <a:rPr sz="1100" i="0" b="0">
                <a:solidFill>
                  <a:srgbClr val="569CD6"/>
                </a:solidFill>
                <a:latin typeface="Consolas"/>
              </a:rPr>
              <a:t>class</a:t>
            </a:r>
            <a:r>
              <a:rPr sz="1100" i="0" b="0">
                <a:solidFill>
                  <a:srgbClr val="D4D4D4"/>
                </a:solidFill>
                <a:latin typeface="Consolas"/>
              </a:rPr>
              <a:t> </a:t>
            </a:r>
            <a:r>
              <a:rPr sz="1100" i="0" b="0">
                <a:solidFill>
                  <a:srgbClr val="4EC9B0"/>
                </a:solidFill>
                <a:latin typeface="Consolas"/>
              </a:rPr>
              <a:t>RepositorioMascotasCSV</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private</a:t>
            </a:r>
            <a:r>
              <a:rPr sz="1100" i="0" b="0">
                <a:solidFill>
                  <a:srgbClr val="D4D4D4"/>
                </a:solidFill>
                <a:latin typeface="Consolas"/>
              </a:rPr>
              <a:t> </a:t>
            </a:r>
            <a:r>
              <a:rPr sz="1100" i="0" b="0">
                <a:solidFill>
                  <a:srgbClr val="569CD6"/>
                </a:solidFill>
                <a:latin typeface="Consolas"/>
              </a:rPr>
              <a:t>final</a:t>
            </a:r>
            <a:r>
              <a:rPr sz="1100" i="0" b="0">
                <a:solidFill>
                  <a:srgbClr val="D4D4D4"/>
                </a:solidFill>
                <a:latin typeface="Consolas"/>
              </a:rPr>
              <a:t> </a:t>
            </a:r>
            <a:r>
              <a:rPr sz="1100" i="0" b="0">
                <a:solidFill>
                  <a:srgbClr val="D4D4D4"/>
                </a:solidFill>
                <a:latin typeface="Consolas"/>
              </a:rPr>
              <a:t>Path</a:t>
            </a:r>
            <a:r>
              <a:rPr sz="1100" i="0" b="0">
                <a:solidFill>
                  <a:srgbClr val="D4D4D4"/>
                </a:solidFill>
                <a:latin typeface="Consolas"/>
              </a:rPr>
              <a:t> </a:t>
            </a:r>
            <a:r>
              <a:rPr sz="1100" i="0" b="0">
                <a:solidFill>
                  <a:srgbClr val="D4D4D4"/>
                </a:solidFill>
                <a:latin typeface="Consolas"/>
              </a:rPr>
              <a:t>ruta</a:t>
            </a:r>
            <a:r>
              <a:rPr sz="1100" i="0" b="0">
                <a:solidFill>
                  <a:srgbClr val="D4D4D4"/>
                </a:solidFill>
                <a:latin typeface="Consolas"/>
              </a:rPr>
              <a:t> = </a:t>
            </a:r>
            <a:r>
              <a:rPr sz="1100" i="0" b="0">
                <a:solidFill>
                  <a:srgbClr val="DCDCAA"/>
                </a:solidFill>
                <a:latin typeface="Consolas"/>
              </a:rPr>
              <a:t>Path.of</a:t>
            </a:r>
            <a:r>
              <a:rPr sz="1100" i="0" b="0">
                <a:solidFill>
                  <a:srgbClr val="D4D4D4"/>
                </a:solidFill>
                <a:latin typeface="Consolas"/>
              </a:rPr>
              <a:t>(</a:t>
            </a:r>
            <a:r>
              <a:rPr sz="1100" i="0" b="0">
                <a:solidFill>
                  <a:srgbClr val="CE9178"/>
                </a:solidFill>
                <a:latin typeface="Consolas"/>
              </a:rPr>
              <a:t>"mascotas.csv"</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569CD6"/>
                </a:solidFill>
                <a:latin typeface="Consolas"/>
              </a:rPr>
              <a:t>private</a:t>
            </a:r>
            <a:r>
              <a:rPr sz="1100" i="0" b="0">
                <a:solidFill>
                  <a:srgbClr val="D4D4D4"/>
                </a:solidFill>
                <a:latin typeface="Consolas"/>
              </a:rPr>
              <a:t> </a:t>
            </a:r>
            <a:r>
              <a:rPr sz="1100" i="0" b="0">
                <a:solidFill>
                  <a:srgbClr val="D4D4D4"/>
                </a:solidFill>
                <a:latin typeface="Consolas"/>
              </a:rPr>
              <a:t>Mascota</a:t>
            </a:r>
            <a:r>
              <a:rPr sz="1100" i="0" b="0">
                <a:solidFill>
                  <a:srgbClr val="D4D4D4"/>
                </a:solidFill>
                <a:latin typeface="Consolas"/>
              </a:rPr>
              <a:t> </a:t>
            </a:r>
            <a:r>
              <a:rPr sz="1100" i="0" b="0">
                <a:solidFill>
                  <a:srgbClr val="DCDCAA"/>
                </a:solidFill>
                <a:latin typeface="Consolas"/>
              </a:rPr>
              <a:t>desdeLinea</a:t>
            </a:r>
            <a:r>
              <a:rPr sz="1100" i="0" b="0">
                <a:solidFill>
                  <a:srgbClr val="D4D4D4"/>
                </a:solidFill>
                <a:latin typeface="Consolas"/>
              </a:rPr>
              <a:t>(</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linea</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c</a:t>
            </a:r>
            <a:r>
              <a:rPr sz="1100" i="0" b="0">
                <a:solidFill>
                  <a:srgbClr val="D4D4D4"/>
                </a:solidFill>
                <a:latin typeface="Consolas"/>
              </a:rPr>
              <a:t> = </a:t>
            </a:r>
            <a:r>
              <a:rPr sz="1100" i="0" b="0">
                <a:solidFill>
                  <a:srgbClr val="DCDCAA"/>
                </a:solidFill>
                <a:latin typeface="Consolas"/>
              </a:rPr>
              <a:t>linea.split</a:t>
            </a:r>
            <a:r>
              <a:rPr sz="1100" i="0" b="0">
                <a:solidFill>
                  <a:srgbClr val="D4D4D4"/>
                </a:solidFill>
                <a:latin typeface="Consolas"/>
              </a:rPr>
              <a:t>(</a:t>
            </a:r>
            <a:r>
              <a:rPr sz="1100" i="0" b="0">
                <a:solidFill>
                  <a:srgbClr val="CE9178"/>
                </a:solidFill>
                <a:latin typeface="Consolas"/>
              </a:rPr>
              <a:t>";"</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569CD6"/>
                </a:solidFill>
                <a:latin typeface="Consolas"/>
              </a:rPr>
              <a:t>return</a:t>
            </a:r>
            <a:r>
              <a:rPr sz="1100" i="0" b="0">
                <a:solidFill>
                  <a:srgbClr val="D4D4D4"/>
                </a:solidFill>
                <a:latin typeface="Consolas"/>
              </a:rPr>
              <a:t> </a:t>
            </a:r>
            <a:r>
              <a:rPr sz="1100" i="0" b="0">
                <a:solidFill>
                  <a:srgbClr val="D4D4D4"/>
                </a:solidFill>
                <a:latin typeface="Consolas"/>
              </a:rPr>
              <a:t>c</a:t>
            </a:r>
            <a:r>
              <a:rPr sz="1100" i="0" b="0">
                <a:solidFill>
                  <a:srgbClr val="D4D4D4"/>
                </a:solidFill>
                <a:latin typeface="Consolas"/>
              </a:rPr>
              <a:t>.</a:t>
            </a:r>
            <a:r>
              <a:rPr sz="1100" i="0" b="0">
                <a:solidFill>
                  <a:srgbClr val="D4D4D4"/>
                </a:solidFill>
                <a:latin typeface="Consolas"/>
              </a:rPr>
              <a:t>length</a:t>
            </a:r>
            <a:r>
              <a:rPr sz="1100" i="0" b="0">
                <a:solidFill>
                  <a:srgbClr val="D4D4D4"/>
                </a:solidFill>
                <a:latin typeface="Consolas"/>
              </a:rPr>
              <a:t> == </a:t>
            </a:r>
            <a:r>
              <a:rPr sz="1100" i="0" b="0">
                <a:solidFill>
                  <a:srgbClr val="B5CEA8"/>
                </a:solidFill>
                <a:latin typeface="Consolas"/>
              </a:rPr>
              <a:t>2</a:t>
            </a:r>
            <a:r>
              <a:rPr sz="1100" i="0" b="0">
                <a:solidFill>
                  <a:srgbClr val="D4D4D4"/>
                </a:solidFill>
                <a:latin typeface="Consolas"/>
              </a:rPr>
              <a:t> ? </a:t>
            </a:r>
            <a:r>
              <a:rPr sz="1100" i="0" b="0">
                <a:solidFill>
                  <a:srgbClr val="569CD6"/>
                </a:solidFill>
                <a:latin typeface="Consolas"/>
              </a:rPr>
              <a:t>new</a:t>
            </a:r>
            <a:r>
              <a:rPr sz="1100" i="0" b="0">
                <a:solidFill>
                  <a:srgbClr val="D4D4D4"/>
                </a:solidFill>
                <a:latin typeface="Consolas"/>
              </a:rPr>
              <a:t> </a:t>
            </a:r>
            <a:r>
              <a:rPr sz="1100" i="0" b="0">
                <a:solidFill>
                  <a:srgbClr val="4EC9B0"/>
                </a:solidFill>
                <a:latin typeface="Consolas"/>
              </a:rPr>
              <a:t>Mascota</a:t>
            </a:r>
            <a:r>
              <a:rPr sz="1100" i="0" b="0">
                <a:solidFill>
                  <a:srgbClr val="D4D4D4"/>
                </a:solidFill>
                <a:latin typeface="Consolas"/>
              </a:rPr>
              <a:t>(</a:t>
            </a:r>
            <a:r>
              <a:rPr sz="1100" i="0" b="0">
                <a:solidFill>
                  <a:srgbClr val="D4D4D4"/>
                </a:solidFill>
                <a:latin typeface="Consolas"/>
              </a:rPr>
              <a:t>c</a:t>
            </a:r>
            <a:r>
              <a:rPr sz="1100" i="0" b="0">
                <a:solidFill>
                  <a:srgbClr val="D4D4D4"/>
                </a:solidFill>
                <a:latin typeface="Consolas"/>
              </a:rPr>
              <a:t>[</a:t>
            </a:r>
            <a:r>
              <a:rPr sz="1100" i="0" b="0">
                <a:solidFill>
                  <a:srgbClr val="B5CEA8"/>
                </a:solidFill>
                <a:latin typeface="Consolas"/>
              </a:rPr>
              <a:t>0</a:t>
            </a:r>
            <a:r>
              <a:rPr sz="1100" i="0" b="0">
                <a:solidFill>
                  <a:srgbClr val="D4D4D4"/>
                </a:solidFill>
                <a:latin typeface="Consolas"/>
              </a:rPr>
              <a:t>]) : </a:t>
            </a:r>
            <a:r>
              <a:rPr sz="1100" i="0" b="0">
                <a:solidFill>
                  <a:srgbClr val="569CD6"/>
                </a:solidFill>
                <a:latin typeface="Consolas"/>
              </a:rPr>
              <a:t>null</a:t>
            </a:r>
            <a:r>
              <a:rPr sz="1100" i="0" b="0">
                <a:solidFill>
                  <a:srgbClr val="D4D4D4"/>
                </a:solidFill>
                <a:latin typeface="Consolas"/>
              </a:rPr>
              <a:t>;</a:t>
            </a:r>
          </a:p>
          <a:p>
            <a:pPr>
              <a:spcAft>
                <a:spcPts val="78"/>
              </a:spcAft>
            </a:pPr>
            <a:r>
              <a:rPr sz="1100" i="0" b="0">
                <a:solidFill>
                  <a:srgbClr val="D4D4D4"/>
                </a:solidFill>
                <a:latin typeface="Consolas"/>
              </a:rPr>
              <a:t>    }</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8"/>
              </a:spcAft>
            </a:pPr>
            <a:r>
              <a:rPr sz="1100" i="0" b="0">
                <a:solidFill>
                  <a:srgbClr val="858585"/>
                </a:solidFill>
                <a:latin typeface="Consolas"/>
              </a:rPr>
              <a:t>25</a:t>
            </a:r>
          </a:p>
          <a:p>
            <a:pPr algn="r">
              <a:spcAft>
                <a:spcPts val="78"/>
              </a:spcAft>
            </a:pPr>
            <a:r>
              <a:rPr sz="1100" i="0" b="0">
                <a:solidFill>
                  <a:srgbClr val="858585"/>
                </a:solidFill>
                <a:latin typeface="Consolas"/>
              </a:rPr>
              <a:t>26</a:t>
            </a:r>
          </a:p>
          <a:p>
            <a:pPr algn="r">
              <a:spcAft>
                <a:spcPts val="78"/>
              </a:spcAft>
            </a:pPr>
            <a:r>
              <a:rPr sz="1100" i="0" b="0">
                <a:solidFill>
                  <a:srgbClr val="858585"/>
                </a:solidFill>
                <a:latin typeface="Consolas"/>
              </a:rPr>
              <a:t>27</a:t>
            </a:r>
          </a:p>
          <a:p>
            <a:pPr algn="r">
              <a:spcAft>
                <a:spcPts val="78"/>
              </a:spcAft>
            </a:pPr>
            <a:r>
              <a:rPr sz="1100" i="0" b="0">
                <a:solidFill>
                  <a:srgbClr val="858585"/>
                </a:solidFill>
                <a:latin typeface="Consolas"/>
              </a:rPr>
              <a:t>28</a:t>
            </a:r>
          </a:p>
          <a:p>
            <a:pPr algn="r">
              <a:spcAft>
                <a:spcPts val="78"/>
              </a:spcAft>
            </a:pPr>
            <a:r>
              <a:rPr sz="1100" i="0" b="0">
                <a:solidFill>
                  <a:srgbClr val="858585"/>
                </a:solidFill>
                <a:latin typeface="Consolas"/>
              </a:rPr>
              <a:t>29</a:t>
            </a:r>
          </a:p>
          <a:p>
            <a:pPr algn="r">
              <a:spcAft>
                <a:spcPts val="78"/>
              </a:spcAft>
            </a:pPr>
            <a:r>
              <a:rPr sz="1100" i="0" b="0">
                <a:solidFill>
                  <a:srgbClr val="858585"/>
                </a:solidFill>
                <a:latin typeface="Consolas"/>
              </a:rPr>
              <a:t>30</a:t>
            </a:r>
          </a:p>
          <a:p>
            <a:pPr algn="r">
              <a:spcAft>
                <a:spcPts val="78"/>
              </a:spcAft>
            </a:pPr>
            <a:r>
              <a:rPr sz="1100" i="0" b="0">
                <a:solidFill>
                  <a:srgbClr val="858585"/>
                </a:solidFill>
                <a:latin typeface="Consolas"/>
              </a:rPr>
              <a:t>31</a:t>
            </a:r>
          </a:p>
          <a:p>
            <a:pPr algn="r">
              <a:spcAft>
                <a:spcPts val="78"/>
              </a:spcAft>
            </a:pPr>
            <a:r>
              <a:rPr sz="1100" i="0" b="0">
                <a:solidFill>
                  <a:srgbClr val="858585"/>
                </a:solidFill>
                <a:latin typeface="Consolas"/>
              </a:rPr>
              <a:t>32</a:t>
            </a:r>
          </a:p>
          <a:p>
            <a:pPr algn="r">
              <a:spcAft>
                <a:spcPts val="78"/>
              </a:spcAft>
            </a:pPr>
            <a:r>
              <a:rPr sz="1100" i="0" b="0">
                <a:solidFill>
                  <a:srgbClr val="858585"/>
                </a:solidFill>
                <a:latin typeface="Consolas"/>
              </a:rPr>
              <a:t>33</a:t>
            </a:r>
          </a:p>
          <a:p>
            <a:pPr algn="r">
              <a:spcAft>
                <a:spcPts val="78"/>
              </a:spcAft>
            </a:pPr>
            <a:r>
              <a:rPr sz="1100" i="0" b="0">
                <a:solidFill>
                  <a:srgbClr val="858585"/>
                </a:solidFill>
                <a:latin typeface="Consolas"/>
              </a:rPr>
              <a:t>34</a:t>
            </a:r>
          </a:p>
          <a:p>
            <a:pPr algn="r">
              <a:spcAft>
                <a:spcPts val="78"/>
              </a:spcAft>
            </a:pPr>
            <a:r>
              <a:rPr sz="1100" i="0" b="0">
                <a:solidFill>
                  <a:srgbClr val="858585"/>
                </a:solidFill>
                <a:latin typeface="Consolas"/>
              </a:rPr>
              <a:t>35</a:t>
            </a:r>
          </a:p>
          <a:p>
            <a:pPr algn="r">
              <a:spcAft>
                <a:spcPts val="78"/>
              </a:spcAft>
            </a:pPr>
            <a:r>
              <a:rPr sz="1100" i="0" b="0">
                <a:solidFill>
                  <a:srgbClr val="858585"/>
                </a:solidFill>
                <a:latin typeface="Consolas"/>
              </a:rPr>
              <a:t>36</a:t>
            </a:r>
          </a:p>
          <a:p>
            <a:pPr algn="r">
              <a:spcAft>
                <a:spcPts val="78"/>
              </a:spcAft>
            </a:pPr>
            <a:r>
              <a:rPr sz="1100" i="0" b="0">
                <a:solidFill>
                  <a:srgbClr val="858585"/>
                </a:solidFill>
                <a:latin typeface="Consolas"/>
              </a:rPr>
              <a:t>37</a:t>
            </a:r>
          </a:p>
          <a:p>
            <a:pPr algn="r">
              <a:spcAft>
                <a:spcPts val="78"/>
              </a:spcAft>
            </a:pPr>
            <a:r>
              <a:rPr sz="1100" i="0" b="0">
                <a:solidFill>
                  <a:srgbClr val="858585"/>
                </a:solidFill>
                <a:latin typeface="Consolas"/>
              </a:rPr>
              <a:t>38</a:t>
            </a:r>
          </a:p>
          <a:p>
            <a:pPr algn="r">
              <a:spcAft>
                <a:spcPts val="78"/>
              </a:spcAft>
            </a:pPr>
            <a:r>
              <a:rPr sz="1100" i="0" b="0">
                <a:solidFill>
                  <a:srgbClr val="858585"/>
                </a:solidFill>
                <a:latin typeface="Consolas"/>
              </a:rPr>
              <a:t>39</a:t>
            </a:r>
          </a:p>
          <a:p>
            <a:pPr algn="r">
              <a:spcAft>
                <a:spcPts val="78"/>
              </a:spcAft>
            </a:pPr>
            <a:r>
              <a:rPr sz="1100" i="0" b="0">
                <a:solidFill>
                  <a:srgbClr val="858585"/>
                </a:solidFill>
                <a:latin typeface="Consolas"/>
              </a:rPr>
              <a:t>40</a:t>
            </a:r>
          </a:p>
          <a:p>
            <a:pPr algn="r">
              <a:spcAft>
                <a:spcPts val="78"/>
              </a:spcAft>
            </a:pPr>
            <a:r>
              <a:rPr sz="1100" i="0" b="0">
                <a:solidFill>
                  <a:srgbClr val="858585"/>
                </a:solidFill>
                <a:latin typeface="Consolas"/>
              </a:rPr>
              <a:t>41</a:t>
            </a:r>
          </a:p>
          <a:p>
            <a:pPr algn="r">
              <a:spcAft>
                <a:spcPts val="78"/>
              </a:spcAft>
            </a:pPr>
            <a:r>
              <a:rPr sz="1100" i="0" b="0">
                <a:solidFill>
                  <a:srgbClr val="858585"/>
                </a:solidFill>
                <a:latin typeface="Consolas"/>
              </a:rPr>
              <a:t>42</a:t>
            </a:r>
          </a:p>
          <a:p>
            <a:pPr algn="r">
              <a:spcAft>
                <a:spcPts val="78"/>
              </a:spcAft>
            </a:pPr>
            <a:r>
              <a:rPr sz="1100" i="0" b="0">
                <a:solidFill>
                  <a:srgbClr val="858585"/>
                </a:solidFill>
                <a:latin typeface="Consolas"/>
              </a:rPr>
              <a:t>43</a:t>
            </a:r>
          </a:p>
          <a:p>
            <a:pPr algn="r">
              <a:spcAft>
                <a:spcPts val="78"/>
              </a:spcAft>
            </a:pPr>
            <a:r>
              <a:rPr sz="1100" i="0" b="0">
                <a:solidFill>
                  <a:srgbClr val="858585"/>
                </a:solidFill>
                <a:latin typeface="Consolas"/>
              </a:rPr>
              <a:t>44</a:t>
            </a:r>
          </a:p>
          <a:p>
            <a:pPr algn="r">
              <a:spcAft>
                <a:spcPts val="78"/>
              </a:spcAft>
            </a:pPr>
            <a:r>
              <a:rPr sz="1100" i="0" b="0">
                <a:solidFill>
                  <a:srgbClr val="858585"/>
                </a:solidFill>
                <a:latin typeface="Consolas"/>
              </a:rPr>
              <a:t>45</a:t>
            </a:r>
          </a:p>
          <a:p>
            <a:pPr algn="r">
              <a:spcAft>
                <a:spcPts val="78"/>
              </a:spcAft>
            </a:pPr>
            <a:r>
              <a:rPr sz="1100" i="0" b="0">
                <a:solidFill>
                  <a:srgbClr val="858585"/>
                </a:solidFill>
                <a:latin typeface="Consolas"/>
              </a:rPr>
              <a:t>46</a:t>
            </a:r>
          </a:p>
          <a:p>
            <a:pPr algn="r">
              <a:spcAft>
                <a:spcPts val="78"/>
              </a:spcAft>
            </a:pPr>
            <a:r>
              <a:rPr sz="1100" i="0" b="0">
                <a:solidFill>
                  <a:srgbClr val="858585"/>
                </a:solidFill>
                <a:latin typeface="Consolas"/>
              </a:rPr>
              <a:t>47</a:t>
            </a:r>
          </a:p>
          <a:p>
            <a:pPr algn="r">
              <a:spcAft>
                <a:spcPts val="78"/>
              </a:spcAft>
            </a:pPr>
            <a:r>
              <a:rPr sz="1100" i="0" b="0">
                <a:solidFill>
                  <a:srgbClr val="858585"/>
                </a:solidFill>
                <a:latin typeface="Consolas"/>
              </a:rPr>
              <a:t>48</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8"/>
              </a:spcAft>
            </a:pPr>
            <a:r>
              <a:rPr sz="1100" i="0" b="0">
                <a:solidFill>
                  <a:srgbClr val="D4D4D4"/>
                </a:solidFill>
                <a:latin typeface="Consolas"/>
              </a:rPr>
              <a:t>    </a:t>
            </a:r>
            <a:r>
              <a:rPr sz="1100" i="0" b="0">
                <a:solidFill>
                  <a:srgbClr val="569CD6"/>
                </a:solidFill>
                <a:latin typeface="Consolas"/>
              </a:rPr>
              <a:t>public</a:t>
            </a:r>
            <a:r>
              <a:rPr sz="1100" i="0" b="0">
                <a:solidFill>
                  <a:srgbClr val="D4D4D4"/>
                </a:solidFill>
                <a:latin typeface="Consolas"/>
              </a:rPr>
              <a:t> </a:t>
            </a:r>
            <a:r>
              <a:rPr sz="1100" i="0" b="0">
                <a:solidFill>
                  <a:srgbClr val="4EC9B0"/>
                </a:solidFill>
                <a:latin typeface="Consolas"/>
              </a:rPr>
              <a:t>List</a:t>
            </a:r>
            <a:r>
              <a:rPr sz="1100" i="0" b="0">
                <a:solidFill>
                  <a:srgbClr val="D4D4D4"/>
                </a:solidFill>
                <a:latin typeface="Consolas"/>
              </a:rPr>
              <a:t>&lt;</a:t>
            </a:r>
            <a:r>
              <a:rPr sz="1100" i="0" b="0">
                <a:solidFill>
                  <a:srgbClr val="D4D4D4"/>
                </a:solidFill>
                <a:latin typeface="Consolas"/>
              </a:rPr>
              <a:t>Mascota</a:t>
            </a:r>
            <a:r>
              <a:rPr sz="1100" i="0" b="0">
                <a:solidFill>
                  <a:srgbClr val="D4D4D4"/>
                </a:solidFill>
                <a:latin typeface="Consolas"/>
              </a:rPr>
              <a:t>&gt; </a:t>
            </a:r>
            <a:r>
              <a:rPr sz="1100" i="0" b="0">
                <a:solidFill>
                  <a:srgbClr val="DCDCAA"/>
                </a:solidFill>
                <a:latin typeface="Consolas"/>
              </a:rPr>
              <a:t>cargar</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4EC9B0"/>
                </a:solidFill>
                <a:latin typeface="Consolas"/>
              </a:rPr>
              <a:t>List</a:t>
            </a:r>
            <a:r>
              <a:rPr sz="1100" i="0" b="0">
                <a:solidFill>
                  <a:srgbClr val="D4D4D4"/>
                </a:solidFill>
                <a:latin typeface="Consolas"/>
              </a:rPr>
              <a:t>&lt;</a:t>
            </a:r>
            <a:r>
              <a:rPr sz="1100" i="0" b="0">
                <a:solidFill>
                  <a:srgbClr val="D4D4D4"/>
                </a:solidFill>
                <a:latin typeface="Consolas"/>
              </a:rPr>
              <a:t>Mascota</a:t>
            </a:r>
            <a:r>
              <a:rPr sz="1100" i="0" b="0">
                <a:solidFill>
                  <a:srgbClr val="D4D4D4"/>
                </a:solidFill>
                <a:latin typeface="Consolas"/>
              </a:rPr>
              <a:t>&gt; </a:t>
            </a:r>
            <a:r>
              <a:rPr sz="1100" i="0" b="0">
                <a:solidFill>
                  <a:srgbClr val="D4D4D4"/>
                </a:solidFill>
                <a:latin typeface="Consolas"/>
              </a:rPr>
              <a:t>mascotas</a:t>
            </a:r>
            <a:r>
              <a:rPr sz="1100" i="0" b="0">
                <a:solidFill>
                  <a:srgbClr val="D4D4D4"/>
                </a:solidFill>
                <a:latin typeface="Consolas"/>
              </a:rPr>
              <a:t> = </a:t>
            </a:r>
            <a:r>
              <a:rPr sz="1100" i="0" b="0">
                <a:solidFill>
                  <a:srgbClr val="569CD6"/>
                </a:solidFill>
                <a:latin typeface="Consolas"/>
              </a:rPr>
              <a:t>new</a:t>
            </a:r>
            <a:r>
              <a:rPr sz="1100" i="0" b="0">
                <a:solidFill>
                  <a:srgbClr val="D4D4D4"/>
                </a:solidFill>
                <a:latin typeface="Consolas"/>
              </a:rPr>
              <a:t> </a:t>
            </a:r>
            <a:r>
              <a:rPr sz="1100" i="0" b="0">
                <a:solidFill>
                  <a:srgbClr val="4EC9B0"/>
                </a:solidFill>
                <a:latin typeface="Consolas"/>
              </a:rPr>
              <a:t>ArrayList</a:t>
            </a:r>
            <a:r>
              <a:rPr sz="1100" i="0" b="0">
                <a:solidFill>
                  <a:srgbClr val="D4D4D4"/>
                </a:solidFill>
                <a:latin typeface="Consolas"/>
              </a:rPr>
              <a:t>&lt;&gt;();</a:t>
            </a:r>
          </a:p>
          <a:p>
            <a:pPr>
              <a:spcAft>
                <a:spcPts val="78"/>
              </a:spcAft>
            </a:pPr>
            <a:r>
              <a:rPr sz="1100" i="0" b="0">
                <a:solidFill>
                  <a:srgbClr val="D4D4D4"/>
                </a:solidFill>
                <a:latin typeface="Consolas"/>
              </a:rPr>
              <a:t>        </a:t>
            </a:r>
            <a:r>
              <a:rPr sz="1100" i="0" b="0">
                <a:solidFill>
                  <a:srgbClr val="569CD6"/>
                </a:solidFill>
                <a:latin typeface="Consolas"/>
              </a:rPr>
              <a:t>if</a:t>
            </a:r>
            <a:r>
              <a:rPr sz="1100" i="0" b="0">
                <a:solidFill>
                  <a:srgbClr val="D4D4D4"/>
                </a:solidFill>
                <a:latin typeface="Consolas"/>
              </a:rPr>
              <a:t> (!</a:t>
            </a:r>
            <a:r>
              <a:rPr sz="1100" i="0" b="0">
                <a:solidFill>
                  <a:srgbClr val="DCDCAA"/>
                </a:solidFill>
                <a:latin typeface="Consolas"/>
              </a:rPr>
              <a:t>Files.exists</a:t>
            </a:r>
            <a:r>
              <a:rPr sz="1100" i="0" b="0">
                <a:solidFill>
                  <a:srgbClr val="D4D4D4"/>
                </a:solidFill>
                <a:latin typeface="Consolas"/>
              </a:rPr>
              <a:t>(</a:t>
            </a:r>
            <a:r>
              <a:rPr sz="1100" i="0" b="0">
                <a:solidFill>
                  <a:srgbClr val="D4D4D4"/>
                </a:solidFill>
                <a:latin typeface="Consolas"/>
              </a:rPr>
              <a:t>ruta</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return</a:t>
            </a:r>
            <a:r>
              <a:rPr sz="1100" i="0" b="0">
                <a:solidFill>
                  <a:srgbClr val="D4D4D4"/>
                </a:solidFill>
                <a:latin typeface="Consolas"/>
              </a:rPr>
              <a:t> </a:t>
            </a:r>
            <a:r>
              <a:rPr sz="1100" i="0" b="0">
                <a:solidFill>
                  <a:srgbClr val="D4D4D4"/>
                </a:solidFill>
                <a:latin typeface="Consolas"/>
              </a:rPr>
              <a:t>mascotas</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try</a:t>
            </a:r>
            <a:r>
              <a:rPr sz="1100" i="0" b="0">
                <a:solidFill>
                  <a:srgbClr val="D4D4D4"/>
                </a:solidFill>
                <a:latin typeface="Consolas"/>
              </a:rPr>
              <a:t> (</a:t>
            </a:r>
            <a:r>
              <a:rPr sz="1100" i="0" b="0">
                <a:solidFill>
                  <a:srgbClr val="D4D4D4"/>
                </a:solidFill>
                <a:latin typeface="Consolas"/>
              </a:rPr>
              <a:t>BufferedReader</a:t>
            </a:r>
            <a:r>
              <a:rPr sz="1100" i="0" b="0">
                <a:solidFill>
                  <a:srgbClr val="D4D4D4"/>
                </a:solidFill>
                <a:latin typeface="Consolas"/>
              </a:rPr>
              <a:t> </a:t>
            </a:r>
            <a:r>
              <a:rPr sz="1100" i="0" b="0">
                <a:solidFill>
                  <a:srgbClr val="D4D4D4"/>
                </a:solidFill>
                <a:latin typeface="Consolas"/>
              </a:rPr>
              <a:t>lector</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CDCAA"/>
                </a:solidFill>
                <a:latin typeface="Consolas"/>
              </a:rPr>
              <a:t>Files.newBufferedReader</a:t>
            </a:r>
            <a:r>
              <a:rPr sz="1100" i="0" b="0">
                <a:solidFill>
                  <a:srgbClr val="D4D4D4"/>
                </a:solidFill>
                <a:latin typeface="Consolas"/>
              </a:rPr>
              <a:t>(</a:t>
            </a:r>
            <a:r>
              <a:rPr sz="1100" i="0" b="0">
                <a:solidFill>
                  <a:srgbClr val="D4D4D4"/>
                </a:solidFill>
                <a:latin typeface="Consolas"/>
              </a:rPr>
              <a:t>ruta</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CDCAA"/>
                </a:solidFill>
                <a:latin typeface="Consolas"/>
              </a:rPr>
              <a:t>lector.readLine</a:t>
            </a:r>
            <a:r>
              <a:rPr sz="1100" i="0" b="0">
                <a:solidFill>
                  <a:srgbClr val="D4D4D4"/>
                </a:solidFill>
                <a:latin typeface="Consolas"/>
              </a:rPr>
              <a:t>(); </a:t>
            </a:r>
            <a:r>
              <a:rPr sz="1100" i="1" b="0">
                <a:solidFill>
                  <a:srgbClr val="6A9955"/>
                </a:solidFill>
                <a:latin typeface="Consolas"/>
              </a:rPr>
              <a:t>// encabezado: se descarta</a:t>
            </a:r>
          </a:p>
          <a:p>
            <a:pPr>
              <a:spcAft>
                <a:spcPts val="78"/>
              </a:spcAft>
            </a:pP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linea</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569CD6"/>
                </a:solidFill>
                <a:latin typeface="Consolas"/>
              </a:rPr>
              <a:t>while</a:t>
            </a:r>
            <a:r>
              <a:rPr sz="1100" i="0" b="0">
                <a:solidFill>
                  <a:srgbClr val="D4D4D4"/>
                </a:solidFill>
                <a:latin typeface="Consolas"/>
              </a:rPr>
              <a:t> ((</a:t>
            </a:r>
            <a:r>
              <a:rPr sz="1100" i="0" b="0">
                <a:solidFill>
                  <a:srgbClr val="D4D4D4"/>
                </a:solidFill>
                <a:latin typeface="Consolas"/>
              </a:rPr>
              <a:t>linea</a:t>
            </a:r>
            <a:r>
              <a:rPr sz="1100" i="0" b="0">
                <a:solidFill>
                  <a:srgbClr val="D4D4D4"/>
                </a:solidFill>
                <a:latin typeface="Consolas"/>
              </a:rPr>
              <a:t> = </a:t>
            </a:r>
            <a:r>
              <a:rPr sz="1100" i="0" b="0">
                <a:solidFill>
                  <a:srgbClr val="DCDCAA"/>
                </a:solidFill>
                <a:latin typeface="Consolas"/>
              </a:rPr>
              <a:t>lector.readLine</a:t>
            </a:r>
            <a:r>
              <a:rPr sz="1100" i="0" b="0">
                <a:solidFill>
                  <a:srgbClr val="D4D4D4"/>
                </a:solidFill>
                <a:latin typeface="Consolas"/>
              </a:rPr>
              <a:t>()) != </a:t>
            </a:r>
            <a:r>
              <a:rPr sz="1100" i="0" b="0">
                <a:solidFill>
                  <a:srgbClr val="569CD6"/>
                </a:solidFill>
                <a:latin typeface="Consolas"/>
              </a:rPr>
              <a:t>null</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4D4D4"/>
                </a:solidFill>
                <a:latin typeface="Consolas"/>
              </a:rPr>
              <a:t>Mascota</a:t>
            </a:r>
            <a:r>
              <a:rPr sz="1100" i="0" b="0">
                <a:solidFill>
                  <a:srgbClr val="D4D4D4"/>
                </a:solidFill>
                <a:latin typeface="Consolas"/>
              </a:rPr>
              <a:t> </a:t>
            </a:r>
            <a:r>
              <a:rPr sz="1100" i="0" b="0">
                <a:solidFill>
                  <a:srgbClr val="D4D4D4"/>
                </a:solidFill>
                <a:latin typeface="Consolas"/>
              </a:rPr>
              <a:t>m</a:t>
            </a:r>
            <a:r>
              <a:rPr sz="1100" i="0" b="0">
                <a:solidFill>
                  <a:srgbClr val="D4D4D4"/>
                </a:solidFill>
                <a:latin typeface="Consolas"/>
              </a:rPr>
              <a:t> = </a:t>
            </a:r>
            <a:r>
              <a:rPr sz="1100" i="0" b="0">
                <a:solidFill>
                  <a:srgbClr val="DCDCAA"/>
                </a:solidFill>
                <a:latin typeface="Consolas"/>
              </a:rPr>
              <a:t>desdeLinea</a:t>
            </a:r>
            <a:r>
              <a:rPr sz="1100" i="0" b="0">
                <a:solidFill>
                  <a:srgbClr val="D4D4D4"/>
                </a:solidFill>
                <a:latin typeface="Consolas"/>
              </a:rPr>
              <a:t>(</a:t>
            </a:r>
            <a:r>
              <a:rPr sz="1100" i="0" b="0">
                <a:solidFill>
                  <a:srgbClr val="D4D4D4"/>
                </a:solidFill>
                <a:latin typeface="Consolas"/>
              </a:rPr>
              <a:t>linea</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569CD6"/>
                </a:solidFill>
                <a:latin typeface="Consolas"/>
              </a:rPr>
              <a:t>if</a:t>
            </a:r>
            <a:r>
              <a:rPr sz="1100" i="0" b="0">
                <a:solidFill>
                  <a:srgbClr val="D4D4D4"/>
                </a:solidFill>
                <a:latin typeface="Consolas"/>
              </a:rPr>
              <a:t> (</a:t>
            </a:r>
            <a:r>
              <a:rPr sz="1100" i="0" b="0">
                <a:solidFill>
                  <a:srgbClr val="D4D4D4"/>
                </a:solidFill>
                <a:latin typeface="Consolas"/>
              </a:rPr>
              <a:t>m</a:t>
            </a:r>
            <a:r>
              <a:rPr sz="1100" i="0" b="0">
                <a:solidFill>
                  <a:srgbClr val="D4D4D4"/>
                </a:solidFill>
                <a:latin typeface="Consolas"/>
              </a:rPr>
              <a:t> != </a:t>
            </a:r>
            <a:r>
              <a:rPr sz="1100" i="0" b="0">
                <a:solidFill>
                  <a:srgbClr val="569CD6"/>
                </a:solidFill>
                <a:latin typeface="Consolas"/>
              </a:rPr>
              <a:t>null</a:t>
            </a:r>
            <a:r>
              <a:rPr sz="1100" i="0" b="0">
                <a:solidFill>
                  <a:srgbClr val="D4D4D4"/>
                </a:solidFill>
                <a:latin typeface="Consolas"/>
              </a:rPr>
              <a:t>) </a:t>
            </a:r>
            <a:r>
              <a:rPr sz="1100" i="0" b="0">
                <a:solidFill>
                  <a:srgbClr val="DCDCAA"/>
                </a:solidFill>
                <a:latin typeface="Consolas"/>
              </a:rPr>
              <a:t>mascotas.add</a:t>
            </a:r>
            <a:r>
              <a:rPr sz="1100" i="0" b="0">
                <a:solidFill>
                  <a:srgbClr val="D4D4D4"/>
                </a:solidFill>
                <a:latin typeface="Consolas"/>
              </a:rPr>
              <a:t>(</a:t>
            </a:r>
            <a:r>
              <a:rPr sz="1100" i="0" b="0">
                <a:solidFill>
                  <a:srgbClr val="D4D4D4"/>
                </a:solidFill>
                <a:latin typeface="Consolas"/>
              </a:rPr>
              <a:t>m</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 </a:t>
            </a:r>
            <a:r>
              <a:rPr sz="1100" i="0" b="0">
                <a:solidFill>
                  <a:srgbClr val="569CD6"/>
                </a:solidFill>
                <a:latin typeface="Consolas"/>
              </a:rPr>
              <a:t>catch</a:t>
            </a:r>
            <a:r>
              <a:rPr sz="1100" i="0" b="0">
                <a:solidFill>
                  <a:srgbClr val="D4D4D4"/>
                </a:solidFill>
                <a:latin typeface="Consolas"/>
              </a:rPr>
              <a:t> (</a:t>
            </a:r>
            <a:r>
              <a:rPr sz="1100" i="0" b="0">
                <a:solidFill>
                  <a:srgbClr val="D4D4D4"/>
                </a:solidFill>
                <a:latin typeface="Consolas"/>
              </a:rPr>
              <a:t>IOException</a:t>
            </a:r>
            <a:r>
              <a:rPr sz="1100" i="0" b="0">
                <a:solidFill>
                  <a:srgbClr val="D4D4D4"/>
                </a:solidFill>
                <a:latin typeface="Consolas"/>
              </a:rPr>
              <a:t> </a:t>
            </a:r>
            <a:r>
              <a:rPr sz="1100" i="0" b="0">
                <a:solidFill>
                  <a:srgbClr val="D4D4D4"/>
                </a:solidFill>
                <a:latin typeface="Consolas"/>
              </a:rPr>
              <a:t>e</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DCDCAA"/>
                </a:solidFill>
                <a:latin typeface="Consolas"/>
              </a:rPr>
              <a:t>System.out.println</a:t>
            </a:r>
            <a:r>
              <a:rPr sz="1100" i="0" b="0">
                <a:solidFill>
                  <a:srgbClr val="D4D4D4"/>
                </a:solidFill>
                <a:latin typeface="Consolas"/>
              </a:rPr>
              <a:t>(</a:t>
            </a:r>
            <a:r>
              <a:rPr sz="1100" i="0" b="0">
                <a:solidFill>
                  <a:srgbClr val="CE9178"/>
                </a:solidFill>
                <a:latin typeface="Consolas"/>
              </a:rPr>
              <a:t>"Error: "</a:t>
            </a:r>
            <a:r>
              <a:rPr sz="1100" i="0" b="0">
                <a:solidFill>
                  <a:srgbClr val="D4D4D4"/>
                </a:solidFill>
                <a:latin typeface="Consolas"/>
              </a:rPr>
              <a:t> + </a:t>
            </a:r>
            <a:r>
              <a:rPr sz="1100" i="0" b="0">
                <a:solidFill>
                  <a:srgbClr val="DCDCAA"/>
                </a:solidFill>
                <a:latin typeface="Consolas"/>
              </a:rPr>
              <a:t>e.getMessage</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return</a:t>
            </a:r>
            <a:r>
              <a:rPr sz="1100" i="0" b="0">
                <a:solidFill>
                  <a:srgbClr val="D4D4D4"/>
                </a:solidFill>
                <a:latin typeface="Consolas"/>
              </a:rPr>
              <a:t> </a:t>
            </a:r>
            <a:r>
              <a:rPr sz="1100" i="0" b="0">
                <a:solidFill>
                  <a:srgbClr val="D4D4D4"/>
                </a:solidFill>
                <a:latin typeface="Consolas"/>
              </a:rPr>
              <a:t>mascotas</a:t>
            </a:r>
            <a:r>
              <a:rPr sz="1100" i="0" b="0">
                <a:solidFill>
                  <a:srgbClr val="D4D4D4"/>
                </a:solidFill>
                <a:latin typeface="Consolas"/>
              </a:rPr>
              <a:t>;</a:t>
            </a:r>
          </a:p>
          <a:p>
            <a:pPr>
              <a:spcAft>
                <a:spcPts val="78"/>
              </a:spcAft>
            </a:pPr>
            <a:r>
              <a:rPr sz="1100" i="0" b="0">
                <a:solidFill>
                  <a:srgbClr val="D4D4D4"/>
                </a:solidFill>
                <a:latin typeface="Consolas"/>
              </a:rPr>
              <a:t>    }</a:t>
            </a:r>
          </a:p>
          <a:p>
            <a:pPr>
              <a:spcAft>
                <a:spcPts val="78"/>
              </a:spcAft>
            </a:pPr>
            <a:r>
              <a:rPr sz="1100" i="0" b="0">
                <a:solidFill>
                  <a:srgbClr val="D4D4D4"/>
                </a:solidFill>
                <a:latin typeface="Consolas"/>
              </a:rPr>
              <a:t>}</a:t>
            </a:r>
          </a:p>
          <a:p>
            <a:pPr>
              <a:spcAft>
                <a:spcPts val="78"/>
              </a:spcAft>
            </a:pPr>
            <a:r>
              <a:rPr sz="1100" i="0" b="0">
                <a:solidFill>
                  <a:srgbClr val="569CD6"/>
                </a:solidFill>
                <a:latin typeface="Consolas"/>
              </a:rPr>
              <a:t>class</a:t>
            </a:r>
            <a:r>
              <a:rPr sz="1100" i="0" b="0">
                <a:solidFill>
                  <a:srgbClr val="D4D4D4"/>
                </a:solidFill>
                <a:latin typeface="Consolas"/>
              </a:rPr>
              <a:t> </a:t>
            </a:r>
            <a:r>
              <a:rPr sz="1100" i="0" b="0">
                <a:solidFill>
                  <a:srgbClr val="4EC9B0"/>
                </a:solidFill>
                <a:latin typeface="Consolas"/>
              </a:rPr>
              <a:t>Mascota</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private</a:t>
            </a:r>
            <a:r>
              <a:rPr sz="1100" i="0" b="0">
                <a:solidFill>
                  <a:srgbClr val="D4D4D4"/>
                </a:solidFill>
                <a:latin typeface="Consolas"/>
              </a:rPr>
              <a:t> </a:t>
            </a:r>
            <a:r>
              <a:rPr sz="1100" i="0" b="0">
                <a:solidFill>
                  <a:srgbClr val="569CD6"/>
                </a:solidFill>
                <a:latin typeface="Consolas"/>
              </a:rPr>
              <a:t>final</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id</a:t>
            </a:r>
            <a:r>
              <a:rPr sz="1100" i="0" b="0">
                <a:solidFill>
                  <a:srgbClr val="D4D4D4"/>
                </a:solidFill>
                <a:latin typeface="Consolas"/>
              </a:rPr>
              <a:t>;</a:t>
            </a:r>
          </a:p>
          <a:p>
            <a:pPr>
              <a:spcAft>
                <a:spcPts val="78"/>
              </a:spcAft>
            </a:pPr>
            <a:r>
              <a:rPr sz="1100" i="0" b="0">
                <a:solidFill>
                  <a:srgbClr val="D4D4D4"/>
                </a:solidFill>
                <a:latin typeface="Consolas"/>
              </a:rPr>
              <a:t>    </a:t>
            </a:r>
            <a:r>
              <a:rPr sz="1100" i="0" b="0">
                <a:solidFill>
                  <a:srgbClr val="DCDCAA"/>
                </a:solidFill>
                <a:latin typeface="Consolas"/>
              </a:rPr>
              <a:t>Mascota</a:t>
            </a:r>
            <a:r>
              <a:rPr sz="1100" i="0" b="0">
                <a:solidFill>
                  <a:srgbClr val="D4D4D4"/>
                </a:solidFill>
                <a:latin typeface="Consolas"/>
              </a:rPr>
              <a:t>(</a:t>
            </a:r>
            <a:r>
              <a:rPr sz="1100" i="0" b="0">
                <a:solidFill>
                  <a:srgbClr val="4EC9B0"/>
                </a:solidFill>
                <a:latin typeface="Consolas"/>
              </a:rPr>
              <a:t>String</a:t>
            </a:r>
            <a:r>
              <a:rPr sz="1100" i="0" b="0">
                <a:solidFill>
                  <a:srgbClr val="D4D4D4"/>
                </a:solidFill>
                <a:latin typeface="Consolas"/>
              </a:rPr>
              <a:t> </a:t>
            </a:r>
            <a:r>
              <a:rPr sz="1100" i="0" b="0">
                <a:solidFill>
                  <a:srgbClr val="D4D4D4"/>
                </a:solidFill>
                <a:latin typeface="Consolas"/>
              </a:rPr>
              <a:t>id</a:t>
            </a:r>
            <a:r>
              <a:rPr sz="1100" i="0" b="0">
                <a:solidFill>
                  <a:srgbClr val="D4D4D4"/>
                </a:solidFill>
                <a:latin typeface="Consolas"/>
              </a:rPr>
              <a:t>) { </a:t>
            </a:r>
            <a:r>
              <a:rPr sz="1100" i="0" b="0">
                <a:solidFill>
                  <a:srgbClr val="569CD6"/>
                </a:solidFill>
                <a:latin typeface="Consolas"/>
              </a:rPr>
              <a:t>this</a:t>
            </a:r>
            <a:r>
              <a:rPr sz="1100" i="0" b="0">
                <a:solidFill>
                  <a:srgbClr val="D4D4D4"/>
                </a:solidFill>
                <a:latin typeface="Consolas"/>
              </a:rPr>
              <a:t>.</a:t>
            </a:r>
            <a:r>
              <a:rPr sz="1100" i="0" b="0">
                <a:solidFill>
                  <a:srgbClr val="D4D4D4"/>
                </a:solidFill>
                <a:latin typeface="Consolas"/>
              </a:rPr>
              <a:t>id</a:t>
            </a:r>
            <a:r>
              <a:rPr sz="1100" i="0" b="0">
                <a:solidFill>
                  <a:srgbClr val="D4D4D4"/>
                </a:solidFill>
                <a:latin typeface="Consolas"/>
              </a:rPr>
              <a:t> = </a:t>
            </a:r>
            <a:r>
              <a:rPr sz="1100" i="0" b="0">
                <a:solidFill>
                  <a:srgbClr val="D4D4D4"/>
                </a:solidFill>
                <a:latin typeface="Consolas"/>
              </a:rPr>
              <a:t>id</a:t>
            </a:r>
            <a:r>
              <a:rPr sz="1100" i="0" b="0">
                <a:solidFill>
                  <a:srgbClr val="D4D4D4"/>
                </a:solidFill>
                <a:latin typeface="Consolas"/>
              </a:rPr>
              <a:t>; }</a:t>
            </a:r>
          </a:p>
          <a:p>
            <a:pPr>
              <a:spcAft>
                <a:spcPts val="78"/>
              </a:spcAft>
            </a:pPr>
            <a:r>
              <a:rPr sz="1100" i="0" b="0">
                <a:solidFill>
                  <a:srgbClr val="D4D4D4"/>
                </a:solidFill>
                <a:latin typeface="Consolas"/>
              </a:rPr>
              <a:t>    </a:t>
            </a:r>
            <a:r>
              <a:rPr sz="1100" i="0" b="0">
                <a:solidFill>
                  <a:srgbClr val="569CD6"/>
                </a:solidFill>
                <a:latin typeface="Consolas"/>
              </a:rPr>
              <a:t>public</a:t>
            </a:r>
            <a:r>
              <a:rPr sz="1100" i="0" b="0">
                <a:solidFill>
                  <a:srgbClr val="D4D4D4"/>
                </a:solidFill>
                <a:latin typeface="Consolas"/>
              </a:rPr>
              <a:t> </a:t>
            </a:r>
            <a:r>
              <a:rPr sz="1100" i="0" b="0">
                <a:solidFill>
                  <a:srgbClr val="4EC9B0"/>
                </a:solidFill>
                <a:latin typeface="Consolas"/>
              </a:rPr>
              <a:t>String</a:t>
            </a:r>
            <a:r>
              <a:rPr sz="1100" i="0" b="0">
                <a:solidFill>
                  <a:srgbClr val="D4D4D4"/>
                </a:solidFill>
                <a:latin typeface="Consolas"/>
              </a:rPr>
              <a:t> </a:t>
            </a:r>
            <a:r>
              <a:rPr sz="1100" i="0" b="0">
                <a:solidFill>
                  <a:srgbClr val="DCDCAA"/>
                </a:solidFill>
                <a:latin typeface="Consolas"/>
              </a:rPr>
              <a:t>toString</a:t>
            </a:r>
            <a:r>
              <a:rPr sz="1100" i="0" b="0">
                <a:solidFill>
                  <a:srgbClr val="D4D4D4"/>
                </a:solidFill>
                <a:latin typeface="Consolas"/>
              </a:rPr>
              <a:t>() { </a:t>
            </a:r>
            <a:r>
              <a:rPr sz="1100" i="0" b="0">
                <a:solidFill>
                  <a:srgbClr val="569CD6"/>
                </a:solidFill>
                <a:latin typeface="Consolas"/>
              </a:rPr>
              <a:t>return</a:t>
            </a:r>
            <a:r>
              <a:rPr sz="1100" i="0" b="0">
                <a:solidFill>
                  <a:srgbClr val="D4D4D4"/>
                </a:solidFill>
                <a:latin typeface="Consolas"/>
              </a:rPr>
              <a:t> </a:t>
            </a:r>
            <a:r>
              <a:rPr sz="1100" i="0" b="0">
                <a:solidFill>
                  <a:srgbClr val="D4D4D4"/>
                </a:solidFill>
                <a:latin typeface="Consolas"/>
              </a:rPr>
              <a:t>id</a:t>
            </a:r>
            <a:r>
              <a:rPr sz="1100" i="0" b="0">
                <a:solidFill>
                  <a:srgbClr val="D4D4D4"/>
                </a:solidFill>
                <a:latin typeface="Consolas"/>
              </a:rPr>
              <a:t>; }</a:t>
            </a:r>
          </a:p>
          <a:p>
            <a:pPr>
              <a:spcAft>
                <a:spcPts val="78"/>
              </a:spcAft>
            </a:pPr>
            <a:r>
              <a:rPr sz="11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desdeLinea(): una línea mala no tumba la app</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1</a:t>
            </a:r>
          </a:p>
          <a:p>
            <a:pPr algn="r">
              <a:spcAft>
                <a:spcPts val="71"/>
              </a:spcAft>
            </a:pPr>
            <a:r>
              <a:rPr sz="1000" i="0" b="0">
                <a:solidFill>
                  <a:srgbClr val="858585"/>
                </a:solidFill>
                <a:latin typeface="Consolas"/>
              </a:rPr>
              <a:t>2</a:t>
            </a:r>
          </a:p>
          <a:p>
            <a:pPr algn="r">
              <a:spcAft>
                <a:spcPts val="71"/>
              </a:spcAft>
            </a:pPr>
            <a:r>
              <a:rPr sz="1000" i="0" b="0">
                <a:solidFill>
                  <a:srgbClr val="858585"/>
                </a:solidFill>
                <a:latin typeface="Consolas"/>
              </a:rPr>
              <a:t>3</a:t>
            </a:r>
          </a:p>
          <a:p>
            <a:pPr algn="r">
              <a:spcAft>
                <a:spcPts val="71"/>
              </a:spcAft>
            </a:pPr>
            <a:r>
              <a:rPr sz="1000" i="0" b="0">
                <a:solidFill>
                  <a:srgbClr val="858585"/>
                </a:solidFill>
                <a:latin typeface="Consolas"/>
              </a:rPr>
              <a:t>4</a:t>
            </a:r>
          </a:p>
          <a:p>
            <a:pPr algn="r">
              <a:spcAft>
                <a:spcPts val="71"/>
              </a:spcAft>
            </a:pPr>
            <a:r>
              <a:rPr sz="1000" i="0" b="0">
                <a:solidFill>
                  <a:srgbClr val="858585"/>
                </a:solidFill>
                <a:latin typeface="Consolas"/>
              </a:rPr>
              <a:t>5</a:t>
            </a:r>
          </a:p>
          <a:p>
            <a:pPr algn="r">
              <a:spcAft>
                <a:spcPts val="71"/>
              </a:spcAft>
            </a:pPr>
            <a:r>
              <a:rPr sz="1000" i="0" b="0">
                <a:solidFill>
                  <a:srgbClr val="858585"/>
                </a:solidFill>
                <a:latin typeface="Consolas"/>
              </a:rPr>
              <a:t>6</a:t>
            </a:r>
          </a:p>
          <a:p>
            <a:pPr algn="r">
              <a:spcAft>
                <a:spcPts val="71"/>
              </a:spcAft>
            </a:pPr>
            <a:r>
              <a:rPr sz="1000" i="0" b="0">
                <a:solidFill>
                  <a:srgbClr val="858585"/>
                </a:solidFill>
                <a:latin typeface="Consolas"/>
              </a:rPr>
              <a:t>7</a:t>
            </a:r>
          </a:p>
          <a:p>
            <a:pPr algn="r">
              <a:spcAft>
                <a:spcPts val="71"/>
              </a:spcAft>
            </a:pPr>
            <a:r>
              <a:rPr sz="1000" i="0" b="0">
                <a:solidFill>
                  <a:srgbClr val="858585"/>
                </a:solidFill>
                <a:latin typeface="Consolas"/>
              </a:rPr>
              <a:t>8</a:t>
            </a:r>
          </a:p>
          <a:p>
            <a:pPr algn="r">
              <a:spcAft>
                <a:spcPts val="71"/>
              </a:spcAft>
            </a:pPr>
            <a:r>
              <a:rPr sz="1000" i="0" b="0">
                <a:solidFill>
                  <a:srgbClr val="858585"/>
                </a:solidFill>
                <a:latin typeface="Consolas"/>
              </a:rPr>
              <a:t>9</a:t>
            </a:r>
          </a:p>
          <a:p>
            <a:pPr algn="r">
              <a:spcAft>
                <a:spcPts val="71"/>
              </a:spcAft>
            </a:pPr>
            <a:r>
              <a:rPr sz="1000" i="0" b="0">
                <a:solidFill>
                  <a:srgbClr val="858585"/>
                </a:solidFill>
                <a:latin typeface="Consolas"/>
              </a:rPr>
              <a:t>10</a:t>
            </a:r>
          </a:p>
          <a:p>
            <a:pPr algn="r">
              <a:spcAft>
                <a:spcPts val="71"/>
              </a:spcAft>
            </a:pPr>
            <a:r>
              <a:rPr sz="1000" i="0" b="0">
                <a:solidFill>
                  <a:srgbClr val="858585"/>
                </a:solidFill>
                <a:latin typeface="Consolas"/>
              </a:rPr>
              <a:t>11</a:t>
            </a:r>
          </a:p>
          <a:p>
            <a:pPr algn="r">
              <a:spcAft>
                <a:spcPts val="71"/>
              </a:spcAft>
            </a:pPr>
            <a:r>
              <a:rPr sz="1000" i="0" b="0">
                <a:solidFill>
                  <a:srgbClr val="858585"/>
                </a:solidFill>
                <a:latin typeface="Consolas"/>
              </a:rPr>
              <a:t>12</a:t>
            </a:r>
          </a:p>
          <a:p>
            <a:pPr algn="r">
              <a:spcAft>
                <a:spcPts val="71"/>
              </a:spcAft>
            </a:pPr>
            <a:r>
              <a:rPr sz="1000" i="0" b="0">
                <a:solidFill>
                  <a:srgbClr val="858585"/>
                </a:solidFill>
                <a:latin typeface="Consolas"/>
              </a:rPr>
              <a:t>13</a:t>
            </a:r>
          </a:p>
          <a:p>
            <a:pPr algn="r">
              <a:spcAft>
                <a:spcPts val="71"/>
              </a:spcAft>
            </a:pPr>
            <a:r>
              <a:rPr sz="1000" i="0" b="0">
                <a:solidFill>
                  <a:srgbClr val="858585"/>
                </a:solidFill>
                <a:latin typeface="Consolas"/>
              </a:rPr>
              <a:t>14</a:t>
            </a:r>
          </a:p>
          <a:p>
            <a:pPr algn="r">
              <a:spcAft>
                <a:spcPts val="71"/>
              </a:spcAft>
            </a:pPr>
            <a:r>
              <a:rPr sz="1000" i="0" b="0">
                <a:solidFill>
                  <a:srgbClr val="858585"/>
                </a:solidFill>
                <a:latin typeface="Consolas"/>
              </a:rPr>
              <a:t>15</a:t>
            </a:r>
          </a:p>
          <a:p>
            <a:pPr algn="r">
              <a:spcAft>
                <a:spcPts val="71"/>
              </a:spcAft>
            </a:pPr>
            <a:r>
              <a:rPr sz="1000" i="0" b="0">
                <a:solidFill>
                  <a:srgbClr val="858585"/>
                </a:solidFill>
                <a:latin typeface="Consolas"/>
              </a:rPr>
              <a:t>16</a:t>
            </a:r>
          </a:p>
          <a:p>
            <a:pPr algn="r">
              <a:spcAft>
                <a:spcPts val="71"/>
              </a:spcAft>
            </a:pPr>
            <a:r>
              <a:rPr sz="1000" i="0" b="0">
                <a:solidFill>
                  <a:srgbClr val="858585"/>
                </a:solidFill>
                <a:latin typeface="Consolas"/>
              </a:rPr>
              <a:t>17</a:t>
            </a:r>
          </a:p>
          <a:p>
            <a:pPr algn="r">
              <a:spcAft>
                <a:spcPts val="71"/>
              </a:spcAft>
            </a:pPr>
            <a:r>
              <a:rPr sz="1000" i="0" b="0">
                <a:solidFill>
                  <a:srgbClr val="858585"/>
                </a:solidFill>
                <a:latin typeface="Consolas"/>
              </a:rPr>
              <a:t>18</a:t>
            </a:r>
          </a:p>
          <a:p>
            <a:pPr algn="r">
              <a:spcAft>
                <a:spcPts val="71"/>
              </a:spcAft>
            </a:pPr>
            <a:r>
              <a:rPr sz="1000" i="0" b="0">
                <a:solidFill>
                  <a:srgbClr val="858585"/>
                </a:solidFill>
                <a:latin typeface="Consolas"/>
              </a:rPr>
              <a:t>19</a:t>
            </a:r>
          </a:p>
          <a:p>
            <a:pPr algn="r">
              <a:spcAft>
                <a:spcPts val="71"/>
              </a:spcAft>
            </a:pPr>
            <a:r>
              <a:rPr sz="1000" i="0" b="0">
                <a:solidFill>
                  <a:srgbClr val="858585"/>
                </a:solidFill>
                <a:latin typeface="Consolas"/>
              </a:rPr>
              <a:t>20</a:t>
            </a:r>
          </a:p>
          <a:p>
            <a:pPr algn="r">
              <a:spcAft>
                <a:spcPts val="71"/>
              </a:spcAft>
            </a:pPr>
            <a:r>
              <a:rPr sz="1000" i="0" b="0">
                <a:solidFill>
                  <a:srgbClr val="858585"/>
                </a:solidFill>
                <a:latin typeface="Consolas"/>
              </a:rPr>
              <a:t>21</a:t>
            </a:r>
          </a:p>
          <a:p>
            <a:pPr algn="r">
              <a:spcAft>
                <a:spcPts val="71"/>
              </a:spcAft>
            </a:pPr>
            <a:r>
              <a:rPr sz="1000" i="0" b="0">
                <a:solidFill>
                  <a:srgbClr val="858585"/>
                </a:solidFill>
                <a:latin typeface="Consolas"/>
              </a:rPr>
              <a:t>22</a:t>
            </a:r>
          </a:p>
          <a:p>
            <a:pPr algn="r">
              <a:spcAft>
                <a:spcPts val="71"/>
              </a:spcAft>
            </a:pPr>
            <a:r>
              <a:rPr sz="1000" i="0" b="0">
                <a:solidFill>
                  <a:srgbClr val="858585"/>
                </a:solidFill>
                <a:latin typeface="Consolas"/>
              </a:rPr>
              <a:t>23</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Main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main</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args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4D4D4"/>
                </a:solidFill>
                <a:latin typeface="Consolas"/>
              </a:rPr>
              <a:t>RepositorioMascotasCSV</a:t>
            </a:r>
            <a:r>
              <a:rPr sz="1000" i="0" b="0">
                <a:solidFill>
                  <a:srgbClr val="D4D4D4"/>
                </a:solidFill>
                <a:latin typeface="Consolas"/>
              </a:rPr>
              <a:t> </a:t>
            </a:r>
            <a:r>
              <a:rPr sz="1000" i="0" b="0">
                <a:solidFill>
                  <a:srgbClr val="D4D4D4"/>
                </a:solidFill>
                <a:latin typeface="Consolas"/>
              </a:rPr>
              <a:t>repo</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RepositorioMascotasCSV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DCDCAA"/>
                </a:solidFill>
                <a:latin typeface="Consolas"/>
              </a:rPr>
              <a:t>repo.desdeLinea</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"M001;Firulais;Canino;4;1144556677"</a:t>
            </a:r>
            <a:r>
              <a:rPr sz="1000" i="0" b="0">
                <a:solidFill>
                  <a:srgbClr val="D4D4D4"/>
                </a:solidFill>
                <a:latin typeface="Consolas"/>
              </a:rPr>
              <a:t>, </a:t>
            </a:r>
            <a:r>
              <a:rPr sz="1000" i="0" b="0">
                <a:solidFill>
                  <a:srgbClr val="B5CEA8"/>
                </a:solidFill>
                <a:latin typeface="Consolas"/>
              </a:rPr>
              <a:t>2</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DCDCAA"/>
                </a:solidFill>
                <a:latin typeface="Consolas"/>
              </a:rPr>
              <a:t>repo.desdeLinea</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"M002;Michi;Felino;2"</a:t>
            </a:r>
            <a:r>
              <a:rPr sz="1000" i="0" b="0">
                <a:solidFill>
                  <a:srgbClr val="D4D4D4"/>
                </a:solidFill>
                <a:latin typeface="Consolas"/>
              </a:rPr>
              <a:t>, </a:t>
            </a:r>
            <a:r>
              <a:rPr sz="1000" i="0" b="0">
                <a:solidFill>
                  <a:srgbClr val="B5CEA8"/>
                </a:solidFill>
                <a:latin typeface="Consolas"/>
              </a:rPr>
              <a:t>3</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DCDCAA"/>
                </a:solidFill>
                <a:latin typeface="Consolas"/>
              </a:rPr>
              <a:t>repo.desdeLinea</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CE9178"/>
                </a:solidFill>
                <a:latin typeface="Consolas"/>
              </a:rPr>
              <a:t>"M003;Pelusa;Felino;uno;1052233445"</a:t>
            </a:r>
            <a:r>
              <a:rPr sz="1000" i="0" b="0">
                <a:solidFill>
                  <a:srgbClr val="D4D4D4"/>
                </a:solidFill>
                <a:latin typeface="Consolas"/>
              </a:rPr>
              <a:t>, </a:t>
            </a:r>
            <a:r>
              <a:rPr sz="1000" i="0" b="0">
                <a:solidFill>
                  <a:srgbClr val="B5CEA8"/>
                </a:solidFill>
                <a:latin typeface="Consolas"/>
              </a:rPr>
              <a:t>4</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Mascota</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a:t>
            </a:r>
            <a:r>
              <a:rPr sz="1000" i="0" b="0">
                <a:solidFill>
                  <a:srgbClr val="D4D4D4"/>
                </a:solidFill>
                <a:latin typeface="Consolas"/>
              </a:rPr>
              <a:t>nombre</a:t>
            </a:r>
            <a:r>
              <a:rPr sz="1000" i="0" b="0">
                <a:solidFill>
                  <a:srgbClr val="D4D4D4"/>
                </a:solidFill>
                <a:latin typeface="Consolas"/>
              </a:rPr>
              <a:t>, </a:t>
            </a:r>
            <a:r>
              <a:rPr sz="1000" i="0" b="0">
                <a:solidFill>
                  <a:srgbClr val="D4D4D4"/>
                </a:solidFill>
                <a:latin typeface="Consolas"/>
              </a:rPr>
              <a:t>especie</a:t>
            </a:r>
            <a:r>
              <a:rPr sz="1000" i="0" b="0">
                <a:solidFill>
                  <a:srgbClr val="D4D4D4"/>
                </a:solidFill>
                <a:latin typeface="Consolas"/>
              </a:rPr>
              <a:t>, </a:t>
            </a:r>
            <a:r>
              <a:rPr sz="1000" i="0" b="0">
                <a:solidFill>
                  <a:srgbClr val="D4D4D4"/>
                </a:solidFill>
                <a:latin typeface="Consolas"/>
              </a:rPr>
              <a:t>cedulaDueno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4D4D4"/>
                </a:solidFill>
                <a:latin typeface="Consolas"/>
              </a:rPr>
              <a:t>edad</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Mascota</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nombre</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especie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4D4D4"/>
                </a:solidFill>
                <a:latin typeface="Consolas"/>
              </a:rPr>
              <a:t>edad</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cedulaDueno</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id</a:t>
            </a:r>
            <a:r>
              <a:rPr sz="1000" i="0" b="0">
                <a:solidFill>
                  <a:srgbClr val="D4D4D4"/>
                </a:solidFill>
                <a:latin typeface="Consolas"/>
              </a:rPr>
              <a:t> = </a:t>
            </a:r>
            <a:r>
              <a:rPr sz="1000" i="0" b="0">
                <a:solidFill>
                  <a:srgbClr val="D4D4D4"/>
                </a:solidFill>
                <a:latin typeface="Consolas"/>
              </a:rPr>
              <a:t>id</a:t>
            </a: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nombre</a:t>
            </a:r>
            <a:r>
              <a:rPr sz="1000" i="0" b="0">
                <a:solidFill>
                  <a:srgbClr val="D4D4D4"/>
                </a:solidFill>
                <a:latin typeface="Consolas"/>
              </a:rPr>
              <a:t> = </a:t>
            </a:r>
            <a:r>
              <a:rPr sz="1000" i="0" b="0">
                <a:solidFill>
                  <a:srgbClr val="D4D4D4"/>
                </a:solidFill>
                <a:latin typeface="Consolas"/>
              </a:rPr>
              <a:t>nombre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especie</a:t>
            </a:r>
            <a:r>
              <a:rPr sz="1000" i="0" b="0">
                <a:solidFill>
                  <a:srgbClr val="D4D4D4"/>
                </a:solidFill>
                <a:latin typeface="Consolas"/>
              </a:rPr>
              <a:t> = </a:t>
            </a:r>
            <a:r>
              <a:rPr sz="1000" i="0" b="0">
                <a:solidFill>
                  <a:srgbClr val="D4D4D4"/>
                </a:solidFill>
                <a:latin typeface="Consolas"/>
              </a:rPr>
              <a:t>especie</a:t>
            </a: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edad</a:t>
            </a:r>
            <a:r>
              <a:rPr sz="1000" i="0" b="0">
                <a:solidFill>
                  <a:srgbClr val="D4D4D4"/>
                </a:solidFill>
                <a:latin typeface="Consolas"/>
              </a:rPr>
              <a:t> = </a:t>
            </a:r>
            <a:r>
              <a:rPr sz="1000" i="0" b="0">
                <a:solidFill>
                  <a:srgbClr val="D4D4D4"/>
                </a:solidFill>
                <a:latin typeface="Consolas"/>
              </a:rPr>
              <a:t>edad</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cedulaDueno</a:t>
            </a:r>
            <a:r>
              <a:rPr sz="1000" i="0" b="0">
                <a:solidFill>
                  <a:srgbClr val="D4D4D4"/>
                </a:solidFill>
                <a:latin typeface="Consolas"/>
              </a:rPr>
              <a:t> = </a:t>
            </a:r>
            <a:r>
              <a:rPr sz="1000" i="0" b="0">
                <a:solidFill>
                  <a:srgbClr val="D4D4D4"/>
                </a:solidFill>
                <a:latin typeface="Consolas"/>
              </a:rPr>
              <a:t>cedulaDueno</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toString</a:t>
            </a:r>
            <a:r>
              <a:rPr sz="1000" i="0" b="0">
                <a:solidFill>
                  <a:srgbClr val="D4D4D4"/>
                </a:solidFill>
                <a:latin typeface="Consolas"/>
              </a:rPr>
              <a:t>() { </a:t>
            </a:r>
            <a:r>
              <a:rPr sz="1000" i="0" b="0">
                <a:solidFill>
                  <a:srgbClr val="569CD6"/>
                </a:solidFill>
                <a:latin typeface="Consolas"/>
              </a:rPr>
              <a:t>return</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 </a:t>
            </a:r>
            <a:r>
              <a:rPr sz="1000" i="0" b="0">
                <a:solidFill>
                  <a:srgbClr val="CE9178"/>
                </a:solidFill>
                <a:latin typeface="Consolas"/>
              </a:rPr>
              <a:t>" "</a:t>
            </a:r>
            <a:r>
              <a:rPr sz="1000" i="0" b="0">
                <a:solidFill>
                  <a:srgbClr val="D4D4D4"/>
                </a:solidFill>
                <a:latin typeface="Consolas"/>
              </a:rPr>
              <a:t> + </a:t>
            </a:r>
            <a:r>
              <a:rPr sz="1000" i="0" b="0">
                <a:solidFill>
                  <a:srgbClr val="D4D4D4"/>
                </a:solidFill>
                <a:latin typeface="Consolas"/>
              </a:rPr>
              <a:t>nombre</a:t>
            </a:r>
            <a:r>
              <a:rPr sz="1000" i="0" b="0">
                <a:solidFill>
                  <a:srgbClr val="D4D4D4"/>
                </a:solidFill>
                <a:latin typeface="Consolas"/>
              </a:rPr>
              <a:t>; }</a:t>
            </a:r>
          </a:p>
          <a:p>
            <a:pPr>
              <a:spcAft>
                <a:spcPts val="71"/>
              </a:spcAft>
            </a:pPr>
            <a:r>
              <a:rPr sz="1000" i="0" b="0">
                <a:solidFill>
                  <a:srgbClr val="D4D4D4"/>
                </a:solidFill>
                <a:latin typeface="Consolas"/>
              </a:rPr>
              <a:t>}</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24</a:t>
            </a:r>
          </a:p>
          <a:p>
            <a:pPr algn="r">
              <a:spcAft>
                <a:spcPts val="71"/>
              </a:spcAft>
            </a:pPr>
            <a:r>
              <a:rPr sz="1000" i="0" b="0">
                <a:solidFill>
                  <a:srgbClr val="858585"/>
                </a:solidFill>
                <a:latin typeface="Consolas"/>
              </a:rPr>
              <a:t>25</a:t>
            </a:r>
          </a:p>
          <a:p>
            <a:pPr algn="r">
              <a:spcAft>
                <a:spcPts val="71"/>
              </a:spcAft>
            </a:pPr>
            <a:r>
              <a:rPr sz="1000" i="0" b="0">
                <a:solidFill>
                  <a:srgbClr val="858585"/>
                </a:solidFill>
                <a:latin typeface="Consolas"/>
              </a:rPr>
              <a:t>26</a:t>
            </a:r>
          </a:p>
          <a:p>
            <a:pPr algn="r">
              <a:spcAft>
                <a:spcPts val="71"/>
              </a:spcAft>
            </a:pPr>
            <a:r>
              <a:rPr sz="1000" i="0" b="0">
                <a:solidFill>
                  <a:srgbClr val="858585"/>
                </a:solidFill>
                <a:latin typeface="Consolas"/>
              </a:rPr>
              <a:t>27</a:t>
            </a:r>
          </a:p>
          <a:p>
            <a:pPr algn="r">
              <a:spcAft>
                <a:spcPts val="71"/>
              </a:spcAft>
            </a:pPr>
            <a:r>
              <a:rPr sz="1000" i="0" b="0">
                <a:solidFill>
                  <a:srgbClr val="858585"/>
                </a:solidFill>
                <a:latin typeface="Consolas"/>
              </a:rPr>
              <a:t>28</a:t>
            </a:r>
          </a:p>
          <a:p>
            <a:pPr algn="r">
              <a:spcAft>
                <a:spcPts val="71"/>
              </a:spcAft>
            </a:pPr>
            <a:r>
              <a:rPr sz="1000" i="0" b="0">
                <a:solidFill>
                  <a:srgbClr val="858585"/>
                </a:solidFill>
                <a:latin typeface="Consolas"/>
              </a:rPr>
              <a:t>29</a:t>
            </a:r>
          </a:p>
          <a:p>
            <a:pPr algn="r">
              <a:spcAft>
                <a:spcPts val="71"/>
              </a:spcAft>
            </a:pPr>
            <a:r>
              <a:rPr sz="1000" i="0" b="0">
                <a:solidFill>
                  <a:srgbClr val="858585"/>
                </a:solidFill>
                <a:latin typeface="Consolas"/>
              </a:rPr>
              <a:t>30</a:t>
            </a:r>
          </a:p>
          <a:p>
            <a:pPr algn="r">
              <a:spcAft>
                <a:spcPts val="71"/>
              </a:spcAft>
            </a:pPr>
            <a:r>
              <a:rPr sz="1000" i="0" b="0">
                <a:solidFill>
                  <a:srgbClr val="858585"/>
                </a:solidFill>
                <a:latin typeface="Consolas"/>
              </a:rPr>
              <a:t>31</a:t>
            </a:r>
          </a:p>
          <a:p>
            <a:pPr algn="r">
              <a:spcAft>
                <a:spcPts val="71"/>
              </a:spcAft>
            </a:pPr>
            <a:r>
              <a:rPr sz="1000" i="0" b="0">
                <a:solidFill>
                  <a:srgbClr val="858585"/>
                </a:solidFill>
                <a:latin typeface="Consolas"/>
              </a:rPr>
              <a:t>32</a:t>
            </a:r>
          </a:p>
          <a:p>
            <a:pPr algn="r">
              <a:spcAft>
                <a:spcPts val="71"/>
              </a:spcAft>
            </a:pPr>
            <a:r>
              <a:rPr sz="1000" i="0" b="0">
                <a:solidFill>
                  <a:srgbClr val="858585"/>
                </a:solidFill>
                <a:latin typeface="Consolas"/>
              </a:rPr>
              <a:t>33</a:t>
            </a:r>
          </a:p>
          <a:p>
            <a:pPr algn="r">
              <a:spcAft>
                <a:spcPts val="71"/>
              </a:spcAft>
            </a:pPr>
            <a:r>
              <a:rPr sz="1000" i="0" b="0">
                <a:solidFill>
                  <a:srgbClr val="858585"/>
                </a:solidFill>
                <a:latin typeface="Consolas"/>
              </a:rPr>
              <a:t>34</a:t>
            </a:r>
          </a:p>
          <a:p>
            <a:pPr algn="r">
              <a:spcAft>
                <a:spcPts val="71"/>
              </a:spcAft>
            </a:pPr>
            <a:r>
              <a:rPr sz="1000" i="0" b="0">
                <a:solidFill>
                  <a:srgbClr val="858585"/>
                </a:solidFill>
                <a:latin typeface="Consolas"/>
              </a:rPr>
              <a:t>35</a:t>
            </a:r>
          </a:p>
          <a:p>
            <a:pPr algn="r">
              <a:spcAft>
                <a:spcPts val="71"/>
              </a:spcAft>
            </a:pPr>
            <a:r>
              <a:rPr sz="1000" i="0" b="0">
                <a:solidFill>
                  <a:srgbClr val="858585"/>
                </a:solidFill>
                <a:latin typeface="Consolas"/>
              </a:rPr>
              <a:t>36</a:t>
            </a:r>
          </a:p>
          <a:p>
            <a:pPr algn="r">
              <a:spcAft>
                <a:spcPts val="71"/>
              </a:spcAft>
            </a:pPr>
            <a:r>
              <a:rPr sz="1000" i="0" b="0">
                <a:solidFill>
                  <a:srgbClr val="858585"/>
                </a:solidFill>
                <a:latin typeface="Consolas"/>
              </a:rPr>
              <a:t>37</a:t>
            </a:r>
          </a:p>
          <a:p>
            <a:pPr algn="r">
              <a:spcAft>
                <a:spcPts val="71"/>
              </a:spcAft>
            </a:pPr>
            <a:r>
              <a:rPr sz="1000" i="0" b="0">
                <a:solidFill>
                  <a:srgbClr val="858585"/>
                </a:solidFill>
                <a:latin typeface="Consolas"/>
              </a:rPr>
              <a:t>38</a:t>
            </a:r>
          </a:p>
          <a:p>
            <a:pPr algn="r">
              <a:spcAft>
                <a:spcPts val="71"/>
              </a:spcAft>
            </a:pPr>
            <a:r>
              <a:rPr sz="1000" i="0" b="0">
                <a:solidFill>
                  <a:srgbClr val="858585"/>
                </a:solidFill>
                <a:latin typeface="Consolas"/>
              </a:rPr>
              <a:t>39</a:t>
            </a:r>
          </a:p>
          <a:p>
            <a:pPr algn="r">
              <a:spcAft>
                <a:spcPts val="71"/>
              </a:spcAft>
            </a:pPr>
            <a:r>
              <a:rPr sz="1000" i="0" b="0">
                <a:solidFill>
                  <a:srgbClr val="858585"/>
                </a:solidFill>
                <a:latin typeface="Consolas"/>
              </a:rPr>
              <a:t>40</a:t>
            </a:r>
          </a:p>
          <a:p>
            <a:pPr algn="r">
              <a:spcAft>
                <a:spcPts val="71"/>
              </a:spcAft>
            </a:pPr>
            <a:r>
              <a:rPr sz="1000" i="0" b="0">
                <a:solidFill>
                  <a:srgbClr val="858585"/>
                </a:solidFill>
                <a:latin typeface="Consolas"/>
              </a:rPr>
              <a:t>41</a:t>
            </a:r>
          </a:p>
          <a:p>
            <a:pPr algn="r">
              <a:spcAft>
                <a:spcPts val="71"/>
              </a:spcAft>
            </a:pPr>
            <a:r>
              <a:rPr sz="1000" i="0" b="0">
                <a:solidFill>
                  <a:srgbClr val="858585"/>
                </a:solidFill>
                <a:latin typeface="Consolas"/>
              </a:rPr>
              <a:t>42</a:t>
            </a:r>
          </a:p>
          <a:p>
            <a:pPr algn="r">
              <a:spcAft>
                <a:spcPts val="71"/>
              </a:spcAft>
            </a:pPr>
            <a:r>
              <a:rPr sz="1000" i="0" b="0">
                <a:solidFill>
                  <a:srgbClr val="858585"/>
                </a:solidFill>
                <a:latin typeface="Consolas"/>
              </a:rPr>
              <a:t>43</a:t>
            </a:r>
          </a:p>
          <a:p>
            <a:pPr algn="r">
              <a:spcAft>
                <a:spcPts val="71"/>
              </a:spcAft>
            </a:pPr>
            <a:r>
              <a:rPr sz="1000" i="0" b="0">
                <a:solidFill>
                  <a:srgbClr val="858585"/>
                </a:solidFill>
                <a:latin typeface="Consolas"/>
              </a:rPr>
              <a:t>44</a:t>
            </a:r>
          </a:p>
          <a:p>
            <a:pPr algn="r">
              <a:spcAft>
                <a:spcPts val="71"/>
              </a:spcAft>
            </a:pPr>
            <a:r>
              <a:rPr sz="1000" i="0" b="0">
                <a:solidFill>
                  <a:srgbClr val="858585"/>
                </a:solidFill>
                <a:latin typeface="Consolas"/>
              </a:rPr>
              <a:t>45</a:t>
            </a:r>
          </a:p>
          <a:p>
            <a:pPr algn="r">
              <a:spcAft>
                <a:spcPts val="71"/>
              </a:spcAft>
            </a:pPr>
            <a:r>
              <a:rPr sz="1000" i="0" b="0">
                <a:solidFill>
                  <a:srgbClr val="858585"/>
                </a:solidFill>
                <a:latin typeface="Consolas"/>
              </a:rPr>
              <a:t>46</a:t>
            </a:r>
          </a:p>
          <a:p>
            <a:pPr algn="r">
              <a:spcAft>
                <a:spcPts val="71"/>
              </a:spcAft>
            </a:pPr>
            <a:r>
              <a:rPr sz="1000" i="0" b="0">
                <a:solidFill>
                  <a:srgbClr val="858585"/>
                </a:solidFill>
                <a:latin typeface="Consolas"/>
              </a:rPr>
              <a:t>47</a:t>
            </a:r>
          </a:p>
          <a:p>
            <a:pPr algn="r">
              <a:spcAft>
                <a:spcPts val="71"/>
              </a:spcAft>
            </a:pPr>
            <a:r>
              <a:rPr sz="1000" i="0" b="0">
                <a:solidFill>
                  <a:srgbClr val="858585"/>
                </a:solidFill>
                <a:latin typeface="Consolas"/>
              </a:rPr>
              <a:t>48</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RepositorioMascotasCSV</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SEPARADOR</a:t>
            </a:r>
            <a:r>
              <a:rPr sz="1000" i="0" b="0">
                <a:solidFill>
                  <a:srgbClr val="D4D4D4"/>
                </a:solidFill>
                <a:latin typeface="Consolas"/>
              </a:rPr>
              <a:t> = </a:t>
            </a:r>
            <a:r>
              <a:rPr sz="1000" i="0" b="0">
                <a:solidFill>
                  <a:srgbClr val="CE9178"/>
                </a:solidFill>
                <a:latin typeface="Consolas"/>
              </a:rPr>
              <a:t>";"</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4D4D4"/>
                </a:solidFill>
                <a:latin typeface="Consolas"/>
              </a:rPr>
              <a:t>CAMPOS_ESPERADOS</a:t>
            </a:r>
            <a:r>
              <a:rPr sz="1000" i="0" b="0">
                <a:solidFill>
                  <a:srgbClr val="D4D4D4"/>
                </a:solidFill>
                <a:latin typeface="Consolas"/>
              </a:rPr>
              <a:t> = </a:t>
            </a:r>
            <a:r>
              <a:rPr sz="1000" i="0" b="0">
                <a:solidFill>
                  <a:srgbClr val="B5CEA8"/>
                </a:solidFill>
                <a:latin typeface="Consolas"/>
              </a:rPr>
              <a:t>5</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Mascota</a:t>
            </a:r>
            <a:r>
              <a:rPr sz="1000" i="0" b="0">
                <a:solidFill>
                  <a:srgbClr val="D4D4D4"/>
                </a:solidFill>
                <a:latin typeface="Consolas"/>
              </a:rPr>
              <a:t> </a:t>
            </a:r>
            <a:r>
              <a:rPr sz="1000" i="0" b="0">
                <a:solidFill>
                  <a:srgbClr val="DCDCAA"/>
                </a:solidFill>
                <a:latin typeface="Consolas"/>
              </a:rPr>
              <a:t>desdeLinea</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linea</a:t>
            </a: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4D4D4"/>
                </a:solidFill>
                <a:latin typeface="Consolas"/>
              </a:rPr>
              <a:t>numeroDeLinea</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campos</a:t>
            </a:r>
            <a:r>
              <a:rPr sz="1000" i="0" b="0">
                <a:solidFill>
                  <a:srgbClr val="D4D4D4"/>
                </a:solidFill>
                <a:latin typeface="Consolas"/>
              </a:rPr>
              <a:t> = </a:t>
            </a:r>
            <a:r>
              <a:rPr sz="1000" i="0" b="0">
                <a:solidFill>
                  <a:srgbClr val="DCDCAA"/>
                </a:solidFill>
                <a:latin typeface="Consolas"/>
              </a:rPr>
              <a:t>linea.split</a:t>
            </a:r>
            <a:r>
              <a:rPr sz="1000" i="0" b="0">
                <a:solidFill>
                  <a:srgbClr val="D4D4D4"/>
                </a:solidFill>
                <a:latin typeface="Consolas"/>
              </a:rPr>
              <a:t>(</a:t>
            </a:r>
            <a:r>
              <a:rPr sz="1000" i="0" b="0">
                <a:solidFill>
                  <a:srgbClr val="D4D4D4"/>
                </a:solidFill>
                <a:latin typeface="Consolas"/>
              </a:rPr>
              <a:t>SEPARADOR</a:t>
            </a:r>
            <a:r>
              <a:rPr sz="1000" i="0" b="0">
                <a:solidFill>
                  <a:srgbClr val="D4D4D4"/>
                </a:solidFill>
                <a:latin typeface="Consolas"/>
              </a:rPr>
              <a:t>, -</a:t>
            </a:r>
            <a:r>
              <a:rPr sz="1000" i="0" b="0">
                <a:solidFill>
                  <a:srgbClr val="B5CEA8"/>
                </a:solidFill>
                <a:latin typeface="Consolas"/>
              </a:rPr>
              <a:t>1</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if</a:t>
            </a:r>
            <a:r>
              <a:rPr sz="1000" i="0" b="0">
                <a:solidFill>
                  <a:srgbClr val="D4D4D4"/>
                </a:solidFill>
                <a:latin typeface="Consolas"/>
              </a:rPr>
              <a:t> (</a:t>
            </a:r>
            <a:r>
              <a:rPr sz="1000" i="0" b="0">
                <a:solidFill>
                  <a:srgbClr val="D4D4D4"/>
                </a:solidFill>
                <a:latin typeface="Consolas"/>
              </a:rPr>
              <a:t>campos</a:t>
            </a:r>
            <a:r>
              <a:rPr sz="1000" i="0" b="0">
                <a:solidFill>
                  <a:srgbClr val="D4D4D4"/>
                </a:solidFill>
                <a:latin typeface="Consolas"/>
              </a:rPr>
              <a:t>.</a:t>
            </a:r>
            <a:r>
              <a:rPr sz="1000" i="0" b="0">
                <a:solidFill>
                  <a:srgbClr val="D4D4D4"/>
                </a:solidFill>
                <a:latin typeface="Consolas"/>
              </a:rPr>
              <a:t>length</a:t>
            </a:r>
            <a:r>
              <a:rPr sz="1000" i="0" b="0">
                <a:solidFill>
                  <a:srgbClr val="D4D4D4"/>
                </a:solidFill>
                <a:latin typeface="Consolas"/>
              </a:rPr>
              <a:t> != </a:t>
            </a:r>
            <a:r>
              <a:rPr sz="1000" i="0" b="0">
                <a:solidFill>
                  <a:srgbClr val="D4D4D4"/>
                </a:solidFill>
                <a:latin typeface="Consolas"/>
              </a:rPr>
              <a:t>CAMPOS_ESPERADOS</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"Linea "</a:t>
            </a:r>
            <a:r>
              <a:rPr sz="1000" i="0" b="0">
                <a:solidFill>
                  <a:srgbClr val="D4D4D4"/>
                </a:solidFill>
                <a:latin typeface="Consolas"/>
              </a:rPr>
              <a:t> + </a:t>
            </a:r>
            <a:r>
              <a:rPr sz="1000" i="0" b="0">
                <a:solidFill>
                  <a:srgbClr val="D4D4D4"/>
                </a:solidFill>
                <a:latin typeface="Consolas"/>
              </a:rPr>
              <a:t>numeroDeLinea</a:t>
            </a:r>
          </a:p>
          <a:p>
            <a:pPr>
              <a:spcAft>
                <a:spcPts val="71"/>
              </a:spcAft>
            </a:pPr>
            <a:r>
              <a:rPr sz="1000" i="0" b="0">
                <a:solidFill>
                  <a:srgbClr val="D4D4D4"/>
                </a:solidFill>
                <a:latin typeface="Consolas"/>
              </a:rPr>
              <a:t>                    + </a:t>
            </a:r>
            <a:r>
              <a:rPr sz="1000" i="0" b="0">
                <a:solidFill>
                  <a:srgbClr val="CE9178"/>
                </a:solidFill>
                <a:latin typeface="Consolas"/>
              </a:rPr>
              <a:t>" ignorada: se esperaban "</a:t>
            </a:r>
          </a:p>
          <a:p>
            <a:pPr>
              <a:spcAft>
                <a:spcPts val="71"/>
              </a:spcAft>
            </a:pPr>
            <a:r>
              <a:rPr sz="1000" i="0" b="0">
                <a:solidFill>
                  <a:srgbClr val="D4D4D4"/>
                </a:solidFill>
                <a:latin typeface="Consolas"/>
              </a:rPr>
              <a:t>                    + </a:t>
            </a:r>
            <a:r>
              <a:rPr sz="1000" i="0" b="0">
                <a:solidFill>
                  <a:srgbClr val="D4D4D4"/>
                </a:solidFill>
                <a:latin typeface="Consolas"/>
              </a:rPr>
              <a:t>CAMPOS_ESPERADOS</a:t>
            </a:r>
            <a:r>
              <a:rPr sz="1000" i="0" b="0">
                <a:solidFill>
                  <a:srgbClr val="D4D4D4"/>
                </a:solidFill>
                <a:latin typeface="Consolas"/>
              </a:rPr>
              <a:t> + </a:t>
            </a:r>
            <a:r>
              <a:rPr sz="1000" i="0" b="0">
                <a:solidFill>
                  <a:srgbClr val="CE9178"/>
                </a:solidFill>
                <a:latin typeface="Consolas"/>
              </a:rPr>
              <a:t>" y llegaron "</a:t>
            </a:r>
          </a:p>
          <a:p>
            <a:pPr>
              <a:spcAft>
                <a:spcPts val="71"/>
              </a:spcAft>
            </a:pPr>
            <a:r>
              <a:rPr sz="1000" i="0" b="0">
                <a:solidFill>
                  <a:srgbClr val="D4D4D4"/>
                </a:solidFill>
                <a:latin typeface="Consolas"/>
              </a:rPr>
              <a:t>                    + </a:t>
            </a:r>
            <a:r>
              <a:rPr sz="1000" i="0" b="0">
                <a:solidFill>
                  <a:srgbClr val="D4D4D4"/>
                </a:solidFill>
                <a:latin typeface="Consolas"/>
              </a:rPr>
              <a:t>campos</a:t>
            </a:r>
            <a:r>
              <a:rPr sz="1000" i="0" b="0">
                <a:solidFill>
                  <a:srgbClr val="D4D4D4"/>
                </a:solidFill>
                <a:latin typeface="Consolas"/>
              </a:rPr>
              <a:t>.</a:t>
            </a:r>
            <a:r>
              <a:rPr sz="1000" i="0" b="0">
                <a:solidFill>
                  <a:srgbClr val="D4D4D4"/>
                </a:solidFill>
                <a:latin typeface="Consolas"/>
              </a:rPr>
              <a:t>length</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569CD6"/>
                </a:solidFill>
                <a:latin typeface="Consolas"/>
              </a:rPr>
              <a:t>null</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try</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int</a:t>
            </a:r>
            <a:r>
              <a:rPr sz="1000" i="0" b="0">
                <a:solidFill>
                  <a:srgbClr val="D4D4D4"/>
                </a:solidFill>
                <a:latin typeface="Consolas"/>
              </a:rPr>
              <a:t> </a:t>
            </a:r>
            <a:r>
              <a:rPr sz="1000" i="0" b="0">
                <a:solidFill>
                  <a:srgbClr val="D4D4D4"/>
                </a:solidFill>
                <a:latin typeface="Consolas"/>
              </a:rPr>
              <a:t>edad</a:t>
            </a:r>
            <a:r>
              <a:rPr sz="1000" i="0" b="0">
                <a:solidFill>
                  <a:srgbClr val="D4D4D4"/>
                </a:solidFill>
                <a:latin typeface="Consolas"/>
              </a:rPr>
              <a:t> = </a:t>
            </a:r>
            <a:r>
              <a:rPr sz="1000" i="0" b="0">
                <a:solidFill>
                  <a:srgbClr val="DCDCAA"/>
                </a:solidFill>
                <a:latin typeface="Consolas"/>
              </a:rPr>
              <a:t>Integer.parseInt</a:t>
            </a:r>
            <a:r>
              <a:rPr sz="1000" i="0" b="0">
                <a:solidFill>
                  <a:srgbClr val="D4D4D4"/>
                </a:solidFill>
                <a:latin typeface="Consolas"/>
              </a:rPr>
              <a:t>(</a:t>
            </a:r>
            <a:r>
              <a:rPr sz="1000" i="0" b="0">
                <a:solidFill>
                  <a:srgbClr val="D4D4D4"/>
                </a:solidFill>
                <a:latin typeface="Consolas"/>
              </a:rPr>
              <a:t>campos</a:t>
            </a:r>
            <a:r>
              <a:rPr sz="1000" i="0" b="0">
                <a:solidFill>
                  <a:srgbClr val="D4D4D4"/>
                </a:solidFill>
                <a:latin typeface="Consolas"/>
              </a:rPr>
              <a:t>[</a:t>
            </a:r>
            <a:r>
              <a:rPr sz="1000" i="0" b="0">
                <a:solidFill>
                  <a:srgbClr val="B5CEA8"/>
                </a:solidFill>
                <a:latin typeface="Consolas"/>
              </a:rPr>
              <a:t>3</a:t>
            </a:r>
            <a:r>
              <a:rPr sz="1000" i="0" b="0">
                <a:solidFill>
                  <a:srgbClr val="D4D4D4"/>
                </a:solidFill>
                <a:latin typeface="Consolas"/>
              </a:rPr>
              <a:t>].</a:t>
            </a:r>
            <a:r>
              <a:rPr sz="1000" i="0" b="0">
                <a:solidFill>
                  <a:srgbClr val="DCDCAA"/>
                </a:solidFill>
                <a:latin typeface="Consolas"/>
              </a:rPr>
              <a:t>trim</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Mascota</a:t>
            </a:r>
            <a:r>
              <a:rPr sz="1000" i="0" b="0">
                <a:solidFill>
                  <a:srgbClr val="D4D4D4"/>
                </a:solidFill>
                <a:latin typeface="Consolas"/>
              </a:rPr>
              <a:t>(</a:t>
            </a:r>
            <a:r>
              <a:rPr sz="1000" i="0" b="0">
                <a:solidFill>
                  <a:srgbClr val="D4D4D4"/>
                </a:solidFill>
                <a:latin typeface="Consolas"/>
              </a:rPr>
              <a:t>campos</a:t>
            </a:r>
            <a:r>
              <a:rPr sz="1000" i="0" b="0">
                <a:solidFill>
                  <a:srgbClr val="D4D4D4"/>
                </a:solidFill>
                <a:latin typeface="Consolas"/>
              </a:rPr>
              <a:t>[</a:t>
            </a:r>
            <a:r>
              <a:rPr sz="1000" i="0" b="0">
                <a:solidFill>
                  <a:srgbClr val="B5CEA8"/>
                </a:solidFill>
                <a:latin typeface="Consolas"/>
              </a:rPr>
              <a:t>0</a:t>
            </a:r>
            <a:r>
              <a:rPr sz="1000" i="0" b="0">
                <a:solidFill>
                  <a:srgbClr val="D4D4D4"/>
                </a:solidFill>
                <a:latin typeface="Consolas"/>
              </a:rPr>
              <a:t>].</a:t>
            </a:r>
            <a:r>
              <a:rPr sz="1000" i="0" b="0">
                <a:solidFill>
                  <a:srgbClr val="DCDCAA"/>
                </a:solidFill>
                <a:latin typeface="Consolas"/>
              </a:rPr>
              <a:t>trim</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campos</a:t>
            </a:r>
            <a:r>
              <a:rPr sz="1000" i="0" b="0">
                <a:solidFill>
                  <a:srgbClr val="D4D4D4"/>
                </a:solidFill>
                <a:latin typeface="Consolas"/>
              </a:rPr>
              <a:t>[</a:t>
            </a:r>
            <a:r>
              <a:rPr sz="1000" i="0" b="0">
                <a:solidFill>
                  <a:srgbClr val="B5CEA8"/>
                </a:solidFill>
                <a:latin typeface="Consolas"/>
              </a:rPr>
              <a:t>1</a:t>
            </a:r>
            <a:r>
              <a:rPr sz="1000" i="0" b="0">
                <a:solidFill>
                  <a:srgbClr val="D4D4D4"/>
                </a:solidFill>
                <a:latin typeface="Consolas"/>
              </a:rPr>
              <a:t>].</a:t>
            </a:r>
            <a:r>
              <a:rPr sz="1000" i="0" b="0">
                <a:solidFill>
                  <a:srgbClr val="DCDCAA"/>
                </a:solidFill>
                <a:latin typeface="Consolas"/>
              </a:rPr>
              <a:t>trim</a:t>
            </a:r>
            <a:r>
              <a:rPr sz="1000" i="0" b="0">
                <a:solidFill>
                  <a:srgbClr val="D4D4D4"/>
                </a:solidFill>
                <a:latin typeface="Consolas"/>
              </a:rPr>
              <a:t>(), </a:t>
            </a:r>
            <a:r>
              <a:rPr sz="1000" i="0" b="0">
                <a:solidFill>
                  <a:srgbClr val="D4D4D4"/>
                </a:solidFill>
                <a:latin typeface="Consolas"/>
              </a:rPr>
              <a:t>campos</a:t>
            </a:r>
            <a:r>
              <a:rPr sz="1000" i="0" b="0">
                <a:solidFill>
                  <a:srgbClr val="D4D4D4"/>
                </a:solidFill>
                <a:latin typeface="Consolas"/>
              </a:rPr>
              <a:t>[</a:t>
            </a:r>
            <a:r>
              <a:rPr sz="1000" i="0" b="0">
                <a:solidFill>
                  <a:srgbClr val="B5CEA8"/>
                </a:solidFill>
                <a:latin typeface="Consolas"/>
              </a:rPr>
              <a:t>2</a:t>
            </a:r>
            <a:r>
              <a:rPr sz="1000" i="0" b="0">
                <a:solidFill>
                  <a:srgbClr val="D4D4D4"/>
                </a:solidFill>
                <a:latin typeface="Consolas"/>
              </a:rPr>
              <a:t>].</a:t>
            </a:r>
            <a:r>
              <a:rPr sz="1000" i="0" b="0">
                <a:solidFill>
                  <a:srgbClr val="DCDCAA"/>
                </a:solidFill>
                <a:latin typeface="Consolas"/>
              </a:rPr>
              <a:t>trim</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edad</a:t>
            </a:r>
            <a:r>
              <a:rPr sz="1000" i="0" b="0">
                <a:solidFill>
                  <a:srgbClr val="D4D4D4"/>
                </a:solidFill>
                <a:latin typeface="Consolas"/>
              </a:rPr>
              <a:t>, </a:t>
            </a:r>
            <a:r>
              <a:rPr sz="1000" i="0" b="0">
                <a:solidFill>
                  <a:srgbClr val="D4D4D4"/>
                </a:solidFill>
                <a:latin typeface="Consolas"/>
              </a:rPr>
              <a:t>campos</a:t>
            </a:r>
            <a:r>
              <a:rPr sz="1000" i="0" b="0">
                <a:solidFill>
                  <a:srgbClr val="D4D4D4"/>
                </a:solidFill>
                <a:latin typeface="Consolas"/>
              </a:rPr>
              <a:t>[</a:t>
            </a:r>
            <a:r>
              <a:rPr sz="1000" i="0" b="0">
                <a:solidFill>
                  <a:srgbClr val="B5CEA8"/>
                </a:solidFill>
                <a:latin typeface="Consolas"/>
              </a:rPr>
              <a:t>4</a:t>
            </a:r>
            <a:r>
              <a:rPr sz="1000" i="0" b="0">
                <a:solidFill>
                  <a:srgbClr val="D4D4D4"/>
                </a:solidFill>
                <a:latin typeface="Consolas"/>
              </a:rPr>
              <a:t>].</a:t>
            </a:r>
            <a:r>
              <a:rPr sz="1000" i="0" b="0">
                <a:solidFill>
                  <a:srgbClr val="DCDCAA"/>
                </a:solidFill>
                <a:latin typeface="Consolas"/>
              </a:rPr>
              <a:t>trim</a:t>
            </a:r>
            <a:r>
              <a:rPr sz="1000" i="0" b="0">
                <a:solidFill>
                  <a:srgbClr val="D4D4D4"/>
                </a:solidFill>
                <a:latin typeface="Consolas"/>
              </a:rPr>
              <a:t>());</a:t>
            </a:r>
          </a:p>
          <a:p>
            <a:pPr>
              <a:spcAft>
                <a:spcPts val="71"/>
              </a:spcAft>
            </a:pPr>
            <a:r>
              <a:rPr sz="1000" i="0" b="0">
                <a:solidFill>
                  <a:srgbClr val="D4D4D4"/>
                </a:solidFill>
                <a:latin typeface="Consolas"/>
              </a:rPr>
              <a:t>        } </a:t>
            </a:r>
            <a:r>
              <a:rPr sz="1000" i="0" b="0">
                <a:solidFill>
                  <a:srgbClr val="569CD6"/>
                </a:solidFill>
                <a:latin typeface="Consolas"/>
              </a:rPr>
              <a:t>catch</a:t>
            </a:r>
            <a:r>
              <a:rPr sz="1000" i="0" b="0">
                <a:solidFill>
                  <a:srgbClr val="D4D4D4"/>
                </a:solidFill>
                <a:latin typeface="Consolas"/>
              </a:rPr>
              <a:t> (</a:t>
            </a:r>
            <a:r>
              <a:rPr sz="1000" i="0" b="0">
                <a:solidFill>
                  <a:srgbClr val="D4D4D4"/>
                </a:solidFill>
                <a:latin typeface="Consolas"/>
              </a:rPr>
              <a:t>NumberFormatException</a:t>
            </a:r>
            <a:r>
              <a:rPr sz="1000" i="0" b="0">
                <a:solidFill>
                  <a:srgbClr val="D4D4D4"/>
                </a:solidFill>
                <a:latin typeface="Consolas"/>
              </a:rPr>
              <a:t> </a:t>
            </a:r>
            <a:r>
              <a:rPr sz="1000" i="0" b="0">
                <a:solidFill>
                  <a:srgbClr val="D4D4D4"/>
                </a:solidFill>
                <a:latin typeface="Consolas"/>
              </a:rPr>
              <a:t>e</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"Linea "</a:t>
            </a:r>
            <a:r>
              <a:rPr sz="1000" i="0" b="0">
                <a:solidFill>
                  <a:srgbClr val="D4D4D4"/>
                </a:solidFill>
                <a:latin typeface="Consolas"/>
              </a:rPr>
              <a:t> + </a:t>
            </a:r>
            <a:r>
              <a:rPr sz="1000" i="0" b="0">
                <a:solidFill>
                  <a:srgbClr val="D4D4D4"/>
                </a:solidFill>
                <a:latin typeface="Consolas"/>
              </a:rPr>
              <a:t>numeroDeLinea</a:t>
            </a:r>
          </a:p>
          <a:p>
            <a:pPr>
              <a:spcAft>
                <a:spcPts val="71"/>
              </a:spcAft>
            </a:pPr>
            <a:r>
              <a:rPr sz="1000" i="0" b="0">
                <a:solidFill>
                  <a:srgbClr val="D4D4D4"/>
                </a:solidFill>
                <a:latin typeface="Consolas"/>
              </a:rPr>
              <a:t>                    + </a:t>
            </a:r>
            <a:r>
              <a:rPr sz="1000" i="0" b="0">
                <a:solidFill>
                  <a:srgbClr val="CE9178"/>
                </a:solidFill>
                <a:latin typeface="Consolas"/>
              </a:rPr>
              <a:t>" ignorada: la edad '"</a:t>
            </a:r>
            <a:r>
              <a:rPr sz="1000" i="0" b="0">
                <a:solidFill>
                  <a:srgbClr val="D4D4D4"/>
                </a:solidFill>
                <a:latin typeface="Consolas"/>
              </a:rPr>
              <a:t> + </a:t>
            </a:r>
            <a:r>
              <a:rPr sz="1000" i="0" b="0">
                <a:solidFill>
                  <a:srgbClr val="D4D4D4"/>
                </a:solidFill>
                <a:latin typeface="Consolas"/>
              </a:rPr>
              <a:t>campos</a:t>
            </a:r>
            <a:r>
              <a:rPr sz="1000" i="0" b="0">
                <a:solidFill>
                  <a:srgbClr val="D4D4D4"/>
                </a:solidFill>
                <a:latin typeface="Consolas"/>
              </a:rPr>
              <a:t>[</a:t>
            </a:r>
            <a:r>
              <a:rPr sz="1000" i="0" b="0">
                <a:solidFill>
                  <a:srgbClr val="B5CEA8"/>
                </a:solidFill>
                <a:latin typeface="Consolas"/>
              </a:rPr>
              <a:t>3</a:t>
            </a:r>
            <a:r>
              <a:rPr sz="1000" i="0" b="0">
                <a:solidFill>
                  <a:srgbClr val="D4D4D4"/>
                </a:solidFill>
                <a:latin typeface="Consolas"/>
              </a:rPr>
              <a:t>]</a:t>
            </a:r>
          </a:p>
          <a:p>
            <a:pPr>
              <a:spcAft>
                <a:spcPts val="71"/>
              </a:spcAft>
            </a:pPr>
            <a:r>
              <a:rPr sz="1000" i="0" b="0">
                <a:solidFill>
                  <a:srgbClr val="D4D4D4"/>
                </a:solidFill>
                <a:latin typeface="Consolas"/>
              </a:rPr>
              <a:t>                    + </a:t>
            </a:r>
            <a:r>
              <a:rPr sz="1000" i="0" b="0">
                <a:solidFill>
                  <a:srgbClr val="CE9178"/>
                </a:solidFill>
                <a:latin typeface="Consolas"/>
              </a:rPr>
              <a:t>"' no es un numero entero."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569CD6"/>
                </a:solidFill>
                <a:latin typeface="Consolas"/>
              </a:rPr>
              <a:t>null</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main(): cargar, guardar y reabrir</a:t>
            </a:r>
          </a:p>
        </p:txBody>
      </p:sp>
      <p:sp>
        <p:nvSpPr>
          <p:cNvPr id="5" name="Rounded Rectangle 4"/>
          <p:cNvSpPr/>
          <p:nvPr/>
        </p:nvSpPr>
        <p:spPr>
          <a:xfrm>
            <a:off x="457200" y="1261872"/>
            <a:ext cx="11277295" cy="509320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Main.java</a:t>
            </a:r>
          </a:p>
        </p:txBody>
      </p:sp>
      <p:sp>
        <p:nvSpPr>
          <p:cNvPr id="11" name="TextBox 10"/>
          <p:cNvSpPr txBox="1"/>
          <p:nvPr/>
        </p:nvSpPr>
        <p:spPr>
          <a:xfrm>
            <a:off x="685800"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1</a:t>
            </a:r>
          </a:p>
          <a:p>
            <a:pPr algn="r">
              <a:spcAft>
                <a:spcPts val="71"/>
              </a:spcAft>
            </a:pPr>
            <a:r>
              <a:rPr sz="1000" i="0" b="0">
                <a:solidFill>
                  <a:srgbClr val="858585"/>
                </a:solidFill>
                <a:latin typeface="Consolas"/>
              </a:rPr>
              <a:t>2</a:t>
            </a:r>
          </a:p>
          <a:p>
            <a:pPr algn="r">
              <a:spcAft>
                <a:spcPts val="71"/>
              </a:spcAft>
            </a:pPr>
            <a:r>
              <a:rPr sz="1000" i="0" b="0">
                <a:solidFill>
                  <a:srgbClr val="858585"/>
                </a:solidFill>
                <a:latin typeface="Consolas"/>
              </a:rPr>
              <a:t>3</a:t>
            </a:r>
          </a:p>
          <a:p>
            <a:pPr algn="r">
              <a:spcAft>
                <a:spcPts val="71"/>
              </a:spcAft>
            </a:pPr>
            <a:r>
              <a:rPr sz="1000" i="0" b="0">
                <a:solidFill>
                  <a:srgbClr val="858585"/>
                </a:solidFill>
                <a:latin typeface="Consolas"/>
              </a:rPr>
              <a:t>4</a:t>
            </a:r>
          </a:p>
          <a:p>
            <a:pPr algn="r">
              <a:spcAft>
                <a:spcPts val="71"/>
              </a:spcAft>
            </a:pPr>
            <a:r>
              <a:rPr sz="1000" i="0" b="0">
                <a:solidFill>
                  <a:srgbClr val="858585"/>
                </a:solidFill>
                <a:latin typeface="Consolas"/>
              </a:rPr>
              <a:t>5</a:t>
            </a:r>
          </a:p>
          <a:p>
            <a:pPr algn="r">
              <a:spcAft>
                <a:spcPts val="71"/>
              </a:spcAft>
            </a:pPr>
            <a:r>
              <a:rPr sz="1000" i="0" b="0">
                <a:solidFill>
                  <a:srgbClr val="858585"/>
                </a:solidFill>
                <a:latin typeface="Consolas"/>
              </a:rPr>
              <a:t>6</a:t>
            </a:r>
          </a:p>
          <a:p>
            <a:pPr algn="r">
              <a:spcAft>
                <a:spcPts val="71"/>
              </a:spcAft>
            </a:pPr>
            <a:r>
              <a:rPr sz="1000" i="0" b="0">
                <a:solidFill>
                  <a:srgbClr val="858585"/>
                </a:solidFill>
                <a:latin typeface="Consolas"/>
              </a:rPr>
              <a:t>7</a:t>
            </a:r>
          </a:p>
          <a:p>
            <a:pPr algn="r">
              <a:spcAft>
                <a:spcPts val="71"/>
              </a:spcAft>
            </a:pPr>
            <a:r>
              <a:rPr sz="1000" i="0" b="0">
                <a:solidFill>
                  <a:srgbClr val="858585"/>
                </a:solidFill>
                <a:latin typeface="Consolas"/>
              </a:rPr>
              <a:t>8</a:t>
            </a:r>
          </a:p>
          <a:p>
            <a:pPr algn="r">
              <a:spcAft>
                <a:spcPts val="71"/>
              </a:spcAft>
            </a:pPr>
            <a:r>
              <a:rPr sz="1000" i="0" b="0">
                <a:solidFill>
                  <a:srgbClr val="858585"/>
                </a:solidFill>
                <a:latin typeface="Consolas"/>
              </a:rPr>
              <a:t>9</a:t>
            </a:r>
          </a:p>
          <a:p>
            <a:pPr algn="r">
              <a:spcAft>
                <a:spcPts val="71"/>
              </a:spcAft>
            </a:pPr>
            <a:r>
              <a:rPr sz="1000" i="0" b="0">
                <a:solidFill>
                  <a:srgbClr val="858585"/>
                </a:solidFill>
                <a:latin typeface="Consolas"/>
              </a:rPr>
              <a:t>10</a:t>
            </a:r>
          </a:p>
          <a:p>
            <a:pPr algn="r">
              <a:spcAft>
                <a:spcPts val="71"/>
              </a:spcAft>
            </a:pPr>
            <a:r>
              <a:rPr sz="1000" i="0" b="0">
                <a:solidFill>
                  <a:srgbClr val="858585"/>
                </a:solidFill>
                <a:latin typeface="Consolas"/>
              </a:rPr>
              <a:t>11</a:t>
            </a:r>
          </a:p>
          <a:p>
            <a:pPr algn="r">
              <a:spcAft>
                <a:spcPts val="71"/>
              </a:spcAft>
            </a:pPr>
            <a:r>
              <a:rPr sz="1000" i="0" b="0">
                <a:solidFill>
                  <a:srgbClr val="858585"/>
                </a:solidFill>
                <a:latin typeface="Consolas"/>
              </a:rPr>
              <a:t>12</a:t>
            </a:r>
          </a:p>
          <a:p>
            <a:pPr algn="r">
              <a:spcAft>
                <a:spcPts val="71"/>
              </a:spcAft>
            </a:pPr>
            <a:r>
              <a:rPr sz="1000" i="0" b="0">
                <a:solidFill>
                  <a:srgbClr val="858585"/>
                </a:solidFill>
                <a:latin typeface="Consolas"/>
              </a:rPr>
              <a:t>13</a:t>
            </a:r>
          </a:p>
          <a:p>
            <a:pPr algn="r">
              <a:spcAft>
                <a:spcPts val="71"/>
              </a:spcAft>
            </a:pPr>
            <a:r>
              <a:rPr sz="1000" i="0" b="0">
                <a:solidFill>
                  <a:srgbClr val="858585"/>
                </a:solidFill>
                <a:latin typeface="Consolas"/>
              </a:rPr>
              <a:t>14</a:t>
            </a:r>
          </a:p>
          <a:p>
            <a:pPr algn="r">
              <a:spcAft>
                <a:spcPts val="71"/>
              </a:spcAft>
            </a:pPr>
            <a:r>
              <a:rPr sz="1000" i="0" b="0">
                <a:solidFill>
                  <a:srgbClr val="858585"/>
                </a:solidFill>
                <a:latin typeface="Consolas"/>
              </a:rPr>
              <a:t>15</a:t>
            </a:r>
          </a:p>
          <a:p>
            <a:pPr algn="r">
              <a:spcAft>
                <a:spcPts val="71"/>
              </a:spcAft>
            </a:pPr>
            <a:r>
              <a:rPr sz="1000" i="0" b="0">
                <a:solidFill>
                  <a:srgbClr val="858585"/>
                </a:solidFill>
                <a:latin typeface="Consolas"/>
              </a:rPr>
              <a:t>16</a:t>
            </a:r>
          </a:p>
          <a:p>
            <a:pPr algn="r">
              <a:spcAft>
                <a:spcPts val="71"/>
              </a:spcAft>
            </a:pPr>
            <a:r>
              <a:rPr sz="1000" i="0" b="0">
                <a:solidFill>
                  <a:srgbClr val="858585"/>
                </a:solidFill>
                <a:latin typeface="Consolas"/>
              </a:rPr>
              <a:t>17</a:t>
            </a:r>
          </a:p>
          <a:p>
            <a:pPr algn="r">
              <a:spcAft>
                <a:spcPts val="71"/>
              </a:spcAft>
            </a:pPr>
            <a:r>
              <a:rPr sz="1000" i="0" b="0">
                <a:solidFill>
                  <a:srgbClr val="858585"/>
                </a:solidFill>
                <a:latin typeface="Consolas"/>
              </a:rPr>
              <a:t>18</a:t>
            </a:r>
          </a:p>
          <a:p>
            <a:pPr algn="r">
              <a:spcAft>
                <a:spcPts val="71"/>
              </a:spcAft>
            </a:pPr>
            <a:r>
              <a:rPr sz="1000" i="0" b="0">
                <a:solidFill>
                  <a:srgbClr val="858585"/>
                </a:solidFill>
                <a:latin typeface="Consolas"/>
              </a:rPr>
              <a:t>19</a:t>
            </a:r>
          </a:p>
          <a:p>
            <a:pPr algn="r">
              <a:spcAft>
                <a:spcPts val="71"/>
              </a:spcAft>
            </a:pPr>
            <a:r>
              <a:rPr sz="1000" i="0" b="0">
                <a:solidFill>
                  <a:srgbClr val="858585"/>
                </a:solidFill>
                <a:latin typeface="Consolas"/>
              </a:rPr>
              <a:t>20</a:t>
            </a:r>
          </a:p>
          <a:p>
            <a:pPr algn="r">
              <a:spcAft>
                <a:spcPts val="71"/>
              </a:spcAft>
            </a:pPr>
            <a:r>
              <a:rPr sz="1000" i="0" b="0">
                <a:solidFill>
                  <a:srgbClr val="858585"/>
                </a:solidFill>
                <a:latin typeface="Consolas"/>
              </a:rPr>
              <a:t>21</a:t>
            </a:r>
          </a:p>
          <a:p>
            <a:pPr algn="r">
              <a:spcAft>
                <a:spcPts val="71"/>
              </a:spcAft>
            </a:pPr>
            <a:r>
              <a:rPr sz="1000" i="0" b="0">
                <a:solidFill>
                  <a:srgbClr val="858585"/>
                </a:solidFill>
                <a:latin typeface="Consolas"/>
              </a:rPr>
              <a:t>22</a:t>
            </a:r>
          </a:p>
          <a:p>
            <a:pPr algn="r">
              <a:spcAft>
                <a:spcPts val="71"/>
              </a:spcAft>
            </a:pPr>
            <a:r>
              <a:rPr sz="1000" i="0" b="0">
                <a:solidFill>
                  <a:srgbClr val="858585"/>
                </a:solidFill>
                <a:latin typeface="Consolas"/>
              </a:rPr>
              <a:t>23</a:t>
            </a:r>
          </a:p>
          <a:p>
            <a:pPr algn="r">
              <a:spcAft>
                <a:spcPts val="71"/>
              </a:spcAft>
            </a:pPr>
            <a:r>
              <a:rPr sz="1000" i="0" b="0">
                <a:solidFill>
                  <a:srgbClr val="858585"/>
                </a:solidFill>
                <a:latin typeface="Consolas"/>
              </a:rPr>
              <a:t>24</a:t>
            </a:r>
          </a:p>
          <a:p>
            <a:pPr algn="r">
              <a:spcAft>
                <a:spcPts val="71"/>
              </a:spcAft>
            </a:pPr>
            <a:r>
              <a:rPr sz="1000" i="0" b="0">
                <a:solidFill>
                  <a:srgbClr val="858585"/>
                </a:solidFill>
                <a:latin typeface="Consolas"/>
              </a:rPr>
              <a:t>25</a:t>
            </a:r>
          </a:p>
        </p:txBody>
      </p:sp>
      <p:sp>
        <p:nvSpPr>
          <p:cNvPr id="12" name="TextBox 11"/>
          <p:cNvSpPr txBox="1"/>
          <p:nvPr/>
        </p:nvSpPr>
        <p:spPr>
          <a:xfrm>
            <a:off x="1188720" y="1719072"/>
            <a:ext cx="4747107" cy="4498848"/>
          </a:xfrm>
          <a:prstGeom prst="rect">
            <a:avLst/>
          </a:prstGeom>
          <a:noFill/>
        </p:spPr>
        <p:txBody>
          <a:bodyPr wrap="square">
            <a:spAutoFit/>
          </a:bodyPr>
          <a:lstStyle/>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io</a:t>
            </a:r>
            <a:r>
              <a:rPr sz="1000" i="0" b="0">
                <a:solidFill>
                  <a:srgbClr val="D4D4D4"/>
                </a:solidFill>
                <a:latin typeface="Consolas"/>
              </a:rPr>
              <a:t>.</a:t>
            </a:r>
            <a:r>
              <a:rPr sz="1000" i="0" b="0">
                <a:solidFill>
                  <a:srgbClr val="D4D4D4"/>
                </a:solidFill>
                <a:latin typeface="Consolas"/>
              </a:rPr>
              <a:t>IOException</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nio</a:t>
            </a:r>
            <a:r>
              <a:rPr sz="1000" i="0" b="0">
                <a:solidFill>
                  <a:srgbClr val="D4D4D4"/>
                </a:solidFill>
                <a:latin typeface="Consolas"/>
              </a:rPr>
              <a:t>.</a:t>
            </a:r>
            <a:r>
              <a:rPr sz="1000" i="0" b="0">
                <a:solidFill>
                  <a:srgbClr val="D4D4D4"/>
                </a:solidFill>
                <a:latin typeface="Consolas"/>
              </a:rPr>
              <a:t>file</a:t>
            </a:r>
            <a:r>
              <a:rPr sz="1000" i="0" b="0">
                <a:solidFill>
                  <a:srgbClr val="D4D4D4"/>
                </a:solidFill>
                <a:latin typeface="Consolas"/>
              </a:rPr>
              <a:t>.</a:t>
            </a:r>
            <a:r>
              <a:rPr sz="1000" i="0" b="0">
                <a:solidFill>
                  <a:srgbClr val="D4D4D4"/>
                </a:solidFill>
                <a:latin typeface="Consolas"/>
              </a:rPr>
              <a:t>Files</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nio</a:t>
            </a:r>
            <a:r>
              <a:rPr sz="1000" i="0" b="0">
                <a:solidFill>
                  <a:srgbClr val="D4D4D4"/>
                </a:solidFill>
                <a:latin typeface="Consolas"/>
              </a:rPr>
              <a:t>.</a:t>
            </a:r>
            <a:r>
              <a:rPr sz="1000" i="0" b="0">
                <a:solidFill>
                  <a:srgbClr val="D4D4D4"/>
                </a:solidFill>
                <a:latin typeface="Consolas"/>
              </a:rPr>
              <a:t>file</a:t>
            </a:r>
            <a:r>
              <a:rPr sz="1000" i="0" b="0">
                <a:solidFill>
                  <a:srgbClr val="D4D4D4"/>
                </a:solidFill>
                <a:latin typeface="Consolas"/>
              </a:rPr>
              <a:t>.</a:t>
            </a:r>
            <a:r>
              <a:rPr sz="1000" i="0" b="0">
                <a:solidFill>
                  <a:srgbClr val="D4D4D4"/>
                </a:solidFill>
                <a:latin typeface="Consolas"/>
              </a:rPr>
              <a:t>Path</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util</a:t>
            </a:r>
            <a:r>
              <a:rPr sz="1000" i="0" b="0">
                <a:solidFill>
                  <a:srgbClr val="D4D4D4"/>
                </a:solidFill>
                <a:latin typeface="Consolas"/>
              </a:rPr>
              <a:t>.</a:t>
            </a:r>
            <a:r>
              <a:rPr sz="1000" i="0" b="0">
                <a:solidFill>
                  <a:srgbClr val="4EC9B0"/>
                </a:solidFill>
                <a:latin typeface="Consolas"/>
              </a:rPr>
              <a:t>ArrayList</a:t>
            </a:r>
            <a:r>
              <a:rPr sz="1000" i="0" b="0">
                <a:solidFill>
                  <a:srgbClr val="D4D4D4"/>
                </a:solidFill>
                <a:latin typeface="Consolas"/>
              </a:rPr>
              <a:t>;</a:t>
            </a:r>
          </a:p>
          <a:p>
            <a:pPr>
              <a:spcAft>
                <a:spcPts val="71"/>
              </a:spcAft>
            </a:pPr>
            <a:r>
              <a:rPr sz="1000" i="0" b="0">
                <a:solidFill>
                  <a:srgbClr val="569CD6"/>
                </a:solidFill>
                <a:latin typeface="Consolas"/>
              </a:rPr>
              <a:t>import</a:t>
            </a:r>
            <a:r>
              <a:rPr sz="1000" i="0" b="0">
                <a:solidFill>
                  <a:srgbClr val="D4D4D4"/>
                </a:solidFill>
                <a:latin typeface="Consolas"/>
              </a:rPr>
              <a:t> </a:t>
            </a:r>
            <a:r>
              <a:rPr sz="1000" i="0" b="0">
                <a:solidFill>
                  <a:srgbClr val="D4D4D4"/>
                </a:solidFill>
                <a:latin typeface="Consolas"/>
              </a:rPr>
              <a:t>java</a:t>
            </a:r>
            <a:r>
              <a:rPr sz="1000" i="0" b="0">
                <a:solidFill>
                  <a:srgbClr val="D4D4D4"/>
                </a:solidFill>
                <a:latin typeface="Consolas"/>
              </a:rPr>
              <a:t>.</a:t>
            </a:r>
            <a:r>
              <a:rPr sz="1000" i="0" b="0">
                <a:solidFill>
                  <a:srgbClr val="D4D4D4"/>
                </a:solidFill>
                <a:latin typeface="Consolas"/>
              </a:rPr>
              <a:t>util</a:t>
            </a:r>
            <a:r>
              <a:rPr sz="1000" i="0" b="0">
                <a:solidFill>
                  <a:srgbClr val="D4D4D4"/>
                </a:solidFill>
                <a:latin typeface="Consolas"/>
              </a:rPr>
              <a:t>.</a:t>
            </a:r>
            <a:r>
              <a:rPr sz="1000" i="0" b="0">
                <a:solidFill>
                  <a:srgbClr val="4EC9B0"/>
                </a:solidFill>
                <a:latin typeface="Consolas"/>
              </a:rPr>
              <a:t>List</a:t>
            </a:r>
            <a:r>
              <a:rPr sz="1000" i="0" b="0">
                <a:solidFill>
                  <a:srgbClr val="D4D4D4"/>
                </a:solidFill>
                <a:latin typeface="Consolas"/>
              </a:rPr>
              <a:t>;</a:t>
            </a:r>
          </a:p>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Main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569CD6"/>
                </a:solidFill>
                <a:latin typeface="Consolas"/>
              </a:rPr>
              <a:t>static</a:t>
            </a: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main</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args</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throws</a:t>
            </a:r>
            <a:r>
              <a:rPr sz="1000" i="0" b="0">
                <a:solidFill>
                  <a:srgbClr val="D4D4D4"/>
                </a:solidFill>
                <a:latin typeface="Consolas"/>
              </a:rPr>
              <a:t> </a:t>
            </a:r>
            <a:r>
              <a:rPr sz="1000" i="0" b="0">
                <a:solidFill>
                  <a:srgbClr val="D4D4D4"/>
                </a:solidFill>
                <a:latin typeface="Consolas"/>
              </a:rPr>
              <a:t>IOException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DCDCAA"/>
                </a:solidFill>
                <a:latin typeface="Consolas"/>
              </a:rPr>
              <a:t>Files.deleteIfExists</a:t>
            </a:r>
            <a:r>
              <a:rPr sz="1000" i="0" b="0">
                <a:solidFill>
                  <a:srgbClr val="D4D4D4"/>
                </a:solidFill>
                <a:latin typeface="Consolas"/>
              </a:rPr>
              <a:t>(</a:t>
            </a:r>
            <a:r>
              <a:rPr sz="1000" i="0" b="0">
                <a:solidFill>
                  <a:srgbClr val="DCDCAA"/>
                </a:solidFill>
                <a:latin typeface="Consolas"/>
              </a:rPr>
              <a:t>Path.of</a:t>
            </a:r>
            <a:r>
              <a:rPr sz="1000" i="0" b="0">
                <a:solidFill>
                  <a:srgbClr val="D4D4D4"/>
                </a:solidFill>
                <a:latin typeface="Consolas"/>
              </a:rPr>
              <a:t>(</a:t>
            </a:r>
            <a:r>
              <a:rPr sz="1000" i="0" b="0">
                <a:solidFill>
                  <a:srgbClr val="CE9178"/>
                </a:solidFill>
                <a:latin typeface="Consolas"/>
              </a:rPr>
              <a:t>"mascotas.csv"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4D4D4"/>
                </a:solidFill>
                <a:latin typeface="Consolas"/>
              </a:rPr>
              <a:t>RepositorioMascotasCSV</a:t>
            </a:r>
            <a:r>
              <a:rPr sz="1000" i="0" b="0">
                <a:solidFill>
                  <a:srgbClr val="D4D4D4"/>
                </a:solidFill>
                <a:latin typeface="Consolas"/>
              </a:rPr>
              <a:t> </a:t>
            </a:r>
            <a:r>
              <a:rPr sz="1000" i="0" b="0">
                <a:solidFill>
                  <a:srgbClr val="D4D4D4"/>
                </a:solidFill>
                <a:latin typeface="Consolas"/>
              </a:rPr>
              <a:t>repositorio</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RepositorioMascotasCSV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 Clinica: arranque ==="</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4EC9B0"/>
                </a:solidFill>
                <a:latin typeface="Consolas"/>
              </a:rPr>
              <a:t>List</a:t>
            </a:r>
            <a:r>
              <a:rPr sz="1000" i="0" b="0">
                <a:solidFill>
                  <a:srgbClr val="D4D4D4"/>
                </a:solidFill>
                <a:latin typeface="Consolas"/>
              </a:rPr>
              <a:t>&lt;</a:t>
            </a:r>
            <a:r>
              <a:rPr sz="1000" i="0" b="0">
                <a:solidFill>
                  <a:srgbClr val="D4D4D4"/>
                </a:solidFill>
                <a:latin typeface="Consolas"/>
              </a:rPr>
              <a:t>Mascota</a:t>
            </a:r>
            <a:r>
              <a:rPr sz="1000" i="0" b="0">
                <a:solidFill>
                  <a:srgbClr val="D4D4D4"/>
                </a:solidFill>
                <a:latin typeface="Consolas"/>
              </a:rPr>
              <a:t>&gt; </a:t>
            </a:r>
            <a:r>
              <a:rPr sz="1000" i="0" b="0">
                <a:solidFill>
                  <a:srgbClr val="D4D4D4"/>
                </a:solidFill>
                <a:latin typeface="Consolas"/>
              </a:rPr>
              <a:t>mascotas</a:t>
            </a:r>
            <a:r>
              <a:rPr sz="1000" i="0" b="0">
                <a:solidFill>
                  <a:srgbClr val="D4D4D4"/>
                </a:solidFill>
                <a:latin typeface="Consolas"/>
              </a:rPr>
              <a:t> = </a:t>
            </a:r>
            <a:r>
              <a:rPr sz="1000" i="0" b="0">
                <a:solidFill>
                  <a:srgbClr val="DCDCAA"/>
                </a:solidFill>
                <a:latin typeface="Consolas"/>
              </a:rPr>
              <a:t>repositorio.cargar</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"Leidas: "</a:t>
            </a:r>
            <a:r>
              <a:rPr sz="1000" i="0" b="0">
                <a:solidFill>
                  <a:srgbClr val="D4D4D4"/>
                </a:solidFill>
                <a:latin typeface="Consolas"/>
              </a:rPr>
              <a:t> + </a:t>
            </a:r>
            <a:r>
              <a:rPr sz="1000" i="0" b="0">
                <a:solidFill>
                  <a:srgbClr val="DCDCAA"/>
                </a:solidFill>
                <a:latin typeface="Consolas"/>
              </a:rPr>
              <a:t>mascotas.size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mascotas.add</a:t>
            </a:r>
            <a:r>
              <a:rPr sz="1000" i="0" b="0">
                <a:solidFill>
                  <a:srgbClr val="D4D4D4"/>
                </a:solidFill>
                <a:latin typeface="Consolas"/>
              </a:rPr>
              <a:t>(</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Mascota</a:t>
            </a:r>
            <a:r>
              <a:rPr sz="1000" i="0" b="0">
                <a:solidFill>
                  <a:srgbClr val="D4D4D4"/>
                </a:solidFill>
                <a:latin typeface="Consolas"/>
              </a:rPr>
              <a:t>(</a:t>
            </a:r>
            <a:r>
              <a:rPr sz="1000" i="0" b="0">
                <a:solidFill>
                  <a:srgbClr val="CE9178"/>
                </a:solidFill>
                <a:latin typeface="Consolas"/>
              </a:rPr>
              <a:t>"M001"</a:t>
            </a:r>
            <a:r>
              <a:rPr sz="1000" i="0" b="0">
                <a:solidFill>
                  <a:srgbClr val="D4D4D4"/>
                </a:solidFill>
                <a:latin typeface="Consolas"/>
              </a:rPr>
              <a:t>, </a:t>
            </a:r>
            <a:r>
              <a:rPr sz="1000" i="0" b="0">
                <a:solidFill>
                  <a:srgbClr val="CE9178"/>
                </a:solidFill>
                <a:latin typeface="Consolas"/>
              </a:rPr>
              <a:t>"Firulais"</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mascotas.add</a:t>
            </a:r>
            <a:r>
              <a:rPr sz="1000" i="0" b="0">
                <a:solidFill>
                  <a:srgbClr val="D4D4D4"/>
                </a:solidFill>
                <a:latin typeface="Consolas"/>
              </a:rPr>
              <a:t>(</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Mascota</a:t>
            </a:r>
            <a:r>
              <a:rPr sz="1000" i="0" b="0">
                <a:solidFill>
                  <a:srgbClr val="D4D4D4"/>
                </a:solidFill>
                <a:latin typeface="Consolas"/>
              </a:rPr>
              <a:t>(</a:t>
            </a:r>
            <a:r>
              <a:rPr sz="1000" i="0" b="0">
                <a:solidFill>
                  <a:srgbClr val="CE9178"/>
                </a:solidFill>
                <a:latin typeface="Consolas"/>
              </a:rPr>
              <a:t>"M002"</a:t>
            </a:r>
            <a:r>
              <a:rPr sz="1000" i="0" b="0">
                <a:solidFill>
                  <a:srgbClr val="D4D4D4"/>
                </a:solidFill>
                <a:latin typeface="Consolas"/>
              </a:rPr>
              <a:t>, </a:t>
            </a:r>
            <a:r>
              <a:rPr sz="1000" i="0" b="0">
                <a:solidFill>
                  <a:srgbClr val="CE9178"/>
                </a:solidFill>
                <a:latin typeface="Consolas"/>
              </a:rPr>
              <a:t>"Michi"</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repositorio.guardar</a:t>
            </a:r>
            <a:r>
              <a:rPr sz="1000" i="0" b="0">
                <a:solidFill>
                  <a:srgbClr val="D4D4D4"/>
                </a:solidFill>
                <a:latin typeface="Consolas"/>
              </a:rPr>
              <a:t>(</a:t>
            </a:r>
            <a:r>
              <a:rPr sz="1000" i="0" b="0">
                <a:solidFill>
                  <a:srgbClr val="D4D4D4"/>
                </a:solidFill>
                <a:latin typeface="Consolas"/>
              </a:rPr>
              <a:t>mascotas</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"Datos escritos en disco."</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 Clinica: reapertura ==="</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4EC9B0"/>
                </a:solidFill>
                <a:latin typeface="Consolas"/>
              </a:rPr>
              <a:t>List</a:t>
            </a:r>
            <a:r>
              <a:rPr sz="1000" i="0" b="0">
                <a:solidFill>
                  <a:srgbClr val="D4D4D4"/>
                </a:solidFill>
                <a:latin typeface="Consolas"/>
              </a:rPr>
              <a:t>&lt;</a:t>
            </a:r>
            <a:r>
              <a:rPr sz="1000" i="0" b="0">
                <a:solidFill>
                  <a:srgbClr val="D4D4D4"/>
                </a:solidFill>
                <a:latin typeface="Consolas"/>
              </a:rPr>
              <a:t>Mascota</a:t>
            </a:r>
            <a:r>
              <a:rPr sz="1000" i="0" b="0">
                <a:solidFill>
                  <a:srgbClr val="D4D4D4"/>
                </a:solidFill>
                <a:latin typeface="Consolas"/>
              </a:rPr>
              <a:t>&gt; </a:t>
            </a:r>
            <a:r>
              <a:rPr sz="1000" i="0" b="0">
                <a:solidFill>
                  <a:srgbClr val="D4D4D4"/>
                </a:solidFill>
                <a:latin typeface="Consolas"/>
              </a:rPr>
              <a:t>verificacion</a:t>
            </a:r>
            <a:r>
              <a:rPr sz="1000" i="0" b="0">
                <a:solidFill>
                  <a:srgbClr val="D4D4D4"/>
                </a:solidFill>
                <a:latin typeface="Consolas"/>
              </a:rPr>
              <a:t> = </a:t>
            </a:r>
            <a:r>
              <a:rPr sz="1000" i="0" b="0">
                <a:solidFill>
                  <a:srgbClr val="DCDCAA"/>
                </a:solidFill>
                <a:latin typeface="Consolas"/>
              </a:rPr>
              <a:t>repositorio.cargar</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for</a:t>
            </a:r>
            <a:r>
              <a:rPr sz="1000" i="0" b="0">
                <a:solidFill>
                  <a:srgbClr val="D4D4D4"/>
                </a:solidFill>
                <a:latin typeface="Consolas"/>
              </a:rPr>
              <a:t> (</a:t>
            </a:r>
            <a:r>
              <a:rPr sz="1000" i="0" b="0">
                <a:solidFill>
                  <a:srgbClr val="D4D4D4"/>
                </a:solidFill>
                <a:latin typeface="Consolas"/>
              </a:rPr>
              <a:t>Mascota</a:t>
            </a:r>
            <a:r>
              <a:rPr sz="1000" i="0" b="0">
                <a:solidFill>
                  <a:srgbClr val="D4D4D4"/>
                </a:solidFill>
                <a:latin typeface="Consolas"/>
              </a:rPr>
              <a:t> </a:t>
            </a:r>
            <a:r>
              <a:rPr sz="1000" i="0" b="0">
                <a:solidFill>
                  <a:srgbClr val="D4D4D4"/>
                </a:solidFill>
                <a:latin typeface="Consolas"/>
              </a:rPr>
              <a:t>m</a:t>
            </a:r>
            <a:r>
              <a:rPr sz="1000" i="0" b="0">
                <a:solidFill>
                  <a:srgbClr val="D4D4D4"/>
                </a:solidFill>
                <a:latin typeface="Consolas"/>
              </a:rPr>
              <a:t> : </a:t>
            </a:r>
            <a:r>
              <a:rPr sz="1000" i="0" b="0">
                <a:solidFill>
                  <a:srgbClr val="D4D4D4"/>
                </a:solidFill>
                <a:latin typeface="Consolas"/>
              </a:rPr>
              <a:t>verificacion</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  "</a:t>
            </a:r>
            <a:r>
              <a:rPr sz="1000" i="0" b="0">
                <a:solidFill>
                  <a:srgbClr val="D4D4D4"/>
                </a:solidFill>
                <a:latin typeface="Consolas"/>
              </a:rPr>
              <a:t> + </a:t>
            </a:r>
            <a:r>
              <a:rPr sz="1000" i="0" b="0">
                <a:solidFill>
                  <a:srgbClr val="D4D4D4"/>
                </a:solidFill>
                <a:latin typeface="Consolas"/>
              </a:rPr>
              <a:t>m</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System.out.println</a:t>
            </a:r>
            <a:r>
              <a:rPr sz="1000" i="0" b="0">
                <a:solidFill>
                  <a:srgbClr val="D4D4D4"/>
                </a:solidFill>
                <a:latin typeface="Consolas"/>
              </a:rPr>
              <a:t>(</a:t>
            </a:r>
            <a:r>
              <a:rPr sz="1000" i="0" b="0">
                <a:solidFill>
                  <a:srgbClr val="CE9178"/>
                </a:solidFill>
                <a:latin typeface="Consolas"/>
              </a:rPr>
              <a:t>"Total: "</a:t>
            </a:r>
            <a:r>
              <a:rPr sz="1000" i="0" b="0">
                <a:solidFill>
                  <a:srgbClr val="D4D4D4"/>
                </a:solidFill>
                <a:latin typeface="Consolas"/>
              </a:rPr>
              <a:t> + </a:t>
            </a:r>
            <a:r>
              <a:rPr sz="1000" i="0" b="0">
                <a:solidFill>
                  <a:srgbClr val="DCDCAA"/>
                </a:solidFill>
                <a:latin typeface="Consolas"/>
              </a:rPr>
              <a:t>verificacion.size</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p:txBody>
      </p:sp>
      <p:sp>
        <p:nvSpPr>
          <p:cNvPr id="13" name="TextBox 12"/>
          <p:cNvSpPr txBox="1"/>
          <p:nvPr/>
        </p:nvSpPr>
        <p:spPr>
          <a:xfrm>
            <a:off x="6210147" y="1719072"/>
            <a:ext cx="502920" cy="4498848"/>
          </a:xfrm>
          <a:prstGeom prst="rect">
            <a:avLst/>
          </a:prstGeom>
          <a:noFill/>
        </p:spPr>
        <p:txBody>
          <a:bodyPr wrap="square">
            <a:spAutoFit/>
          </a:bodyPr>
          <a:lstStyle/>
          <a:p>
            <a:pPr algn="r">
              <a:spcAft>
                <a:spcPts val="71"/>
              </a:spcAft>
            </a:pPr>
            <a:r>
              <a:rPr sz="1000" i="0" b="0">
                <a:solidFill>
                  <a:srgbClr val="858585"/>
                </a:solidFill>
                <a:latin typeface="Consolas"/>
              </a:rPr>
              <a:t>26</a:t>
            </a:r>
          </a:p>
          <a:p>
            <a:pPr algn="r">
              <a:spcAft>
                <a:spcPts val="71"/>
              </a:spcAft>
            </a:pPr>
            <a:r>
              <a:rPr sz="1000" i="0" b="0">
                <a:solidFill>
                  <a:srgbClr val="858585"/>
                </a:solidFill>
                <a:latin typeface="Consolas"/>
              </a:rPr>
              <a:t>27</a:t>
            </a:r>
          </a:p>
          <a:p>
            <a:pPr algn="r">
              <a:spcAft>
                <a:spcPts val="71"/>
              </a:spcAft>
            </a:pPr>
            <a:r>
              <a:rPr sz="1000" i="0" b="0">
                <a:solidFill>
                  <a:srgbClr val="858585"/>
                </a:solidFill>
                <a:latin typeface="Consolas"/>
              </a:rPr>
              <a:t>28</a:t>
            </a:r>
          </a:p>
          <a:p>
            <a:pPr algn="r">
              <a:spcAft>
                <a:spcPts val="71"/>
              </a:spcAft>
            </a:pPr>
            <a:r>
              <a:rPr sz="1000" i="0" b="0">
                <a:solidFill>
                  <a:srgbClr val="858585"/>
                </a:solidFill>
                <a:latin typeface="Consolas"/>
              </a:rPr>
              <a:t>29</a:t>
            </a:r>
          </a:p>
          <a:p>
            <a:pPr algn="r">
              <a:spcAft>
                <a:spcPts val="71"/>
              </a:spcAft>
            </a:pPr>
            <a:r>
              <a:rPr sz="1000" i="0" b="0">
                <a:solidFill>
                  <a:srgbClr val="858585"/>
                </a:solidFill>
                <a:latin typeface="Consolas"/>
              </a:rPr>
              <a:t>30</a:t>
            </a:r>
          </a:p>
          <a:p>
            <a:pPr algn="r">
              <a:spcAft>
                <a:spcPts val="71"/>
              </a:spcAft>
            </a:pPr>
            <a:r>
              <a:rPr sz="1000" i="0" b="0">
                <a:solidFill>
                  <a:srgbClr val="858585"/>
                </a:solidFill>
                <a:latin typeface="Consolas"/>
              </a:rPr>
              <a:t>31</a:t>
            </a:r>
          </a:p>
          <a:p>
            <a:pPr algn="r">
              <a:spcAft>
                <a:spcPts val="71"/>
              </a:spcAft>
            </a:pPr>
            <a:r>
              <a:rPr sz="1000" i="0" b="0">
                <a:solidFill>
                  <a:srgbClr val="858585"/>
                </a:solidFill>
                <a:latin typeface="Consolas"/>
              </a:rPr>
              <a:t>32</a:t>
            </a:r>
          </a:p>
          <a:p>
            <a:pPr algn="r">
              <a:spcAft>
                <a:spcPts val="71"/>
              </a:spcAft>
            </a:pPr>
            <a:r>
              <a:rPr sz="1000" i="0" b="0">
                <a:solidFill>
                  <a:srgbClr val="858585"/>
                </a:solidFill>
                <a:latin typeface="Consolas"/>
              </a:rPr>
              <a:t>33</a:t>
            </a:r>
          </a:p>
          <a:p>
            <a:pPr algn="r">
              <a:spcAft>
                <a:spcPts val="71"/>
              </a:spcAft>
            </a:pPr>
            <a:r>
              <a:rPr sz="1000" i="0" b="0">
                <a:solidFill>
                  <a:srgbClr val="858585"/>
                </a:solidFill>
                <a:latin typeface="Consolas"/>
              </a:rPr>
              <a:t>34</a:t>
            </a:r>
          </a:p>
          <a:p>
            <a:pPr algn="r">
              <a:spcAft>
                <a:spcPts val="71"/>
              </a:spcAft>
            </a:pPr>
            <a:r>
              <a:rPr sz="1000" i="0" b="0">
                <a:solidFill>
                  <a:srgbClr val="858585"/>
                </a:solidFill>
                <a:latin typeface="Consolas"/>
              </a:rPr>
              <a:t>35</a:t>
            </a:r>
          </a:p>
          <a:p>
            <a:pPr algn="r">
              <a:spcAft>
                <a:spcPts val="71"/>
              </a:spcAft>
            </a:pPr>
            <a:r>
              <a:rPr sz="1000" i="0" b="0">
                <a:solidFill>
                  <a:srgbClr val="858585"/>
                </a:solidFill>
                <a:latin typeface="Consolas"/>
              </a:rPr>
              <a:t>36</a:t>
            </a:r>
          </a:p>
          <a:p>
            <a:pPr algn="r">
              <a:spcAft>
                <a:spcPts val="71"/>
              </a:spcAft>
            </a:pPr>
            <a:r>
              <a:rPr sz="1000" i="0" b="0">
                <a:solidFill>
                  <a:srgbClr val="858585"/>
                </a:solidFill>
                <a:latin typeface="Consolas"/>
              </a:rPr>
              <a:t>37</a:t>
            </a:r>
          </a:p>
          <a:p>
            <a:pPr algn="r">
              <a:spcAft>
                <a:spcPts val="71"/>
              </a:spcAft>
            </a:pPr>
            <a:r>
              <a:rPr sz="1000" i="0" b="0">
                <a:solidFill>
                  <a:srgbClr val="858585"/>
                </a:solidFill>
                <a:latin typeface="Consolas"/>
              </a:rPr>
              <a:t>38</a:t>
            </a:r>
          </a:p>
          <a:p>
            <a:pPr algn="r">
              <a:spcAft>
                <a:spcPts val="71"/>
              </a:spcAft>
            </a:pPr>
            <a:r>
              <a:rPr sz="1000" i="0" b="0">
                <a:solidFill>
                  <a:srgbClr val="858585"/>
                </a:solidFill>
                <a:latin typeface="Consolas"/>
              </a:rPr>
              <a:t>39</a:t>
            </a:r>
          </a:p>
          <a:p>
            <a:pPr algn="r">
              <a:spcAft>
                <a:spcPts val="71"/>
              </a:spcAft>
            </a:pPr>
            <a:r>
              <a:rPr sz="1000" i="0" b="0">
                <a:solidFill>
                  <a:srgbClr val="858585"/>
                </a:solidFill>
                <a:latin typeface="Consolas"/>
              </a:rPr>
              <a:t>40</a:t>
            </a:r>
          </a:p>
          <a:p>
            <a:pPr algn="r">
              <a:spcAft>
                <a:spcPts val="71"/>
              </a:spcAft>
            </a:pPr>
            <a:r>
              <a:rPr sz="1000" i="0" b="0">
                <a:solidFill>
                  <a:srgbClr val="858585"/>
                </a:solidFill>
                <a:latin typeface="Consolas"/>
              </a:rPr>
              <a:t>41</a:t>
            </a:r>
          </a:p>
          <a:p>
            <a:pPr algn="r">
              <a:spcAft>
                <a:spcPts val="71"/>
              </a:spcAft>
            </a:pPr>
            <a:r>
              <a:rPr sz="1000" i="0" b="0">
                <a:solidFill>
                  <a:srgbClr val="858585"/>
                </a:solidFill>
                <a:latin typeface="Consolas"/>
              </a:rPr>
              <a:t>42</a:t>
            </a:r>
          </a:p>
          <a:p>
            <a:pPr algn="r">
              <a:spcAft>
                <a:spcPts val="71"/>
              </a:spcAft>
            </a:pPr>
            <a:r>
              <a:rPr sz="1000" i="0" b="0">
                <a:solidFill>
                  <a:srgbClr val="858585"/>
                </a:solidFill>
                <a:latin typeface="Consolas"/>
              </a:rPr>
              <a:t>43</a:t>
            </a:r>
          </a:p>
          <a:p>
            <a:pPr algn="r">
              <a:spcAft>
                <a:spcPts val="71"/>
              </a:spcAft>
            </a:pPr>
            <a:r>
              <a:rPr sz="1000" i="0" b="0">
                <a:solidFill>
                  <a:srgbClr val="858585"/>
                </a:solidFill>
                <a:latin typeface="Consolas"/>
              </a:rPr>
              <a:t>44</a:t>
            </a:r>
          </a:p>
          <a:p>
            <a:pPr algn="r">
              <a:spcAft>
                <a:spcPts val="71"/>
              </a:spcAft>
            </a:pPr>
            <a:r>
              <a:rPr sz="1000" i="0" b="0">
                <a:solidFill>
                  <a:srgbClr val="858585"/>
                </a:solidFill>
                <a:latin typeface="Consolas"/>
              </a:rPr>
              <a:t>45</a:t>
            </a:r>
          </a:p>
          <a:p>
            <a:pPr algn="r">
              <a:spcAft>
                <a:spcPts val="71"/>
              </a:spcAft>
            </a:pPr>
            <a:r>
              <a:rPr sz="1000" i="0" b="0">
                <a:solidFill>
                  <a:srgbClr val="858585"/>
                </a:solidFill>
                <a:latin typeface="Consolas"/>
              </a:rPr>
              <a:t>46</a:t>
            </a:r>
          </a:p>
          <a:p>
            <a:pPr algn="r">
              <a:spcAft>
                <a:spcPts val="71"/>
              </a:spcAft>
            </a:pPr>
            <a:r>
              <a:rPr sz="1000" i="0" b="0">
                <a:solidFill>
                  <a:srgbClr val="858585"/>
                </a:solidFill>
                <a:latin typeface="Consolas"/>
              </a:rPr>
              <a:t>47</a:t>
            </a:r>
          </a:p>
          <a:p>
            <a:pPr algn="r">
              <a:spcAft>
                <a:spcPts val="71"/>
              </a:spcAft>
            </a:pPr>
            <a:r>
              <a:rPr sz="1000" i="0" b="0">
                <a:solidFill>
                  <a:srgbClr val="858585"/>
                </a:solidFill>
                <a:latin typeface="Consolas"/>
              </a:rPr>
              <a:t>48</a:t>
            </a:r>
          </a:p>
          <a:p>
            <a:pPr algn="r">
              <a:spcAft>
                <a:spcPts val="71"/>
              </a:spcAft>
            </a:pPr>
            <a:r>
              <a:rPr sz="1000" i="0" b="0">
                <a:solidFill>
                  <a:srgbClr val="858585"/>
                </a:solidFill>
                <a:latin typeface="Consolas"/>
              </a:rPr>
              <a:t>49</a:t>
            </a:r>
          </a:p>
        </p:txBody>
      </p:sp>
      <p:sp>
        <p:nvSpPr>
          <p:cNvPr id="14" name="TextBox 13"/>
          <p:cNvSpPr txBox="1"/>
          <p:nvPr/>
        </p:nvSpPr>
        <p:spPr>
          <a:xfrm>
            <a:off x="6713067" y="1719072"/>
            <a:ext cx="4747107" cy="4498848"/>
          </a:xfrm>
          <a:prstGeom prst="rect">
            <a:avLst/>
          </a:prstGeom>
          <a:noFill/>
        </p:spPr>
        <p:txBody>
          <a:bodyPr wrap="square">
            <a:spAutoFit/>
          </a:bodyPr>
          <a:lstStyle/>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Mascota</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a:t>
            </a:r>
            <a:r>
              <a:rPr sz="1000" i="0" b="0">
                <a:solidFill>
                  <a:srgbClr val="D4D4D4"/>
                </a:solidFill>
                <a:latin typeface="Consolas"/>
              </a:rPr>
              <a:t>nombre</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Mascota</a:t>
            </a:r>
            <a:r>
              <a:rPr sz="1000" i="0" b="0">
                <a:solidFill>
                  <a:srgbClr val="D4D4D4"/>
                </a:solidFill>
                <a:latin typeface="Consolas"/>
              </a:rPr>
              <a:t>(</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nombre</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id</a:t>
            </a:r>
            <a:r>
              <a:rPr sz="1000" i="0" b="0">
                <a:solidFill>
                  <a:srgbClr val="D4D4D4"/>
                </a:solidFill>
                <a:latin typeface="Consolas"/>
              </a:rPr>
              <a:t> = </a:t>
            </a:r>
            <a:r>
              <a:rPr sz="1000" i="0" b="0">
                <a:solidFill>
                  <a:srgbClr val="D4D4D4"/>
                </a:solidFill>
                <a:latin typeface="Consolas"/>
              </a:rPr>
              <a:t>id</a:t>
            </a:r>
            <a:r>
              <a:rPr sz="1000" i="0" b="0">
                <a:solidFill>
                  <a:srgbClr val="D4D4D4"/>
                </a:solidFill>
                <a:latin typeface="Consolas"/>
              </a:rPr>
              <a:t>; </a:t>
            </a:r>
            <a:r>
              <a:rPr sz="1000" i="0" b="0">
                <a:solidFill>
                  <a:srgbClr val="569CD6"/>
                </a:solidFill>
                <a:latin typeface="Consolas"/>
              </a:rPr>
              <a:t>this</a:t>
            </a:r>
            <a:r>
              <a:rPr sz="1000" i="0" b="0">
                <a:solidFill>
                  <a:srgbClr val="D4D4D4"/>
                </a:solidFill>
                <a:latin typeface="Consolas"/>
              </a:rPr>
              <a:t>.</a:t>
            </a:r>
            <a:r>
              <a:rPr sz="1000" i="0" b="0">
                <a:solidFill>
                  <a:srgbClr val="D4D4D4"/>
                </a:solidFill>
                <a:latin typeface="Consolas"/>
              </a:rPr>
              <a:t>nombre</a:t>
            </a:r>
            <a:r>
              <a:rPr sz="1000" i="0" b="0">
                <a:solidFill>
                  <a:srgbClr val="D4D4D4"/>
                </a:solidFill>
                <a:latin typeface="Consolas"/>
              </a:rPr>
              <a:t> = </a:t>
            </a:r>
            <a:r>
              <a:rPr sz="1000" i="0" b="0">
                <a:solidFill>
                  <a:srgbClr val="D4D4D4"/>
                </a:solidFill>
                <a:latin typeface="Consolas"/>
              </a:rPr>
              <a:t>nombre</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public</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CDCAA"/>
                </a:solidFill>
                <a:latin typeface="Consolas"/>
              </a:rPr>
              <a:t>toString</a:t>
            </a:r>
            <a:r>
              <a:rPr sz="1000" i="0" b="0">
                <a:solidFill>
                  <a:srgbClr val="D4D4D4"/>
                </a:solidFill>
                <a:latin typeface="Consolas"/>
              </a:rPr>
              <a:t>() { </a:t>
            </a:r>
            <a:r>
              <a:rPr sz="1000" i="0" b="0">
                <a:solidFill>
                  <a:srgbClr val="569CD6"/>
                </a:solidFill>
                <a:latin typeface="Consolas"/>
              </a:rPr>
              <a:t>return</a:t>
            </a:r>
            <a:r>
              <a:rPr sz="1000" i="0" b="0">
                <a:solidFill>
                  <a:srgbClr val="D4D4D4"/>
                </a:solidFill>
                <a:latin typeface="Consolas"/>
              </a:rPr>
              <a:t> </a:t>
            </a:r>
            <a:r>
              <a:rPr sz="1000" i="0" b="0">
                <a:solidFill>
                  <a:srgbClr val="D4D4D4"/>
                </a:solidFill>
                <a:latin typeface="Consolas"/>
              </a:rPr>
              <a:t>id</a:t>
            </a:r>
            <a:r>
              <a:rPr sz="1000" i="0" b="0">
                <a:solidFill>
                  <a:srgbClr val="D4D4D4"/>
                </a:solidFill>
                <a:latin typeface="Consolas"/>
              </a:rPr>
              <a:t> + </a:t>
            </a:r>
            <a:r>
              <a:rPr sz="1000" i="0" b="0">
                <a:solidFill>
                  <a:srgbClr val="CE9178"/>
                </a:solidFill>
                <a:latin typeface="Consolas"/>
              </a:rPr>
              <a:t>";"</a:t>
            </a:r>
            <a:r>
              <a:rPr sz="1000" i="0" b="0">
                <a:solidFill>
                  <a:srgbClr val="D4D4D4"/>
                </a:solidFill>
                <a:latin typeface="Consolas"/>
              </a:rPr>
              <a:t> + </a:t>
            </a:r>
            <a:r>
              <a:rPr sz="1000" i="0" b="0">
                <a:solidFill>
                  <a:srgbClr val="D4D4D4"/>
                </a:solidFill>
                <a:latin typeface="Consolas"/>
              </a:rPr>
              <a:t>nombre</a:t>
            </a:r>
            <a:r>
              <a:rPr sz="1000" i="0" b="0">
                <a:solidFill>
                  <a:srgbClr val="D4D4D4"/>
                </a:solidFill>
                <a:latin typeface="Consolas"/>
              </a:rPr>
              <a:t>; }</a:t>
            </a:r>
          </a:p>
          <a:p>
            <a:pPr>
              <a:spcAft>
                <a:spcPts val="71"/>
              </a:spcAft>
            </a:pPr>
            <a:r>
              <a:rPr sz="1000" i="0" b="0">
                <a:solidFill>
                  <a:srgbClr val="D4D4D4"/>
                </a:solidFill>
                <a:latin typeface="Consolas"/>
              </a:rPr>
              <a:t>}</a:t>
            </a:r>
          </a:p>
          <a:p>
            <a:pPr>
              <a:spcAft>
                <a:spcPts val="71"/>
              </a:spcAft>
            </a:pPr>
            <a:r>
              <a:rPr sz="1000" i="0" b="0">
                <a:solidFill>
                  <a:srgbClr val="569CD6"/>
                </a:solidFill>
                <a:latin typeface="Consolas"/>
              </a:rPr>
              <a:t>class</a:t>
            </a:r>
            <a:r>
              <a:rPr sz="1000" i="0" b="0">
                <a:solidFill>
                  <a:srgbClr val="D4D4D4"/>
                </a:solidFill>
                <a:latin typeface="Consolas"/>
              </a:rPr>
              <a:t> </a:t>
            </a:r>
            <a:r>
              <a:rPr sz="1000" i="0" b="0">
                <a:solidFill>
                  <a:srgbClr val="4EC9B0"/>
                </a:solidFill>
                <a:latin typeface="Consolas"/>
              </a:rPr>
              <a:t>RepositorioMascotasCSV</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private</a:t>
            </a:r>
            <a:r>
              <a:rPr sz="1000" i="0" b="0">
                <a:solidFill>
                  <a:srgbClr val="D4D4D4"/>
                </a:solidFill>
                <a:latin typeface="Consolas"/>
              </a:rPr>
              <a:t> </a:t>
            </a:r>
            <a:r>
              <a:rPr sz="1000" i="0" b="0">
                <a:solidFill>
                  <a:srgbClr val="569CD6"/>
                </a:solidFill>
                <a:latin typeface="Consolas"/>
              </a:rPr>
              <a:t>final</a:t>
            </a:r>
            <a:r>
              <a:rPr sz="1000" i="0" b="0">
                <a:solidFill>
                  <a:srgbClr val="D4D4D4"/>
                </a:solidFill>
                <a:latin typeface="Consolas"/>
              </a:rPr>
              <a:t> </a:t>
            </a:r>
            <a:r>
              <a:rPr sz="1000" i="0" b="0">
                <a:solidFill>
                  <a:srgbClr val="D4D4D4"/>
                </a:solidFill>
                <a:latin typeface="Consolas"/>
              </a:rPr>
              <a:t>Path</a:t>
            </a:r>
            <a:r>
              <a:rPr sz="1000" i="0" b="0">
                <a:solidFill>
                  <a:srgbClr val="D4D4D4"/>
                </a:solidFill>
                <a:latin typeface="Consolas"/>
              </a:rPr>
              <a:t> </a:t>
            </a:r>
            <a:r>
              <a:rPr sz="1000" i="0" b="0">
                <a:solidFill>
                  <a:srgbClr val="D4D4D4"/>
                </a:solidFill>
                <a:latin typeface="Consolas"/>
              </a:rPr>
              <a:t>ruta</a:t>
            </a:r>
            <a:r>
              <a:rPr sz="1000" i="0" b="0">
                <a:solidFill>
                  <a:srgbClr val="D4D4D4"/>
                </a:solidFill>
                <a:latin typeface="Consolas"/>
              </a:rPr>
              <a:t> = </a:t>
            </a:r>
            <a:r>
              <a:rPr sz="1000" i="0" b="0">
                <a:solidFill>
                  <a:srgbClr val="DCDCAA"/>
                </a:solidFill>
                <a:latin typeface="Consolas"/>
              </a:rPr>
              <a:t>Path.of</a:t>
            </a:r>
            <a:r>
              <a:rPr sz="1000" i="0" b="0">
                <a:solidFill>
                  <a:srgbClr val="D4D4D4"/>
                </a:solidFill>
                <a:latin typeface="Consolas"/>
              </a:rPr>
              <a:t>(</a:t>
            </a:r>
            <a:r>
              <a:rPr sz="1000" i="0" b="0">
                <a:solidFill>
                  <a:srgbClr val="CE9178"/>
                </a:solidFill>
                <a:latin typeface="Consolas"/>
              </a:rPr>
              <a:t>"mascotas.csv"</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4EC9B0"/>
                </a:solidFill>
                <a:latin typeface="Consolas"/>
              </a:rPr>
              <a:t>List</a:t>
            </a:r>
            <a:r>
              <a:rPr sz="1000" i="0" b="0">
                <a:solidFill>
                  <a:srgbClr val="D4D4D4"/>
                </a:solidFill>
                <a:latin typeface="Consolas"/>
              </a:rPr>
              <a:t>&lt;</a:t>
            </a:r>
            <a:r>
              <a:rPr sz="1000" i="0" b="0">
                <a:solidFill>
                  <a:srgbClr val="D4D4D4"/>
                </a:solidFill>
                <a:latin typeface="Consolas"/>
              </a:rPr>
              <a:t>Mascota</a:t>
            </a:r>
            <a:r>
              <a:rPr sz="1000" i="0" b="0">
                <a:solidFill>
                  <a:srgbClr val="D4D4D4"/>
                </a:solidFill>
                <a:latin typeface="Consolas"/>
              </a:rPr>
              <a:t>&gt; </a:t>
            </a:r>
            <a:r>
              <a:rPr sz="1000" i="0" b="0">
                <a:solidFill>
                  <a:srgbClr val="DCDCAA"/>
                </a:solidFill>
                <a:latin typeface="Consolas"/>
              </a:rPr>
              <a:t>cargar</a:t>
            </a:r>
            <a:r>
              <a:rPr sz="1000" i="0" b="0">
                <a:solidFill>
                  <a:srgbClr val="D4D4D4"/>
                </a:solidFill>
                <a:latin typeface="Consolas"/>
              </a:rPr>
              <a:t>() </a:t>
            </a:r>
            <a:r>
              <a:rPr sz="1000" i="0" b="0">
                <a:solidFill>
                  <a:srgbClr val="569CD6"/>
                </a:solidFill>
                <a:latin typeface="Consolas"/>
              </a:rPr>
              <a:t>throws</a:t>
            </a:r>
            <a:r>
              <a:rPr sz="1000" i="0" b="0">
                <a:solidFill>
                  <a:srgbClr val="D4D4D4"/>
                </a:solidFill>
                <a:latin typeface="Consolas"/>
              </a:rPr>
              <a:t> </a:t>
            </a:r>
            <a:r>
              <a:rPr sz="1000" i="0" b="0">
                <a:solidFill>
                  <a:srgbClr val="D4D4D4"/>
                </a:solidFill>
                <a:latin typeface="Consolas"/>
              </a:rPr>
              <a:t>IOException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List</a:t>
            </a:r>
            <a:r>
              <a:rPr sz="1000" i="0" b="0">
                <a:solidFill>
                  <a:srgbClr val="D4D4D4"/>
                </a:solidFill>
                <a:latin typeface="Consolas"/>
              </a:rPr>
              <a:t>&lt;</a:t>
            </a:r>
            <a:r>
              <a:rPr sz="1000" i="0" b="0">
                <a:solidFill>
                  <a:srgbClr val="D4D4D4"/>
                </a:solidFill>
                <a:latin typeface="Consolas"/>
              </a:rPr>
              <a:t>Mascota</a:t>
            </a:r>
            <a:r>
              <a:rPr sz="1000" i="0" b="0">
                <a:solidFill>
                  <a:srgbClr val="D4D4D4"/>
                </a:solidFill>
                <a:latin typeface="Consolas"/>
              </a:rPr>
              <a:t>&gt; </a:t>
            </a:r>
            <a:r>
              <a:rPr sz="1000" i="0" b="0">
                <a:solidFill>
                  <a:srgbClr val="D4D4D4"/>
                </a:solidFill>
                <a:latin typeface="Consolas"/>
              </a:rPr>
              <a:t>lista</a:t>
            </a:r>
            <a:r>
              <a:rPr sz="1000" i="0" b="0">
                <a:solidFill>
                  <a:srgbClr val="D4D4D4"/>
                </a:solidFill>
                <a:latin typeface="Consolas"/>
              </a:rPr>
              <a:t> =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ArrayList</a:t>
            </a:r>
            <a:r>
              <a:rPr sz="1000" i="0" b="0">
                <a:solidFill>
                  <a:srgbClr val="D4D4D4"/>
                </a:solidFill>
                <a:latin typeface="Consolas"/>
              </a:rPr>
              <a:t>&lt;&gt;();</a:t>
            </a:r>
          </a:p>
          <a:p>
            <a:pPr>
              <a:spcAft>
                <a:spcPts val="71"/>
              </a:spcAft>
            </a:pPr>
            <a:r>
              <a:rPr sz="1000" i="0" b="0">
                <a:solidFill>
                  <a:srgbClr val="D4D4D4"/>
                </a:solidFill>
                <a:latin typeface="Consolas"/>
              </a:rPr>
              <a:t>        </a:t>
            </a:r>
            <a:r>
              <a:rPr sz="1000" i="0" b="0">
                <a:solidFill>
                  <a:srgbClr val="569CD6"/>
                </a:solidFill>
                <a:latin typeface="Consolas"/>
              </a:rPr>
              <a:t>if</a:t>
            </a:r>
            <a:r>
              <a:rPr sz="1000" i="0" b="0">
                <a:solidFill>
                  <a:srgbClr val="D4D4D4"/>
                </a:solidFill>
                <a:latin typeface="Consolas"/>
              </a:rPr>
              <a:t> (</a:t>
            </a:r>
            <a:r>
              <a:rPr sz="1000" i="0" b="0">
                <a:solidFill>
                  <a:srgbClr val="DCDCAA"/>
                </a:solidFill>
                <a:latin typeface="Consolas"/>
              </a:rPr>
              <a:t>Files.exists</a:t>
            </a:r>
            <a:r>
              <a:rPr sz="1000" i="0" b="0">
                <a:solidFill>
                  <a:srgbClr val="D4D4D4"/>
                </a:solidFill>
                <a:latin typeface="Consolas"/>
              </a:rPr>
              <a:t>(</a:t>
            </a:r>
            <a:r>
              <a:rPr sz="1000" i="0" b="0">
                <a:solidFill>
                  <a:srgbClr val="D4D4D4"/>
                </a:solidFill>
                <a:latin typeface="Consolas"/>
              </a:rPr>
              <a:t>ruta</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569CD6"/>
                </a:solidFill>
                <a:latin typeface="Consolas"/>
              </a:rPr>
              <a:t>for</a:t>
            </a: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l</a:t>
            </a:r>
            <a:r>
              <a:rPr sz="1000" i="0" b="0">
                <a:solidFill>
                  <a:srgbClr val="D4D4D4"/>
                </a:solidFill>
                <a:latin typeface="Consolas"/>
              </a:rPr>
              <a:t> : </a:t>
            </a:r>
            <a:r>
              <a:rPr sz="1000" i="0" b="0">
                <a:solidFill>
                  <a:srgbClr val="DCDCAA"/>
                </a:solidFill>
                <a:latin typeface="Consolas"/>
              </a:rPr>
              <a:t>Files.readAllLines</a:t>
            </a:r>
            <a:r>
              <a:rPr sz="1000" i="0" b="0">
                <a:solidFill>
                  <a:srgbClr val="D4D4D4"/>
                </a:solidFill>
                <a:latin typeface="Consolas"/>
              </a:rPr>
              <a:t>(</a:t>
            </a:r>
            <a:r>
              <a:rPr sz="1000" i="0" b="0">
                <a:solidFill>
                  <a:srgbClr val="D4D4D4"/>
                </a:solidFill>
                <a:latin typeface="Consolas"/>
              </a:rPr>
              <a:t>ruta</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String</a:t>
            </a:r>
            <a:r>
              <a:rPr sz="1000" i="0" b="0">
                <a:solidFill>
                  <a:srgbClr val="D4D4D4"/>
                </a:solidFill>
                <a:latin typeface="Consolas"/>
              </a:rPr>
              <a:t>[] </a:t>
            </a:r>
            <a:r>
              <a:rPr sz="1000" i="0" b="0">
                <a:solidFill>
                  <a:srgbClr val="D4D4D4"/>
                </a:solidFill>
                <a:latin typeface="Consolas"/>
              </a:rPr>
              <a:t>c</a:t>
            </a:r>
            <a:r>
              <a:rPr sz="1000" i="0" b="0">
                <a:solidFill>
                  <a:srgbClr val="D4D4D4"/>
                </a:solidFill>
                <a:latin typeface="Consolas"/>
              </a:rPr>
              <a:t> = </a:t>
            </a:r>
            <a:r>
              <a:rPr sz="1000" i="0" b="0">
                <a:solidFill>
                  <a:srgbClr val="DCDCAA"/>
                </a:solidFill>
                <a:latin typeface="Consolas"/>
              </a:rPr>
              <a:t>l.split</a:t>
            </a:r>
            <a:r>
              <a:rPr sz="1000" i="0" b="0">
                <a:solidFill>
                  <a:srgbClr val="D4D4D4"/>
                </a:solidFill>
                <a:latin typeface="Consolas"/>
              </a:rPr>
              <a:t>(</a:t>
            </a:r>
            <a:r>
              <a:rPr sz="1000" i="0" b="0">
                <a:solidFill>
                  <a:srgbClr val="CE9178"/>
                </a:solidFill>
                <a:latin typeface="Consolas"/>
              </a:rPr>
              <a:t>";"</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lista.add</a:t>
            </a:r>
            <a:r>
              <a:rPr sz="1000" i="0" b="0">
                <a:solidFill>
                  <a:srgbClr val="D4D4D4"/>
                </a:solidFill>
                <a:latin typeface="Consolas"/>
              </a:rPr>
              <a:t>(</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Mascota</a:t>
            </a:r>
            <a:r>
              <a:rPr sz="1000" i="0" b="0">
                <a:solidFill>
                  <a:srgbClr val="D4D4D4"/>
                </a:solidFill>
                <a:latin typeface="Consolas"/>
              </a:rPr>
              <a:t>(</a:t>
            </a:r>
            <a:r>
              <a:rPr sz="1000" i="0" b="0">
                <a:solidFill>
                  <a:srgbClr val="D4D4D4"/>
                </a:solidFill>
                <a:latin typeface="Consolas"/>
              </a:rPr>
              <a:t>c</a:t>
            </a:r>
            <a:r>
              <a:rPr sz="1000" i="0" b="0">
                <a:solidFill>
                  <a:srgbClr val="D4D4D4"/>
                </a:solidFill>
                <a:latin typeface="Consolas"/>
              </a:rPr>
              <a:t>[</a:t>
            </a:r>
            <a:r>
              <a:rPr sz="1000" i="0" b="0">
                <a:solidFill>
                  <a:srgbClr val="B5CEA8"/>
                </a:solidFill>
                <a:latin typeface="Consolas"/>
              </a:rPr>
              <a:t>0</a:t>
            </a:r>
            <a:r>
              <a:rPr sz="1000" i="0" b="0">
                <a:solidFill>
                  <a:srgbClr val="D4D4D4"/>
                </a:solidFill>
                <a:latin typeface="Consolas"/>
              </a:rPr>
              <a:t>], </a:t>
            </a:r>
            <a:r>
              <a:rPr sz="1000" i="0" b="0">
                <a:solidFill>
                  <a:srgbClr val="D4D4D4"/>
                </a:solidFill>
                <a:latin typeface="Consolas"/>
              </a:rPr>
              <a:t>c</a:t>
            </a:r>
            <a:r>
              <a:rPr sz="1000" i="0" b="0">
                <a:solidFill>
                  <a:srgbClr val="D4D4D4"/>
                </a:solidFill>
                <a:latin typeface="Consolas"/>
              </a:rPr>
              <a:t>[</a:t>
            </a:r>
            <a:r>
              <a:rPr sz="1000" i="0" b="0">
                <a:solidFill>
                  <a:srgbClr val="B5CEA8"/>
                </a:solidFill>
                <a:latin typeface="Consolas"/>
              </a:rPr>
              <a:t>1</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return</a:t>
            </a:r>
            <a:r>
              <a:rPr sz="1000" i="0" b="0">
                <a:solidFill>
                  <a:srgbClr val="D4D4D4"/>
                </a:solidFill>
                <a:latin typeface="Consolas"/>
              </a:rPr>
              <a:t> </a:t>
            </a:r>
            <a:r>
              <a:rPr sz="1000" i="0" b="0">
                <a:solidFill>
                  <a:srgbClr val="D4D4D4"/>
                </a:solidFill>
                <a:latin typeface="Consolas"/>
              </a:rPr>
              <a:t>lista</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569CD6"/>
                </a:solidFill>
                <a:latin typeface="Consolas"/>
              </a:rPr>
              <a:t>void</a:t>
            </a:r>
            <a:r>
              <a:rPr sz="1000" i="0" b="0">
                <a:solidFill>
                  <a:srgbClr val="D4D4D4"/>
                </a:solidFill>
                <a:latin typeface="Consolas"/>
              </a:rPr>
              <a:t> </a:t>
            </a:r>
            <a:r>
              <a:rPr sz="1000" i="0" b="0">
                <a:solidFill>
                  <a:srgbClr val="DCDCAA"/>
                </a:solidFill>
                <a:latin typeface="Consolas"/>
              </a:rPr>
              <a:t>guardar</a:t>
            </a:r>
            <a:r>
              <a:rPr sz="1000" i="0" b="0">
                <a:solidFill>
                  <a:srgbClr val="D4D4D4"/>
                </a:solidFill>
                <a:latin typeface="Consolas"/>
              </a:rPr>
              <a:t>(</a:t>
            </a:r>
            <a:r>
              <a:rPr sz="1000" i="0" b="0">
                <a:solidFill>
                  <a:srgbClr val="4EC9B0"/>
                </a:solidFill>
                <a:latin typeface="Consolas"/>
              </a:rPr>
              <a:t>List</a:t>
            </a:r>
            <a:r>
              <a:rPr sz="1000" i="0" b="0">
                <a:solidFill>
                  <a:srgbClr val="D4D4D4"/>
                </a:solidFill>
                <a:latin typeface="Consolas"/>
              </a:rPr>
              <a:t>&lt;</a:t>
            </a:r>
            <a:r>
              <a:rPr sz="1000" i="0" b="0">
                <a:solidFill>
                  <a:srgbClr val="D4D4D4"/>
                </a:solidFill>
                <a:latin typeface="Consolas"/>
              </a:rPr>
              <a:t>Mascota</a:t>
            </a:r>
            <a:r>
              <a:rPr sz="1000" i="0" b="0">
                <a:solidFill>
                  <a:srgbClr val="D4D4D4"/>
                </a:solidFill>
                <a:latin typeface="Consolas"/>
              </a:rPr>
              <a:t>&gt; </a:t>
            </a:r>
            <a:r>
              <a:rPr sz="1000" i="0" b="0">
                <a:solidFill>
                  <a:srgbClr val="D4D4D4"/>
                </a:solidFill>
                <a:latin typeface="Consolas"/>
              </a:rPr>
              <a:t>lista</a:t>
            </a:r>
            <a:r>
              <a:rPr sz="1000" i="0" b="0">
                <a:solidFill>
                  <a:srgbClr val="D4D4D4"/>
                </a:solidFill>
                <a:latin typeface="Consolas"/>
              </a:rPr>
              <a:t>) </a:t>
            </a:r>
            <a:r>
              <a:rPr sz="1000" i="0" b="0">
                <a:solidFill>
                  <a:srgbClr val="569CD6"/>
                </a:solidFill>
                <a:latin typeface="Consolas"/>
              </a:rPr>
              <a:t>throws</a:t>
            </a:r>
            <a:r>
              <a:rPr sz="1000" i="0" b="0">
                <a:solidFill>
                  <a:srgbClr val="D4D4D4"/>
                </a:solidFill>
                <a:latin typeface="Consolas"/>
              </a:rPr>
              <a:t> </a:t>
            </a:r>
            <a:r>
              <a:rPr sz="1000" i="0" b="0">
                <a:solidFill>
                  <a:srgbClr val="D4D4D4"/>
                </a:solidFill>
                <a:latin typeface="Consolas"/>
              </a:rPr>
              <a:t>IOException</a:t>
            </a:r>
            <a:r>
              <a:rPr sz="1000" i="0" b="0">
                <a:solidFill>
                  <a:srgbClr val="D4D4D4"/>
                </a:solidFill>
                <a:latin typeface="Consolas"/>
              </a:rPr>
              <a:t> {</a:t>
            </a:r>
          </a:p>
          <a:p>
            <a:pPr>
              <a:spcAft>
                <a:spcPts val="71"/>
              </a:spcAft>
            </a:pPr>
            <a:r>
              <a:rPr sz="1000" i="0" b="0">
                <a:solidFill>
                  <a:srgbClr val="D4D4D4"/>
                </a:solidFill>
                <a:latin typeface="Consolas"/>
              </a:rPr>
              <a:t>        </a:t>
            </a:r>
            <a:r>
              <a:rPr sz="1000" i="0" b="0">
                <a:solidFill>
                  <a:srgbClr val="4EC9B0"/>
                </a:solidFill>
                <a:latin typeface="Consolas"/>
              </a:rPr>
              <a:t>List</a:t>
            </a:r>
            <a:r>
              <a:rPr sz="1000" i="0" b="0">
                <a:solidFill>
                  <a:srgbClr val="D4D4D4"/>
                </a:solidFill>
                <a:latin typeface="Consolas"/>
              </a:rPr>
              <a:t>&lt;</a:t>
            </a:r>
            <a:r>
              <a:rPr sz="1000" i="0" b="0">
                <a:solidFill>
                  <a:srgbClr val="4EC9B0"/>
                </a:solidFill>
                <a:latin typeface="Consolas"/>
              </a:rPr>
              <a:t>String</a:t>
            </a:r>
            <a:r>
              <a:rPr sz="1000" i="0" b="0">
                <a:solidFill>
                  <a:srgbClr val="D4D4D4"/>
                </a:solidFill>
                <a:latin typeface="Consolas"/>
              </a:rPr>
              <a:t>&gt; </a:t>
            </a:r>
            <a:r>
              <a:rPr sz="1000" i="0" b="0">
                <a:solidFill>
                  <a:srgbClr val="D4D4D4"/>
                </a:solidFill>
                <a:latin typeface="Consolas"/>
              </a:rPr>
              <a:t>lineas</a:t>
            </a:r>
            <a:r>
              <a:rPr sz="1000" i="0" b="0">
                <a:solidFill>
                  <a:srgbClr val="D4D4D4"/>
                </a:solidFill>
                <a:latin typeface="Consolas"/>
              </a:rPr>
              <a:t> = </a:t>
            </a:r>
            <a:r>
              <a:rPr sz="1000" i="0" b="0">
                <a:solidFill>
                  <a:srgbClr val="569CD6"/>
                </a:solidFill>
                <a:latin typeface="Consolas"/>
              </a:rPr>
              <a:t>new</a:t>
            </a:r>
            <a:r>
              <a:rPr sz="1000" i="0" b="0">
                <a:solidFill>
                  <a:srgbClr val="D4D4D4"/>
                </a:solidFill>
                <a:latin typeface="Consolas"/>
              </a:rPr>
              <a:t> </a:t>
            </a:r>
            <a:r>
              <a:rPr sz="1000" i="0" b="0">
                <a:solidFill>
                  <a:srgbClr val="4EC9B0"/>
                </a:solidFill>
                <a:latin typeface="Consolas"/>
              </a:rPr>
              <a:t>ArrayList</a:t>
            </a:r>
            <a:r>
              <a:rPr sz="1000" i="0" b="0">
                <a:solidFill>
                  <a:srgbClr val="D4D4D4"/>
                </a:solidFill>
                <a:latin typeface="Consolas"/>
              </a:rPr>
              <a:t>&lt;&gt;();</a:t>
            </a:r>
          </a:p>
          <a:p>
            <a:pPr>
              <a:spcAft>
                <a:spcPts val="71"/>
              </a:spcAft>
            </a:pPr>
            <a:r>
              <a:rPr sz="1000" i="0" b="0">
                <a:solidFill>
                  <a:srgbClr val="D4D4D4"/>
                </a:solidFill>
                <a:latin typeface="Consolas"/>
              </a:rPr>
              <a:t>        </a:t>
            </a:r>
            <a:r>
              <a:rPr sz="1000" i="0" b="0">
                <a:solidFill>
                  <a:srgbClr val="569CD6"/>
                </a:solidFill>
                <a:latin typeface="Consolas"/>
              </a:rPr>
              <a:t>for</a:t>
            </a:r>
            <a:r>
              <a:rPr sz="1000" i="0" b="0">
                <a:solidFill>
                  <a:srgbClr val="D4D4D4"/>
                </a:solidFill>
                <a:latin typeface="Consolas"/>
              </a:rPr>
              <a:t> (</a:t>
            </a:r>
            <a:r>
              <a:rPr sz="1000" i="0" b="0">
                <a:solidFill>
                  <a:srgbClr val="D4D4D4"/>
                </a:solidFill>
                <a:latin typeface="Consolas"/>
              </a:rPr>
              <a:t>Mascota</a:t>
            </a:r>
            <a:r>
              <a:rPr sz="1000" i="0" b="0">
                <a:solidFill>
                  <a:srgbClr val="D4D4D4"/>
                </a:solidFill>
                <a:latin typeface="Consolas"/>
              </a:rPr>
              <a:t> </a:t>
            </a:r>
            <a:r>
              <a:rPr sz="1000" i="0" b="0">
                <a:solidFill>
                  <a:srgbClr val="D4D4D4"/>
                </a:solidFill>
                <a:latin typeface="Consolas"/>
              </a:rPr>
              <a:t>m</a:t>
            </a:r>
            <a:r>
              <a:rPr sz="1000" i="0" b="0">
                <a:solidFill>
                  <a:srgbClr val="D4D4D4"/>
                </a:solidFill>
                <a:latin typeface="Consolas"/>
              </a:rPr>
              <a:t> : </a:t>
            </a:r>
            <a:r>
              <a:rPr sz="1000" i="0" b="0">
                <a:solidFill>
                  <a:srgbClr val="D4D4D4"/>
                </a:solidFill>
                <a:latin typeface="Consolas"/>
              </a:rPr>
              <a:t>lista</a:t>
            </a:r>
            <a:r>
              <a:rPr sz="1000" i="0" b="0">
                <a:solidFill>
                  <a:srgbClr val="D4D4D4"/>
                </a:solidFill>
                <a:latin typeface="Consolas"/>
              </a:rPr>
              <a:t>) </a:t>
            </a:r>
            <a:r>
              <a:rPr sz="1000" i="0" b="0">
                <a:solidFill>
                  <a:srgbClr val="DCDCAA"/>
                </a:solidFill>
                <a:latin typeface="Consolas"/>
              </a:rPr>
              <a:t>lineas.add</a:t>
            </a:r>
            <a:r>
              <a:rPr sz="1000" i="0" b="0">
                <a:solidFill>
                  <a:srgbClr val="D4D4D4"/>
                </a:solidFill>
                <a:latin typeface="Consolas"/>
              </a:rPr>
              <a:t>(</a:t>
            </a:r>
            <a:r>
              <a:rPr sz="1000" i="0" b="0">
                <a:solidFill>
                  <a:srgbClr val="DCDCAA"/>
                </a:solidFill>
                <a:latin typeface="Consolas"/>
              </a:rPr>
              <a:t>m.toString</a:t>
            </a:r>
            <a:r>
              <a:rPr sz="1000" i="0" b="0">
                <a:solidFill>
                  <a:srgbClr val="D4D4D4"/>
                </a:solidFill>
                <a:latin typeface="Consolas"/>
              </a:rPr>
              <a:t>());</a:t>
            </a:r>
          </a:p>
          <a:p>
            <a:pPr>
              <a:spcAft>
                <a:spcPts val="71"/>
              </a:spcAft>
            </a:pPr>
            <a:r>
              <a:rPr sz="1000" i="0" b="0">
                <a:solidFill>
                  <a:srgbClr val="D4D4D4"/>
                </a:solidFill>
                <a:latin typeface="Consolas"/>
              </a:rPr>
              <a:t>        </a:t>
            </a:r>
            <a:r>
              <a:rPr sz="1000" i="0" b="0">
                <a:solidFill>
                  <a:srgbClr val="DCDCAA"/>
                </a:solidFill>
                <a:latin typeface="Consolas"/>
              </a:rPr>
              <a:t>Files.write</a:t>
            </a:r>
            <a:r>
              <a:rPr sz="1000" i="0" b="0">
                <a:solidFill>
                  <a:srgbClr val="D4D4D4"/>
                </a:solidFill>
                <a:latin typeface="Consolas"/>
              </a:rPr>
              <a:t>(</a:t>
            </a:r>
            <a:r>
              <a:rPr sz="1000" i="0" b="0">
                <a:solidFill>
                  <a:srgbClr val="D4D4D4"/>
                </a:solidFill>
                <a:latin typeface="Consolas"/>
              </a:rPr>
              <a:t>ruta</a:t>
            </a:r>
            <a:r>
              <a:rPr sz="1000" i="0" b="0">
                <a:solidFill>
                  <a:srgbClr val="D4D4D4"/>
                </a:solidFill>
                <a:latin typeface="Consolas"/>
              </a:rPr>
              <a:t>, </a:t>
            </a:r>
            <a:r>
              <a:rPr sz="1000" i="0" b="0">
                <a:solidFill>
                  <a:srgbClr val="D4D4D4"/>
                </a:solidFill>
                <a:latin typeface="Consolas"/>
              </a:rPr>
              <a:t>lineas</a:t>
            </a:r>
            <a:r>
              <a:rPr sz="1000" i="0" b="0">
                <a:solidFill>
                  <a:srgbClr val="D4D4D4"/>
                </a:solidFill>
                <a:latin typeface="Consolas"/>
              </a:rPr>
              <a:t>);</a:t>
            </a:r>
          </a:p>
          <a:p>
            <a:pPr>
              <a:spcAft>
                <a:spcPts val="71"/>
              </a:spcAft>
            </a:pPr>
            <a:r>
              <a:rPr sz="1000" i="0" b="0">
                <a:solidFill>
                  <a:srgbClr val="D4D4D4"/>
                </a:solidFill>
                <a:latin typeface="Consolas"/>
              </a:rPr>
              <a:t>    }</a:t>
            </a:r>
          </a:p>
          <a:p>
            <a:pPr>
              <a:spcAft>
                <a:spcPts val="71"/>
              </a:spcAft>
            </a:pPr>
            <a:r>
              <a:rPr sz="1000" i="0" b="0">
                <a:solidFill>
                  <a:srgbClr val="D4D4D4"/>
                </a:solidFill>
                <a:latin typeface="Consolas"/>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em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Visual Studio Code (Java)</a:t>
            </a:r>
          </a:p>
          <a:p>
            <a:pPr>
              <a:spcAft>
                <a:spcPts val="800"/>
              </a:spcAft>
            </a:pPr>
            <a:r>
              <a:rPr sz="2000" b="0" i="0">
                <a:solidFill>
                  <a:srgbClr val="333333"/>
                </a:solidFill>
                <a:latin typeface="Calibri"/>
              </a:rPr>
              <a:t>–   </a:t>
            </a:r>
            <a:r>
              <a:rPr sz="2000" b="1" i="0">
                <a:solidFill>
                  <a:srgbClr val="333333"/>
                </a:solidFill>
                <a:latin typeface="Calibri"/>
              </a:rPr>
              <a:t>Demo:</a:t>
            </a:r>
            <a:r>
              <a:rPr sz="2000" b="0" i="0">
                <a:solidFill>
                  <a:srgbClr val="333333"/>
                </a:solidFill>
                <a:latin typeface="Calibri"/>
              </a:rPr>
              <a:t> El docente registra una mascota, cierra la aplicación, la vuelve a abrir y la mascota sigue ahí;</a:t>
            </a:r>
          </a:p>
          <a:p>
            <a:pPr>
              <a:spcAft>
                <a:spcPts val="800"/>
              </a:spcAft>
            </a:pPr>
            <a:r>
              <a:rPr sz="2000" b="0" i="0">
                <a:solidFill>
                  <a:srgbClr val="333333"/>
                </a:solidFill>
                <a:latin typeface="Calibri"/>
              </a:rPr>
              <a:t>–   Mismo dominio de la clinica — no otro ejemplo.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9 · Refactorización con IA · Persistencia en archivos</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Que los datos del sistema de la clinica no se pierdan al cerrar la ventana</a:t>
            </a:r>
          </a:p>
          <a:p>
            <a:pPr algn="ctr">
              <a:spcAft>
                <a:spcPts val="600"/>
              </a:spcAft>
            </a:pPr>
            <a:r>
              <a:rPr sz="1600" b="0" i="0">
                <a:solidFill>
                  <a:srgbClr val="333333"/>
                </a:solidFill>
                <a:latin typeface="Calibri"/>
              </a:rPr>
              <a:t>Repasa las laminas de concepto y el codigo de la demo</a:t>
            </a:r>
          </a:p>
          <a:p>
            <a:pPr algn="ctr">
              <a:spcAft>
                <a:spcPts val="600"/>
              </a:spcAft>
            </a:pPr>
            <a:r>
              <a:rPr sz="1600" b="0" i="0">
                <a:solidFill>
                  <a:srgbClr val="333333"/>
                </a:solidFill>
                <a:latin typeface="Calibri"/>
              </a:rPr>
              <a:t>Siguiente clase: continuamos el hilo del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proyecto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