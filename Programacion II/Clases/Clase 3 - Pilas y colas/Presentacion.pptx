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Pilas y colas · Stack y Queue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Cuando restringir el acceso hace el software mas seguro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queda con la sala de espera modelada como cola FIFO y el historial de atenciones recientes como pila LIFO, ambas conectadas al registro de mascotas de la clase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clase pasada nos dio un ArrayList, que es una herramienta poderosa justamente porque permite todo: agregar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cola, o Queue, funciona con disciplina FIFO: First In, First Out, el primero que entra es el primero que sale…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pila, o Stack, funciona al reves: LIFO, Last In, First Out, como la pila de historias clinicas sobre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la pena entender por que estas estructuras son rapidas, porque ahi esta el argumento tecnico y no solo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punto que confunde mucho: una cola no se recorre para buscar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FIFO para la sala, LIFO para el historial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Turno firulais, michi, nieve y canela ya fueron creados con new Turno(...)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Queue&lt;Turno&gt; sala = new LinkedList&lt;&gt;();      // Queue es INTERFAZ, no se instancia sola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sala.offer(firulais);                        // offer = encolar al final (FIFO)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sala.offer(michi);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Turno enPantalla = sala.peek();              // MIRA el primero, size() NO cambia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Turno atendido   = sala.poll();              // SACA el primero, size() baja en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System.out.println(sala.poll());             // cola vacia -&gt; null, no explota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Deque&lt;String&gt; historial = new ArrayDeque&lt;&gt;(); // pila moderna, mejor que Stack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historial.push("Consulta de Firulais");      // push = poner encima (LIFO)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historial.push("Consulta de Michi");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System.out.println(historial.peek());        // Michi: el ultimo que entro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(!historial.isEmpty()) historial.pop();   // deshacer, siempre validando primero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Deque&lt;Turno&gt; fila = new ArrayDeque&lt;&gt;();      // urgencia sin colarse a escondidas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fila.addLast(nieve);                         // llegada normal: al final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fila.addFirst(canela);                       // URGENCIA: al frente, con nombre propio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estructura restrictiva no le quita poder: le quita la posibilidad de romper la regla del negocio sin darse cuenta.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encola cuatro mascotas, muestra en pantalla la diferencia entre peek() y poll() atendiendo en orden de llegada, y luego usa push/pop para deshacer la ultima atencion registrada.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debe agendar y atender en orden real de llegada, y esa regla queda garantizada por el tipo de dato y no por la buena memoria del programador.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historial de atenciones recientes en pila es la base del deshacer que despues protegera al usuario cuando la interfaz grafica permita registrar consultas por error.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Cola y pila son las estructuras que se guardaran y recargaran desde archivo en las clases de persistencia, asi que hoy definimos el orden en que se escribiran las lineas del CSV.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lunes 8:00 a.m. en Huellitas y llegan en este orden: Firulais (M-001, vacuna, dueno Ana Gomez), Michi (M-002, control, dueno Luis Perez), Rocky (M-003, revision de patas, dueno Ana Gomez) y Nieve (M-004, desparasitacion, duena Sara Diaz).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sala de espera arranca vacia y el historial de atenciones recientes tambien; el registro de mascotas de la Clase 2 ya esta cargado y se reutiliza.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 las 8:20 entra Canela (M-009, duena Ana Gomez) con una urgencia real y debe pasar de primera sin destruir el orden de los demas.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Turno con id, nombre de la mascota, nombre del dueno y motivo de consulta, mas sus getters y su toString(); verifique imprimiendo un turno suelto en consola antes de meterlo en cualquier estructura.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SalaDeEspera con el atributo private final Queue&lt;Turno&gt; cola = new LinkedList&lt;&gt;(); y los metodos registrarLlegada(Turno t) usando offer, siguienteEnPantalla() usando peek y atender() usando poll; verifique que despues de registrar cuatro llegadas y llamar dos veces a siguienteEnPantalla(), cantidad() sigue siendo 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 que atender() valide la cola vacia con isEmpty() y devuelva un mensaje controlado en vez de un null suelto; verifique llamando a atender() cinco veces cuando solo hay cuatro turnos y confirmando que la quinta llamada imprime que la sala esta vacia y el programa no se cae.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HistorialReciente con private final Deque&lt;String&gt; pila = new ArrayDeque&lt;&gt;(); y los metodos registrar(String), ultimaAtencion() con peek y deshacer() con pop protegido por isEmpty(); verifique que despues de atender a Firulais, Michi y Rocky, ultimaAtencion() muestra a Rocky y deshacer() lo retira dejando a Michi arriba.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Conecte las dos estructuras en un main: cada vez que atender() saca un turno de la cola, registre automaticamente esa consulta en la pila; ejecute el flujo completo con las cuatro mascotas del escenario mas la urgencia de Canela agregada con addFirst sobre un Deque, capture la consola y suba el proyecto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ciclo while nunca termina y la consola se llena con el mismo nombre, cual de los dos metodos esta usando dentro del ciclo: el que mira o el que saca?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necesita sacar a una mascota que esta en la mitad de la fila, la estructura que eligio sigue siendo la adecuada, o el requisito le esta pidiendo otra cosa?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Antes de llamar a pop(), que pregunta deberia hacerle a la pila para que el programa no lance NoSuchElementException?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mascotas se atienden exactamente en el orden en que llegaron, verificable en la salida de consola.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peek/siguienteEnPantalla no altera el tamano de la cola, mientras que poll/atender lo reduce en uno por llamada.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Atender con la sala vacia o deshacer con la pila vacia produce un mensaje controlado y nunca una excepcion sin capturar.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consulta atendida queda registrada automaticamente en la pila y deshacer retira siempre la mas reciente.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la sala de espera modelada como cola FIFO y el historial de atenciones recientes como pila LIFO, ambas conectadas al registro de mascotas de la clase anterior.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la sala de espera modelada como cola FIFO y el historial de atenciones recientes como pila LIFO, ambas conectadas al registro de mascotas de la clase anterior.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