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punto que confunde mucho: una cola no se recorre para buscar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escribir Queue&lt;Turno&gt; sala = new Queue&lt;&gt;() y quedarse en blanco…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