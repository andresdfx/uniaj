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estructura restrictiva como Queue no ofrece ese metodo; simplemente no existe en su contrato, entonces el error se vuelve imposible de escribir.</a:t>
            </a:r>
          </a:p>
          <a:p/>
          <a:p>
            <a:r>
              <a:t>Esa es la idea grande de hoy: elegir la estructura mas limitada que resuelva el problema no es una limitacion tecnica, es una forma de blindar la regla del negocio dentro del tipo de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VetCare usamos siempre offer/poll/peek porque avisan con false o con null en vez de reventar, y en una recepcion que puede quedar vacia a media manana eso es exactamente lo que queremos. peek es lo que alimenta la pantalla de turnos que ve el publico; poll es lo que hace el medico cuando abre la puerta del consultorio.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es literalmente como funciona el Ctrl+Z de cualquier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entender por que estas estructuras son rapidas, porque ahi esta el argumento tecnico y no solo el pedagogico.</a:t>
            </a:r>
          </a:p>
          <a:p/>
          <a:p>
            <a:r>
              <a:t>Por eso agregar y sacar por cualquiera de los dos extremos cuesta tiempo constante.</a:t>
            </a:r>
          </a:p>
          <a:p/>
          <a:p>
            <a:r>
              <a:t>La estructura correcta no solo previene errores de negocio, tambien evita que el programa se arrastre.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Ademas, recorrer una cola con for-each la muestra pero no la consume; muchos estudiantes imprimen la cola con un for-each, ven todos los turnos y creen que ya los atendieron, cuando en realidad size() sigue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Pilas y colas · Stack y Queue — Cuando restringir el acceso hace el software mas seguro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clase pasada nos dio un ArrayList, que es una herramienta poderosa...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 final, insertar en la mitad, sacar de cualquier posicion, reordenar.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poder es un problema cuando lo que usted esta modelando tiene 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sala de espera de Huellitas tiene una regla sagrada: el que llega primero pasa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sala de espera es un ArrayList, cualquier programador del equipo (o usted mismo a las once de la noche) puede escribir salaEspera.add(0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MascotaDelAmigo) y colar a alguien sin que nada falle: compila, corre y la clinica pierde la confianza de sus clientes.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cola, o Queue, funciona con disciplina FIFO: First In, First Out, el...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sale, igual que la fila del banco.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Java, Queue es una interfaz, no una clase, asi que se declara Queue&lt;Turno&gt; salaEspera = new LinkedList&lt;&gt;(); o new ArrayDeque&lt;&gt;(); intentar new Queue&lt;&gt;() no compila y ese es el primer error que veremos en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 tiene tres operaciones utiles y cada una viene en dos sabores: offer(x) agrega al final y devuelve false si no cabe (la version add lanza IllegalStateException en ese caso)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Poll() saca y devuelve el primero o null si esta vacia (la version remove lanza NoSuchElementException)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peek() mira el primero sin sacarlo o devuelve null (la version element tambien lanza excepcion).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pila, o Stack, funciona al reves: LIFO, Last In, First Out, como la...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 escritorio, donde uno siempre coge la de encima.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operaciones son push(x) para poner encima, pop() para sacar el de encima y peek() para mirarlo sin sacarlo.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trae una clase llamada Stack, pero es codigo de 1995: hereda de Vector, esta sincronizada (lo que la hace mas lenta sin necesidad) y permite acceder por indice, con lo cual rompe la propia restriccion que dice defender.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pila, o Stack, funciona al reves: LIFO, Last In, First Out, como la...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actual es usar Deque&lt;String&gt; historial = new ArrayDeque&lt;&gt;(); y llamarle push/pop/peek, que es exactamente la misma API pero sobre una implementacion moderna.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pila guarda el historial de atenciones recientes: cada consulta terminada se apila, la pantalla del medico muestra siempre la de encima con peek, y si registro una atencion por equivocacion, pop la deshace.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entender por que estas estructuras son rapidas, porque ahi...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ArrayDeque es un arreglo circular con dos punteros, uno al frente y otro al final: cuando usted saca del frente no mueve ni un elemento, solo corre el puntero, y cuando el puntero llega al final del arreglo da la vuelta al inicio.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LinkedList, en cambio, es una cadena de nodos donde cada nodo apunta al siguiente y al anterior, asi que sacar el primero es simplemente mover la cabeza de la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eso con usar un ArrayList como cola: mascotas.remove(0) obliga a desplazar todos los elementos restantes un puesto hacia la izquierda, lo que en una jornada de 300 turnos significa decenas de miles de movimientos innecesarios.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punto que confunde mucho: una cola no se recorre para buscar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punto que confunde mucho: una cola no se recorre para buscar.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usted se descubre iterando la sala de espera para encontrar a Firulais y sacarlo del medio, la senal es que ese caso de uso no es una cola pura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necesita otra estructura al lado (por ejemplo un Deque que permita addFirst para urgencias, o un HashMap que veremos la proxima clase).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resolvemos la urgencia sin traicionar el modelo: usamos Deque&lt;Turno&gt; y decimos addLast para el que llega normal y addFirst para el caso critico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Dejando explicito en el codigo que colarse es una operacion excepcional y con nombre propio, no un accidente.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Consumir es poll; mirar es peek o for-each.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class VetCareSalaDeEspera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VetCareSalaDeEspera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SalaDeEspera sala = new SalaDeEspera();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HistorialReciente historial = new HistorialReciente();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1. Llegadas a recepcion (offer = al final)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Turno("M-001", "Firulais", "Ana Gomez", "Vacuna"));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Turno("M-002", "Michi", "Luis Perez", "Control"));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Turno("M-003", "Rocky", "Ana Gomez", "Revision de patas"));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Turno("M-004", "Nieve", "Sara Diaz", "Desparasitacion"));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System.out.println("En espera: " + sala.cantidad());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System.out.println("Pantalla de turnos (peek): " + sala.siguienteEnPantalla());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System.out.println("Despues del peek siguen en espera: " + sala.cantidad());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2. El consultorio atiende (poll = saca el primero)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(!sala.estaVacia())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Turno t = sala.atender(); // dentro del while nunca es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historial.registrar("Consulta de " + t.getNombre() + " (" + t.getId() + ")");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sala.atender(); // sala vacia: mensaje controlado, sin excepcion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3. Historial reciente (LIFO)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System.out.println("Ultimo movimiento (peek): " + historial.ultimaAtencion());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System.out.println("Ahora el ultimo es: " + historial.ultimaAtencion());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System.out.println("Movimientos guardados: " + historial.cantidad());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4. Pila vacia: se valida, no se revienta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(historial.cantidad() &gt; 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System.out.println("Intento extra -&gt; " + 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5. Urgencia: pasa de primera, con nombre propio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Deque&lt;Turno&gt; filaConUrgencias = new ArrayDeque&lt;&gt;();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filaConUrgencias.addLast(new Turno("M-004", "Nieve", "Sara Diaz", "Desparasitacion"));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filaConUrgencias.addLast(new Turno("M-005", "Toby", "Sara Diaz", "Control"));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filaConUrgencias.addFirst(new Turno("M-009", "Canela", "Ana Gomez", "URGENCIA"));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(!filaConUrgencias.isEmpty())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System.out.println("Pasa: " + filaConUrgencias.pollFirst());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class Turno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Turno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motivo;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Turno()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Turno(String id, String nombre, String dueno, String motivo)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this.dueno =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this.motivo = motivo;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getDueno() { return dueno;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getMotivo() { return motivo;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class SalaDeEspera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SalaDeEspera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Queue&lt;Turno&gt; cola = new LinkedList&lt;&gt;(); // Queue es interfaz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registrarLlegada()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registrarLlegada(Turno t)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cola.offer(t); // offer = agregar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System.out.println("Llega " + t.getNombre() + " -&gt; turno numero " + cola.size());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siguienteEnPantalla()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 siguienteEnPantalla()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cola.peek(); // MIRA el primero: el tamano no cambia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atender()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 atender()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(cola.isEmpty())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System.out.println("Sala de espera vacia: no hay a quien atender");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Turno t = cola.poll(); // SACA el primero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System.out.println("Pasa a consultorio: " + 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estaVacia()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boolean estaVacia()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cola.isEmpty();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cantidad()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cantidad()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Historial reciente: LIFO. Deque usado como pila (moderna, mejor que Stack).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class HistorialReciente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HistorialReciente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Deque&lt;String&gt; pila = new ArrayDeque&lt;&gt;();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registrar(String consulta)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pila.push(consulta); // push = poner encima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System.out.println("Historial &lt;- " + consulta);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ultimaAtencion()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ultimaAtencion()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pila.isEmpty() ? "(sin movimientos)": pila.peek();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deshacer()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deshacer()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(pila.isEmpty())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"Nada que deshacer"; // nunca se llama pop() sin preguntar por isEmpty()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"Se deshizo: " + pila.pop();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cantidad()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cantidad()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pila.size();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Pilas y colas · Stack y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Cuando restringir el acceso hace el software mas seguro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