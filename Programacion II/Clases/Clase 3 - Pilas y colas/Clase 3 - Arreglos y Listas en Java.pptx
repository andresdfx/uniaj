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erriweather"/>
      <p:regular r:id="rId14"/>
      <p:bold r:id="rId15"/>
      <p:italic r:id="rId16"/>
      <p:boldItalic r:id="rId17"/>
    </p:embeddedFont>
    <p:embeddedFont>
      <p:font typeface="DM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.fntdata"/><Relationship Id="rId14" Type="http://schemas.openxmlformats.org/officeDocument/2006/relationships/font" Target="fonts/Merriweather-regular.fntdata"/><Relationship Id="rId17" Type="http://schemas.openxmlformats.org/officeDocument/2006/relationships/font" Target="fonts/Merriweather-boldItalic.fntdata"/><Relationship Id="rId16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.fntdata"/><Relationship Id="rId6" Type="http://schemas.openxmlformats.org/officeDocument/2006/relationships/slide" Target="slides/slide1.xml"/><Relationship Id="rId18" Type="http://schemas.openxmlformats.org/officeDocument/2006/relationships/font" Target="fonts/DM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200513" y="2474565"/>
            <a:ext cx="779097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Arreglos y Listas en Java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386012" y="3827115"/>
            <a:ext cx="7419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CRUD básico en memoria - Proyecto VetCare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58707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965358" y="2920454"/>
            <a:ext cx="10261282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¿Por qué necesitamos Colecciones?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8253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 las variables simples a la gestión estructurada de datos múltiples en memoria RAM.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614487"/>
            <a:ext cx="527685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14487"/>
            <a:ext cx="5276850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Arreglos vs. Listas Dinámicas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71550" y="20335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Arreglos (Arrays)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71550" y="253841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 estructuras más básicas en Java.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724650" y="20335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Listas (ArrayList)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53841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estándar de la industria para listas.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43000" y="2986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209675" y="298608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Tamaño Fijo: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Su longitud se define al instanciar y no puede cambiar.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43000" y="3738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209675" y="373856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Memoria: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Muy eficientes en espacio, elementos contiguos.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43000" y="44910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209675" y="4491037"/>
            <a:ext cx="4257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Sintaxis: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Mascota[] lista = new Mascota[5];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43000" y="4948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209675" y="494823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Limitación: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Si llega un 6to paciente, el arreglo se desborda (ArrayIndexOutOfBoundsException).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96100" y="2986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962775" y="298608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Tamaño Dinámico: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Crecen y se reducen automáticamente.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96100" y="3738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62775" y="3738562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Flexibilidad: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Implementa la interfaz List del Java Collections Framework.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896100" y="4500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962775" y="4500562"/>
            <a:ext cx="4257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Sintaxis: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ArrayList lista = new ArrayList&lt;&gt;();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96100" y="4957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962775" y="495776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Ideal para el CRUD de VetCare donde no sabemos cuántos pacientes ingresarán al día.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790700"/>
            <a:ext cx="2471737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3762" y="1790700"/>
            <a:ext cx="2471737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90700"/>
            <a:ext cx="2471737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9237" y="1790700"/>
            <a:ext cx="2471737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Estándar CRUD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411843" y="3105150"/>
            <a:ext cx="8101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Create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76300" y="3562350"/>
            <a:ext cx="188118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Instanciar un objeto (ej. Cliente) y añadirlo a nuestra estructura de datos en memoria para guardarlo temporalmente.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349591" y="3105150"/>
            <a:ext cx="6400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Read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3729037" y="3562350"/>
            <a:ext cx="188118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Consultar la estructura para mostrar listados (ej. todas las citas) o buscar un registro específico por ID.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077313" y="3105150"/>
            <a:ext cx="8901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Update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81775" y="3562350"/>
            <a:ext cx="188118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Recuperar un objeto existente en la memoria, modificar sus atributos y actualizar su estado en el sistema.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980056" y="3105150"/>
            <a:ext cx="7900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Delete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434512" y="3562350"/>
            <a:ext cx="188118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Eliminar un registro de la estructura de datos cuando ya no es requerido (ej. cancelar una cita médica).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4956" y="22479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7693" y="22479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0431" y="22479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46506" y="2247900"/>
            <a:ext cx="45720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383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ArrayList en Acción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81025" y="1738312"/>
            <a:ext cx="52768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Internamente, un ArrayList sigue utilizando un arreglo clásico (Array) de Java, pero envuelve la complejidad para nosotros.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52475" y="28051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19150" y="28051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Capacidad inicial: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Por defecto, se crea con un tamaño interno de 10 elementos.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52475" y="35575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19150" y="3557587"/>
            <a:ext cx="50387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Redimensionamiento: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Cuando llega al límite de capacidad, Java crea un nuevo arreglo más grande (generalmente 50% mayor), copia los datos antiguos y desecha el anterior.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52475" y="4919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19150" y="4919662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Desempeño: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Leer datos (Read) es extremadamente rápido, pero insertar o borrar datos en el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medio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 la lista desplaza los demás elementos.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38312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4 Operaciones Clave del ArrayList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2871787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5D42E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81025" y="4491037"/>
            <a:ext cx="52768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A0"/>
                </a:solidFill>
                <a:latin typeface="DM Sans"/>
                <a:ea typeface="DM Sans"/>
                <a:cs typeface="DM Sans"/>
                <a:sym typeface="DM Sans"/>
              </a:rPr>
              <a:t>Métodos Fundamentales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21263" y="1524000"/>
            <a:ext cx="554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Traduciendo el CRUD a Java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21275" y="2005013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manipular nuestra ArrayList en el proyecto VetCare, utilizaremos exclusivamente estos métodos preconstruidos: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505575" y="3114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572250" y="3114675"/>
            <a:ext cx="5038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 (Create):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lista.add(objeto) añade al final.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505575" y="3571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572250" y="3571875"/>
            <a:ext cx="5038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 (Read):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lista.get(indice) devuelve el objeto. lista.size() nos dice cuántos hay.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505575" y="4343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572250" y="4343400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 (Update):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lista.set(indice, nuevoObjeto) reemplaza el valor existente.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505575" y="5105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572250" y="5105400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 (Delete):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lista.remove(indice) elimina y reordena la lista.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Implementación CRUD en memoria para VetCare.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Integración VetCare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81025" y="2476500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Nuestra Base de Datos en RAM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81025" y="30194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Aún no sabemos conectar bases de datos (SQL), por lo que la "memoria" de la Clínica Veterinaria Huellitas dependerá de la ejecución de nuestro programa en el IDE.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81025" y="4124325"/>
            <a:ext cx="52768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Almacenaremos los objetos Mascota dentro de un ArrayList, actuando como nuestro almacenamiento temporal, donde probaremos nuestra lógica de negocio orientada a objetos.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