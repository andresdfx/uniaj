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El registro de mascotas de VetCare deja de vivir en un arreglo de tamano fijo y pasa a un ArrayList&lt;Mascota&gt; que crece con la clinica.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Proyecto Java con las clases Mascota y RegistroMascotas y un menu de consola que agrega, lista, busca por ID y elimina mascotas, comprimido y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problema real de Huellitas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Empecemos por el problema real de Huellitas.</a:t>
            </a:r>
          </a:p>
          <a:p>
            <a:pPr>
              <a:spcAft>
                <a:spcPts val="800"/>
              </a:spcAft>
            </a:pPr>
            <a:r>
              <a:rPr sz="2000" b="0" i="0">
                <a:solidFill>
                  <a:srgbClr val="333333"/>
                </a:solidFill>
                <a:latin typeface="Calibri"/>
              </a:rPr>
              <a:t>–   Hoy la clinica guarda las fichas de las mascotas en una carpeta de carton con 50 separadores; cuando llega la mascota 51 toca comprar otra carpeta y volver a organizar todo.</a:t>
            </a:r>
          </a:p>
          <a:p>
            <a:pPr>
              <a:spcAft>
                <a:spcPts val="800"/>
              </a:spcAft>
            </a:pPr>
            <a:r>
              <a:rPr sz="2000" b="0" i="0">
                <a:solidFill>
                  <a:srgbClr val="333333"/>
                </a:solidFill>
                <a:latin typeface="Calibri"/>
              </a:rPr>
              <a:t>–   En Java eso mismo es un arreglo: cuando usted escribe Mascota[] fichero = new Mascota[50] esta pidiendole a la maquina un bloque de memoria contiguo con exactamente 50 casillas, y ese numero queda grabado en piedra para toda la vida del objeto.</a:t>
            </a:r>
          </a:p>
          <a:p>
            <a:pPr>
              <a:spcAft>
                <a:spcPts val="800"/>
              </a:spcAft>
            </a:pPr>
            <a:r>
              <a:rPr sz="2000" b="0" i="0">
                <a:solidFill>
                  <a:srgbClr val="333333"/>
                </a:solidFill>
                <a:latin typeface="Calibri"/>
              </a:rPr>
              <a:t>–   El arreglo no tiene metodo para crecer, solo tiene el atributo length, que es de solo lectura; si quiere 80 casillas debe crear otro arreglo mas grande, copiar una por una las 50 fichas viejas y reasignar la variable.</a:t>
            </a:r>
          </a:p>
          <a:p>
            <a:pPr>
              <a:spcAft>
                <a:spcPts val="800"/>
              </a:spcAft>
            </a:pPr>
            <a:r>
              <a:rPr sz="2000" b="0" i="0">
                <a:solidFill>
                  <a:srgbClr val="333333"/>
                </a:solidFill>
                <a:latin typeface="Calibri"/>
              </a:rPr>
              <a:t>–   Un arreglo es rapidisimo y perfectamente valido cuando usted sabe de antemano cuantos elementos va a tener (los 7 dias de la semana, los 12 meses)</a:t>
            </a:r>
          </a:p>
          <a:p>
            <a:pPr>
              <a:spcAft>
                <a:spcPts val="800"/>
              </a:spcAft>
            </a:pPr>
            <a:r>
              <a:rPr sz="2000" b="0" i="0">
                <a:solidFill>
                  <a:srgbClr val="333333"/>
                </a:solidFill>
                <a:latin typeface="Calibri"/>
              </a:rPr>
              <a:t>–   Pero es una pesima idea para algo que crece todos los dias, como el numero de pacientes de una veterinaria que apenas esta digitalizando su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ArrayList es exactamente esa carpeta que se agranda sola, y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ArrayList es exactamente esa carpeta que se agranda sola, y aqui viene lo importante: por dentro tambien es un arreglo.</a:t>
            </a:r>
          </a:p>
          <a:p>
            <a:pPr>
              <a:spcAft>
                <a:spcPts val="800"/>
              </a:spcAft>
            </a:pPr>
            <a:r>
              <a:rPr sz="2000" b="0" i="0">
                <a:solidFill>
                  <a:srgbClr val="333333"/>
                </a:solidFill>
                <a:latin typeface="Calibri"/>
              </a:rPr>
              <a:t>–   La clase ArrayList guarda un arreglo interno oculto (llamado elementData) y lleva dos numeros distintos: la capacidad, que es cuantas casillas tiene el arreglo interno, y el tamano, que es cuantos elementos usted realmente guardo.</a:t>
            </a:r>
          </a:p>
          <a:p>
            <a:pPr>
              <a:spcAft>
                <a:spcPts val="800"/>
              </a:spcAft>
            </a:pPr>
            <a:r>
              <a:rPr sz="2000" b="0" i="0">
                <a:solidFill>
                  <a:srgbClr val="333333"/>
                </a:solidFill>
                <a:latin typeface="Calibri"/>
              </a:rPr>
              <a:t>–   Cuando usted hace add y el arreglo interno se llena, ArrayList crea silenciosamente uno nuevo aproximadamente 1.5 veces mas grande, copia todo con Arrays.copyOf y sigue como si nada; usted nunca se entera.</a:t>
            </a:r>
          </a:p>
          <a:p>
            <a:pPr>
              <a:spcAft>
                <a:spcPts val="800"/>
              </a:spcAft>
            </a:pPr>
            <a:r>
              <a:rPr sz="2000" b="0" i="0">
                <a:solidFill>
                  <a:srgbClr val="333333"/>
                </a:solidFill>
                <a:latin typeface="Calibri"/>
              </a:rPr>
              <a:t>–   Esa arquitectura explica el rendimiento: get(i) es instantaneo porque salta directo a la posicion i del arreglo interno, agregar al final es barato casi siempre, pero add(0, mascota) o remove(0) obligan a correr un puesto a todos los demas elementos.</a:t>
            </a:r>
          </a:p>
          <a:p>
            <a:pPr>
              <a:spcAft>
                <a:spcPts val="800"/>
              </a:spcAft>
            </a:pPr>
            <a:r>
              <a:rPr sz="2000" b="0" i="0">
                <a:solidFill>
                  <a:srgbClr val="333333"/>
                </a:solidFill>
                <a:latin typeface="Calibri"/>
              </a:rPr>
              <a:t>–   En VetCare eso significa que agregar la mascota nueva al final del registro no cuesta nada, mientras que borrar siempre la primera ficha de una lista de 5.000 pacientes es la operacion mas cara que usted puede 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de trabajo es corta y hay que dominarla de memoria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interfaz de trabajo es corta y hay que dominarla de memoria.</a:t>
            </a:r>
          </a:p>
          <a:p>
            <a:pPr>
              <a:spcAft>
                <a:spcPts val="800"/>
              </a:spcAft>
            </a:pPr>
            <a:r>
              <a:rPr sz="2000" b="0" i="0">
                <a:solidFill>
                  <a:srgbClr val="333333"/>
                </a:solidFill>
                <a:latin typeface="Calibri"/>
              </a:rPr>
              <a:t>–   Se declara asi: List&lt;Mascota&gt; mascotas = new ArrayList&lt;&gt;(); el List&lt;Mascota&gt; del lado izquierdo es la interfaz (el contrato) y el ArrayList&lt;&gt; del lado derecho es la implementacion concreta.</a:t>
            </a:r>
          </a:p>
          <a:p>
            <a:pPr>
              <a:spcAft>
                <a:spcPts val="800"/>
              </a:spcAft>
            </a:pPr>
            <a:r>
              <a:rPr sz="2000" b="0" i="0">
                <a:solidFill>
                  <a:srgbClr val="333333"/>
                </a:solidFill>
                <a:latin typeface="Calibri"/>
              </a:rPr>
              <a:t>–   Los metodos que usaremos toda la clase son add(objeto) para agregar al final, get(indice) para leer la posicion indicada, size() para saber cuantos hay</a:t>
            </a:r>
          </a:p>
          <a:p>
            <a:pPr>
              <a:spcAft>
                <a:spcPts val="800"/>
              </a:spcAft>
            </a:pPr>
            <a:r>
              <a:rPr sz="2000" b="0" i="0">
                <a:solidFill>
                  <a:srgbClr val="333333"/>
                </a:solidFill>
                <a:latin typeface="Calibri"/>
              </a:rPr>
              <a:t>–   Remove(indice) o remove(objeto) para sacar, set(indice, objeto) para reemplazar, isEmpty(), contains(objeto) e indexOf(objeto).</a:t>
            </a:r>
          </a:p>
          <a:p>
            <a:pPr>
              <a:spcAft>
                <a:spcPts val="800"/>
              </a:spcAft>
            </a:pPr>
            <a:r>
              <a:rPr sz="2000" b="0" i="0">
                <a:solidFill>
                  <a:srgbClr val="333333"/>
                </a:solidFill>
                <a:latin typeface="Calibri"/>
              </a:rPr>
              <a:t>–   El &lt;Mascota&gt; entre los picos se llama generico y no es decoracion: le dice al compilador que ahi solo entran Mascotas, de modo que si un estudiante intenta guardar un String el error aparece al compilar y no como un ClassCastException en plena sustentacion.</a:t>
            </a:r>
          </a:p>
          <a:p>
            <a:pPr>
              <a:spcAft>
                <a:spcPts val="800"/>
              </a:spcAft>
            </a:pPr>
            <a:r>
              <a:rPr sz="2000" b="0" i="0">
                <a:solidFill>
                  <a:srgbClr val="333333"/>
                </a:solidFill>
                <a:latin typeface="Calibri"/>
              </a:rPr>
              <a:t>–   Ojo con un detalle fino que confunde a todo el mundo: contains e indexOf comparan usando equals, asi que si usted no sobreescribe equals en Mascota, dos objetos con el mismo ID pero creados por separado seran considerados diferentes</a:t>
            </a:r>
          </a:p>
          <a:p>
            <a:pPr>
              <a:spcAft>
                <a:spcPts val="800"/>
              </a:spcAft>
            </a:pPr>
            <a:r>
              <a:rPr sz="2000" b="0" i="0">
                <a:solidFill>
                  <a:srgbClr val="333333"/>
                </a:solidFill>
                <a:latin typeface="Calibri"/>
              </a:rPr>
              <a:t>–   Por eso en VetCare buscamos por ID recorriendo la lista y comparando m.getId().equalsIgnoreCase(id).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la lista tiene dos formas y cada una tiene su momento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Recorrer la lista tiene dos formas y cada una tiene su momento.</a:t>
            </a:r>
          </a:p>
          <a:p>
            <a:pPr>
              <a:spcAft>
                <a:spcPts val="800"/>
              </a:spcAft>
            </a:pPr>
            <a:r>
              <a:rPr sz="2000" b="0" i="0">
                <a:solidFill>
                  <a:srgbClr val="333333"/>
                </a:solidFill>
                <a:latin typeface="Calibri"/>
              </a:rPr>
              <a:t>–   El for clasico con indice (for (int i = 0; i &lt; mascotas.size(); i++)) se usa cuando usted necesita el numero de la posicion, por ejemplo para imprimir el listado numerado de la sala de espera.</a:t>
            </a:r>
          </a:p>
          <a:p>
            <a:pPr>
              <a:spcAft>
                <a:spcPts val="800"/>
              </a:spcAft>
            </a:pPr>
            <a:r>
              <a:rPr sz="2000" b="0" i="0">
                <a:solidFill>
                  <a:srgbClr val="333333"/>
                </a:solidFill>
                <a:latin typeface="Calibri"/>
              </a:rPr>
              <a:t>–   El for-each (for (Mascota m: mascotas)) se usa cuando solo va a leer, es mas limpio y es el que debe volverse su reflejo.</a:t>
            </a:r>
          </a:p>
          <a:p>
            <a:pPr>
              <a:spcAft>
                <a:spcPts val="800"/>
              </a:spcAft>
            </a:pPr>
            <a:r>
              <a:rPr sz="2000" b="0" i="0">
                <a:solidFill>
                  <a:srgbClr val="333333"/>
                </a:solidFill>
                <a:latin typeface="Calibri"/>
              </a:rPr>
              <a:t>–   Ahora la trampa que se lleva por delante a media clase: si usted borra un elemento dentro de un for-each, Java lanza ConcurrentModificationException, porque el recorrido se da cuenta de que la lista cambio debajo de sus pies.</a:t>
            </a:r>
          </a:p>
          <a:p>
            <a:pPr>
              <a:spcAft>
                <a:spcPts val="800"/>
              </a:spcAft>
            </a:pPr>
            <a:r>
              <a:rPr sz="2000" b="0" i="0">
                <a:solidFill>
                  <a:srgbClr val="333333"/>
                </a:solidFill>
                <a:latin typeface="Calibri"/>
              </a:rPr>
              <a:t>–   La solucion correcta es usar un Iterator explicito y llamar a it.remove(), o usar mascotas.removeIf(m -&gt; m.getEdad() &gt;= 9).</a:t>
            </a:r>
          </a:p>
          <a:p>
            <a:pPr>
              <a:spcAft>
                <a:spcPts val="800"/>
              </a:spcAft>
            </a:pPr>
            <a:r>
              <a:rPr sz="2000" b="0" i="0">
                <a:solidFill>
                  <a:srgbClr val="333333"/>
                </a:solidFill>
                <a:latin typeface="Calibri"/>
              </a:rPr>
              <a:t>–   En VetCare esto aparece apenas queremos pasar a control geriatrico a todas las mascotas de nueve anios o mas: se recorre con Iterator, se saca con it.remove() y no truena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ultima idea es de diseno, y es la que hace que este codigo sirva...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ultima idea es de diseno, y es la que hace que este codigo sirva para el resto del proyecto integrador.</a:t>
            </a:r>
          </a:p>
          <a:p>
            <a:pPr>
              <a:spcAft>
                <a:spcPts val="800"/>
              </a:spcAft>
            </a:pPr>
            <a:r>
              <a:rPr sz="2000" b="0" i="0">
                <a:solidFill>
                  <a:srgbClr val="333333"/>
                </a:solidFill>
                <a:latin typeface="Calibri"/>
              </a:rPr>
              <a:t>–   La lista no debe ser un atributo publico que cualquiera manipula desde main; debe vivir privada dentro de la clase RegistroMascotas</a:t>
            </a:r>
          </a:p>
          <a:p>
            <a:pPr>
              <a:spcAft>
                <a:spcPts val="800"/>
              </a:spcAft>
            </a:pPr>
            <a:r>
              <a:rPr sz="2000" b="0" i="0">
                <a:solidFill>
                  <a:srgbClr val="333333"/>
                </a:solidFill>
                <a:latin typeface="Calibri"/>
              </a:rPr>
              <a:t>–   Y el mundo exterior solo puede hablarle a traves de metodos con reglas de negocio: agregar valida que el ID no este repetido, eliminarPorId avisa si la mascota no existe, buscarPorId devuelve null cuando no la encuentra.</a:t>
            </a:r>
          </a:p>
          <a:p>
            <a:pPr>
              <a:spcAft>
                <a:spcPts val="800"/>
              </a:spcAft>
            </a:pPr>
            <a:r>
              <a:rPr sz="2000" b="0" i="0">
                <a:solidFill>
                  <a:srgbClr val="333333"/>
                </a:solidFill>
                <a:latin typeface="Calibri"/>
              </a:rPr>
              <a:t>–   Eso es encapsulamiento aplicado a colecciones, y es lo que hara posible que en las proximas clases la misma clase RegistroMascotas alimente una tabla de Swing y despues se guarde en un archivo CSV sin cambiar una sola linea de la logica.</a:t>
            </a:r>
          </a:p>
          <a:p>
            <a:pPr>
              <a:spcAft>
                <a:spcPts val="800"/>
              </a:spcAft>
            </a:pPr>
            <a:r>
              <a:rPr sz="2000" b="0" i="0">
                <a:solidFill>
                  <a:srgbClr val="333333"/>
                </a:solidFill>
                <a:latin typeface="Calibri"/>
              </a:rPr>
              <a:t>–   Programe siempre contra la interfaz (List) y no contra la implementacion (ArrayList), porque si manana necesita cambiar a LinkedList solo toca una linea.</a:t>
            </a:r>
          </a:p>
          <a:p>
            <a:pPr>
              <a:spcAft>
                <a:spcPts val="800"/>
              </a:spcAft>
            </a:pPr>
            <a:r>
              <a:rPr sz="2000" b="0" i="0">
                <a:solidFill>
                  <a:srgbClr val="333333"/>
                </a:solidFill>
                <a:latin typeface="Calibri"/>
              </a:rPr>
              <a:t>–   Y sobreescriba toString() en Mascota desde ya: sin el, imprimir la lista muestra basura como vetcare.Mascota@6d06d69c y los estudiantes creen que el programa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se llena; la lista crece sola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314"/>
              </a:spcAft>
            </a:pPr>
            <a:r>
              <a:rPr sz="1100" b="0" i="0">
                <a:solidFill>
                  <a:srgbClr val="FFFFFF"/>
                </a:solidFill>
                <a:latin typeface="Calibri"/>
              </a:rPr>
              <a:t>Mascota nieve = new Mascota("M-004", "Nieve", "Felino", 1, "Sara Diaz");</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Mascota[] fichero = new Mascota[3];          // tamano decidido HOY, para siempre</a:t>
            </a:r>
          </a:p>
          <a:p>
            <a:pPr>
              <a:spcAft>
                <a:spcPts val="314"/>
              </a:spcAft>
            </a:pPr>
            <a:r>
              <a:rPr sz="1100" b="0" i="0">
                <a:solidFill>
                  <a:srgbClr val="FFFFFF"/>
                </a:solidFill>
                <a:latin typeface="Calibri"/>
              </a:rPr>
              <a:t>fichero[3] = nieve;                          // ArrayIndexOutOfBoundsException</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List&lt;Mascota&gt; mascotas = new ArrayList&lt;&gt;();  // interfaz List, implementacion ArrayList</a:t>
            </a:r>
          </a:p>
          <a:p>
            <a:pPr>
              <a:spcAft>
                <a:spcPts val="314"/>
              </a:spcAft>
            </a:pPr>
            <a:r>
              <a:rPr sz="1100" b="0" i="0">
                <a:solidFill>
                  <a:srgbClr val="FFFFFF"/>
                </a:solidFill>
                <a:latin typeface="Calibri"/>
              </a:rPr>
              <a:t>mascotas.add(nieve);                         // add SIEMPRE agrega al final</a:t>
            </a:r>
          </a:p>
          <a:p>
            <a:pPr>
              <a:spcAft>
                <a:spcPts val="314"/>
              </a:spcAft>
            </a:pPr>
            <a:r>
              <a:rPr sz="1100" b="0" i="0">
                <a:solidFill>
                  <a:srgbClr val="FFFFFF"/>
                </a:solidFill>
                <a:latin typeface="Calibri"/>
              </a:rPr>
              <a:t>System.out.println(mascotas.size());         // size() = cuantas hay, no capacidad</a:t>
            </a:r>
          </a:p>
          <a:p>
            <a:pPr>
              <a:spcAft>
                <a:spcPts val="314"/>
              </a:spcAft>
            </a:pPr>
            <a:r>
              <a:rPr sz="1100" b="0" i="0">
                <a:solidFill>
                  <a:srgbClr val="FFFFFF"/>
                </a:solidFill>
                <a:latin typeface="Calibri"/>
              </a:rPr>
              <a:t>Mascota m = mascotas.get(0);                 // get(indice): de 0 a size()-1</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for (Mascota x: mascotas) {                 // for-each: solo para LEER</a:t>
            </a:r>
          </a:p>
          <a:p>
            <a:pPr>
              <a:spcAft>
                <a:spcPts val="314"/>
              </a:spcAft>
            </a:pPr>
            <a:r>
              <a:rPr sz="1100" b="0" i="0">
                <a:solidFill>
                  <a:srgbClr val="FFFFFF"/>
                </a:solidFill>
                <a:latin typeface="Calibri"/>
              </a:rPr>
              <a:t>    System.out.println(x);                   // usa toString() de Mascota</a:t>
            </a:r>
          </a:p>
          <a:p>
            <a:pPr>
              <a:spcAft>
                <a:spcPts val="314"/>
              </a:spcAft>
            </a:pPr>
            <a:r>
              <a:rPr sz="1100" b="0" i="0">
                <a:solidFill>
                  <a:srgbClr val="FFFFFF"/>
                </a:solidFill>
                <a:latin typeface="Calibri"/>
              </a:rPr>
              <a:t>}</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Iterator&lt;Mascota&gt; it = mascotas.iterator();  // para BORRAR mientras se recorre</a:t>
            </a:r>
          </a:p>
          <a:p>
            <a:pPr>
              <a:spcAft>
                <a:spcPts val="314"/>
              </a:spcAft>
            </a:pPr>
            <a:r>
              <a:rPr sz="1100" b="0" i="0">
                <a:solidFill>
                  <a:srgbClr val="FFFFFF"/>
                </a:solidFill>
                <a:latin typeface="Calibri"/>
              </a:rPr>
              <a:t>while (it.hasNext()) {</a:t>
            </a:r>
          </a:p>
          <a:p>
            <a:pPr>
              <a:spcAft>
                <a:spcPts val="314"/>
              </a:spcAft>
            </a:pPr>
            <a:r>
              <a:rPr sz="1100" b="0" i="0">
                <a:solidFill>
                  <a:srgbClr val="FFFFFF"/>
                </a:solidFill>
                <a:latin typeface="Calibri"/>
              </a:rPr>
              <a:t>    if (it.next().getEdad() &gt;= 9) it.remove();   // geriatria, sin excepcion</a:t>
            </a:r>
          </a:p>
          <a:p>
            <a:pPr>
              <a:spcAft>
                <a:spcPts val="314"/>
              </a:spcAft>
            </a:pPr>
            <a:r>
              <a:rPr sz="11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arreglo obliga a adivinar el futuro; el ArrayList lo administra por usted, siempre que respete size() y borre con Iterator.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 size() despues de cada operacion.</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VetCare no puede tener un tope de pacientes escrito a mano en el codigo, y toda la persistencia en CSV de las clases finales va a leer y escribir exactamente esta lista de mascotas.</a:t>
            </a:r>
          </a:p>
          <a:p>
            <a:pPr>
              <a:spcAft>
                <a:spcPts val="800"/>
              </a:spcAft>
            </a:pPr>
            <a:r>
              <a:rPr sz="2000" b="0" i="0">
                <a:solidFill>
                  <a:srgbClr val="333333"/>
                </a:solidFill>
                <a:latin typeface="Calibri"/>
              </a:rPr>
              <a:t>–   El requisito tecnico del PI pide colecciones de Java, y ArrayList es la coleccion base sobre la que despues montaremos la cola de la sala de espera, el HashMap de expedientes y la tabla de Swing.</a:t>
            </a:r>
          </a:p>
          <a:p>
            <a:pPr>
              <a:spcAft>
                <a:spcPts val="800"/>
              </a:spcAft>
            </a:pPr>
            <a:r>
              <a:rPr sz="2000" b="0" i="0">
                <a:solidFill>
                  <a:srgbClr val="333333"/>
                </a:solidFill>
                <a:latin typeface="Calibri"/>
              </a:rPr>
              <a:t>–   Encapsular la lista dentro de RegistroMascotas es lo que permitira cambiar la interfaz de consola por una ventana grafica sin reescribir la logica del negocio.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recepcionista de Huellitas transcribio seis fichas de papel: M-001 Firulais canino 4 anios de Ana Gomez, M-002 Michi felino 2 anios de Luis Perez, M-003 Rocky canino 9 anios de Ana Gomez, M-004 Nieve felino 1 ano de Sara Diaz, M-005 Toby canino 11 anios de Sara Diaz y una ficha repetida de M-001.</a:t>
            </a:r>
          </a:p>
          <a:p>
            <a:pPr>
              <a:spcAft>
                <a:spcPts val="800"/>
              </a:spcAft>
            </a:pPr>
            <a:r>
              <a:rPr sz="2000" b="0" i="0">
                <a:solidFill>
                  <a:srgbClr val="333333"/>
                </a:solidFill>
                <a:latin typeface="Calibri"/>
              </a:rPr>
              <a:t>–   El codigo de partida es un Mascota[3] que ya no admite mas fichas y lanza ArrayIndexOutOfBoundsException al guardar la cuarta.</a:t>
            </a:r>
          </a:p>
          <a:p>
            <a:pPr>
              <a:spcAft>
                <a:spcPts val="800"/>
              </a:spcAft>
            </a:pPr>
            <a:r>
              <a:rPr sz="2000" b="0" i="0">
                <a:solidFill>
                  <a:srgbClr val="333333"/>
                </a:solidFill>
                <a:latin typeface="Calibri"/>
              </a:rPr>
              <a:t>–   No hay archivos ni base de datos todavia: todo vive en memoria durante la ejecucion, y al cerrar el programa los datos se pierden (eso se resuelve en las clases de persistencia).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Cree en VS Code el proyecto Java llamado VetCare con paquete vetcare, y dentro de el la clase Mascota con los atributos privados id, nombre, especie, edad y dueno, su constructor completo, sus getters y el metodo toString(); verifique imprimiendo una mascota de prueba y confirmando que en consola sale el texto legible y no vetcare.Mascota@1a2b3c.</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Cree la clase RegistroMascotas con el atributo private final List&lt;Mascota&gt; mascotas = new ArrayList&lt;&gt;(); y el metodo agregar(Mascota m) que rechace un ID ya existente; verifique agregando dos veces la mascota M-001 y comprobando que la consola muestra el aviso de ID repetido y que cantidad() sigue devolviendo 1.</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Implemente listar(), que recorra con for indexado e imprima cada ficha numerada, y buscarPorId(String id), que recorra con for-each y devuelva la Mascota o null; verifique que buscarPorId("M-003") imprime la ficha de Rocky y que buscarPorId("M-099") imprime que no existe, sin lanzar NullPointerException.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Implemente eliminarPorId(String id) usando remove(objeto) y el metodo pasarAGeriatria(int edadMinima) usando Iterator con it.remove(); verifique que despues de eliminar M-002 y de pasar a geriatria a las mascotas de 9 anios o mas, size() bajo exactamente en la cantidad de fichas retiradas y el programa no lanza ConcurrentModificationException.</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Arme un menu de consola con Scanner y opciones 1-Agregar, 2-Listar, 3-Buscar por ID, 4-Eliminar, 5-Salir dentro de un ciclo while; ejecute el programa cargando las seis fichas del escenario, tome captura de la consola con el listado final y suba el proyecto comprimido mas la captura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su lista imprime algo como vetcare.Mascota@6d06d69c, que metodo heredado de Object le esta faltando a la clase Mascota?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Cuando el recorrido llega a la ultima ficha y truena con IndexOutOfBoundsException, revise la condicion del for: el ultimo indice valido es igual a size() o es size() menos uno?</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borra una mascota justo dentro de un for-each y aparece ConcurrentModificationException, quien deberia estar autorizado para sacar el elemento: la lista o el objeto que la esta recorriendo?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Proyecto Java con las clases Mascota y RegistroMascotas y un menu de consola que agrega, lista, busca por ID y elimina mascotas, comprimido y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registro acepta mas de tres mascotas sin declarar ningun tamano fijo y size() refleja el numero real de fichas activas.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Al intentar agregar un ID ya existente el programa lo rechaza con mensaje claro y no aumenta el tamano de la lista.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buscarPorId devuelve la mascota correcta cuando existe y maneja el caso de no encontrada sin lanzar NullPointerException.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eliminacion masiva por edad se hace con Iterator o removeIf y el programa termina sin ConcurrentModificationException.</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El registro de mascotas de VetCare deja de vivir en un arreglo de tamano fijo y pasa a un ArrayList&lt;Mascota&gt; que crece con la clinica.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registro de mascotas de VetCare deja de vivir en un arreglo de tamano fijo y pasa a un ArrayList&lt;Mascota&gt; que crece con la clinica.</a:t>
            </a:r>
          </a:p>
          <a:p>
            <a:pPr algn="ctr">
              <a:spcAft>
                <a:spcPts val="600"/>
              </a:spcAft>
            </a:pPr>
            <a:r>
              <a:rPr sz="1600" b="0" i="0">
                <a:solidFill>
                  <a:srgbClr val="333333"/>
                </a:solidFill>
                <a:latin typeface="Calibri"/>
              </a:rPr>
              <a:t>Entregable: Proyecto Java con las clases Mascota y RegistroMascotas y un menu de consola que agrega, lista, busca por ID y elimina mascotas, comprimido y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