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new ArrayList&lt;&gt;(50) ya trae 50 mascotas adentro y hacer…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