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Colecciones dinamicas · ArrayList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arreglos fijos a listas que crecen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deja de vivir en un arreglo de tamano fijo y pasa a un ArrayList&lt;Mascota&gt; que crece con la clinica.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Empecemos por el problema real de Huellitas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ArrayList es exactamente esa carpeta que se agranda sola, y aqui viene lo importante: por dentro tambien es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de trabajo es corta y hay que dominarla de memoria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Recorrer la lista tiene dos formas y cada una tiene su momento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ultima idea es de diseno, y es la que hace que este codigo sirva para el resto del proyecto integrador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creer que new ArrayList&lt;&gt;(50) ya trae 50 mascotas adentro y hacer…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arreglo se llena; la lista crece sola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nieve = new Mascota("M-004", "Nieve", "Felino", 1, "Sara Diaz");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Mascota[] fichero = new Mascota[3];          // tamano decidido HOY, para siempre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fichero[3] = nieve;                          // ArrayIndexOutOfBoundsException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List&lt;Mascota&gt; mascotas = new ArrayList&lt;&gt;();  // interfaz List, implementacion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mascotas.add(nieve);                         // add SIEMPRE agrega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System.out.println(mascotas.size());         // size() = cuantas hay, no capacidad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m = mascotas.get(0);                 // get(indice): de 0 a size()-1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(Mascota x : mascotas) {                 // for-each: solo para LEER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System.out.println(x);                   // usa toString() de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Iterator&lt;Mascota&gt; it = mascotas.iterator();  // para BORRAR mientras se recorre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while (it.hasNext())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(it.next().getEdad() &gt;= 9) it.remove();   // geriatria, sin excepcion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arreglo obliga a adivinar el futuro; el ArrayList lo administra por usted, siempre que respete size() y borre con Iterator.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muestra un Mascota[3] que revienta al intentar guardar la cuarta ficha y luego el mismo caso resuelto con ArrayList, imprimiendo size() despues de cada operacion.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puede tener un tope de pacientes escrito a mano en el codigo, y toda la persistencia en CSV de las clases finales va a leer y escribir exactamente esta lista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requisito tecnico del PI pide colecciones de Java, y ArrayList es la coleccion base sobre la que despues montaremos la cola de la sala de espera, el HashMap de expedientes y la tabla de Swing.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Encapsular la lista dentro de RegistroMascotas es lo que permitira cambiar la interfaz de consola por una ventana grafica sin reescribir la logica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transcribio seis fichas de papel: M-001 Firulais canino 4 anios de Ana Gomez, M-002 Michi felino 2 anios de Luis Perez, M-003 Rocky canino 9 anios de Ana Gomez, M-004 Nieve felino 1 ano de Sara Diaz, M-005 Toby canino 11 anios de Sara Diaz y una ficha repetida de M-001.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codigo de partida es un Mascota[3] que ya no admite mas fichas y lanza ArrayIndexOutOfBoundsException al guardar la cuarta.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archivos ni base de datos todavia: todo vive en memoria durante la ejecucion, y al cerrar el programa los datos se pierden (eso se resuelve en las clases de persistencia).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NetBeans el proyecto Java Application llamado VetCare con paquete vetcare, y dentro de el la clase Mascota con los atributos privados id, nombre, especie, edad y dueno, su constructor completo, sus getters y el metodo toString(); verifique imprimiendo una mascota de prueba y confirmando que en consola sale el texto legible y no vetcare.Mascota@1a2b3c.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RegistroMascotas con el atributo private final List&lt;Mascota&gt; mascotas = new ArrayList&lt;&gt;(); y el metodo agregar(Mascota m) que rechace un ID ya existente; verifique agregando dos veces la mascota M-001 y comprobando que la consola muestra el aviso de ID repetido y que cantidad() sigue devolviendo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listar(), que recorra con for indexado e imprima cada ficha numerada, y buscarPorId(String id), que recorra con for-each y devuelva la Mascota o null; verifique que buscarPorId("M-003") imprime la ficha de Rocky y que buscarPorId("M-099") imprime que no existe, sin lanzar NullPointerException.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eliminarPorId(String id) usando remove(objeto) y el metodo pasarAGeriatria(int edadMinima) usando Iterator con it.remove(); verifique que despues de eliminar M-002 y de pasar a geriatria a las mascotas de 9 anios o mas, size() bajo exactamente en la cantidad de fichas retiradas y el programa no lanza ConcurrentModificationException.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Arme un menu de consola con Scanner y opciones 1-Agregar, 2-Listar, 3-Buscar por ID, 4-Eliminar, 5-Salir dentro de un ciclo while; ejecute el programa cargando las seis fichas del escenario, tome captura de la consola con el listado final y suba el proyecto comprimido mas la captura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lista imprime algo como vetcare.Mascota@6d06d69c, que metodo heredado de Object le esta faltando a la clase Mascota?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recorrido llega a la ultima ficha y truena con IndexOutOfBoundsException, revise la condicion del for: el ultimo indice valido es igual a size() o es size() menos uno?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una mascota justo dentro de un for-each y aparece ConcurrentModificationException, quien deberia estar autorizado para sacar el elemento: la lista o el objeto que la esta recorriendo?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acepta mas de tres mascotas sin declarar ningun tamano fijo y size() refleja el numero real de fichas activas.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intentar agregar un ID ya existente el programa lo rechaza con mensaje claro y no aumenta el tamano de la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buscarPorId devuelve la mascota correcta cuando existe y maneja el caso de no encontrada sin lanzar NullPointerException.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eliminacion masiva por edad se hace con Iterator o removeIf y el programa termina sin ConcurrentModificationException.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deja de vivir en un arreglo de tamano fijo y pasa a un ArrayList&lt;Mascota&gt; que crece con la clinica.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deja de vivir en un arreglo de tamano fijo y pasa a un ArrayList&lt;Mascota&gt; que crece con la clinica.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las clases Mascota y RegistroMascotas y un menu de consola que agrega, lista, busca por ID y elimina mascotas,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