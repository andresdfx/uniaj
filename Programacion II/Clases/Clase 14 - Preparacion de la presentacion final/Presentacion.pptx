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Preparacion de la presentacion final · Sustentacion de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mostrar, en que orden y como lograr que la demo no falle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queda con guion de sustentacion, juego de datos de demostracion sembrado y ensayo cronometrado dentro de la ventana de 5 a 8 minutos.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Guion de sustentacion con bloques, responsable y minutos, mas la planilla de tiempos de dos ensayos y el video de respaldo de la ruta feliz,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Sustentar un proyecto de software no es exponer diapositivas: es demostrar, delante de un jurado que duda con…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sustentacion es una coreografia de equipo y hay que repartirla como se reparte una obra de teatro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demo en vivo no falla por mala suerte, falla por falta de preparacion, y se blinda con un chequeo previo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preguntas del jurado son casi siempre las mismas y se pueden preparar una por una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manejo del tiempo y del nervio se entrena, no se improvisa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dejar la sustentacion para el ultimo dia, decir 'preparen 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Chequeo pre-vuelo: la demo que no falla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private static boolean chequeoPreVuelo() {          // se ejecuta 10 minutos antes de sustentar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String[] requeridos = {"datos_demo/duenos.csv", "datos_demo/mascotas.csv", "datos_demo/citas.csv"};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boolean listo = true;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for (String ruta : requeridos)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int filas = contarFilas(ruta);              // 0 filas = pantalla vacia frente al jurado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System.out.println((filas &gt; 0 ? "[OK]    " : "[FALLA] ") + ruta + " -&gt; " + filas + " filas");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(filas == 0)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listo = false;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return listo;   // si devuelve false, todavia no se sustenta ni se ensaya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demo se prepara con codigo, no con fe: si el pre-vuelo no da verde, la sustentacion no arranca.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sustenta VetCare en 6 minutos delante del grupo, provoca a proposito un error de edad para mostrar la validacion, y luego repite la misma demo con la lista vacia para que se vea el desastre de no sembrar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nota del Proyecto Integrador no se define solo por el codigo sino por lo que el jurado alcance a ver en 5 a 8 minutos, y una demo que falla borra tres meses de trabajo bien hecho.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cumple los requisitos tecnicos (POO, colecciones, interfaz grafica, manejo de errores y persistencia); hoy lo que se construye es la evidencia de que todo eso funciona junto y en vivo.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guion, los datos sembrados y el video de respaldo son artefactos reales del oficio: en la industria a esto se le llama preparar el demo day, y se hace exactamente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equipo llega con su VetCare compilando y corriendo, con las funciones de registrar dueno y mascota, agendar cita, buscar por ID y guardar en archivo ya terminadas.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carpeta datos del proyecto puede estar vacia o con basura de las pruebas de la clase pasada; el chequeo pre-vuelo debe detectarlo antes del primer ensayo.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salon tiene videobeam y un solo cable: cada equipo dispone de 8 minutos de reloj y una unica oportunidad de conectar, igual que el dia de la sustentacion.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1. Escriban el guion de la sustentacion en una tabla de cinco bloques con tres columnas: bloque, responsable y minutos planeados; el total debe sumar entre 5 y 7 minutos, dejando margen, y la demo en vivo debe ocupar por lo menos la mitad.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2. Ejecuten el sembrador de datos de demostracion para dejar datos_demo con duenos.csv, mascotas.csv y citas.csv, y corran el chequeo pre-vuelo hasta que las tres lineas salgan en [OK] con filas mayores que cero.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3. Hagan el ensayo numero uno con el cronometro del programa: cada integrante habla su bloque completo de pie, y al final anoten tiempo real contra tiempo planeado de cada bloque en la planilla.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4. Graben el plan B: un video de dos a tres minutos con la ruta feliz completa (registrar dueno, registrar mascota, agendar cita, buscar por ID, cerrar y volver a abrir mostrando que los datos siguen ahi) y exporten seis capturas de pantalla de esos mismos momentos.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5. Intercambien con otro equipo una ronda de cinco preguntas de jurado, ajusten el guion con lo que fallo, hagan el ensayo numero dos y suban a ExamLab el guion, la planilla de tiempos de los dos ensayos y el video de respaldo.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computador no enciende cinco minutos antes de sustentar, ¿que muestra el equipo y quien lo tiene a la mano?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¿Cual es la primera pantalla que ve el jurado y que informacion tiene: hay datos, o una tabla vacia que parece un programa que no sirve?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jurado pregunta 'donde esta la herencia en su proyecto', ¿en cuantos segundos pueden tener ese archivo en pantalla y quien responde?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Guion de sustentacion con bloques, responsable y minutos, mas la planilla de tiempos de dos ensayos y el video de respaldo de la ruta feliz,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guion escrito reparte los cinco bloques entre todos los integrantes, con responsable y minutos, y ningun integrante queda sin intervencion.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chequeo pre-vuelo devuelve [OK] en los tres archivos de datos_demo y la aplicacion arranca mostrando informacion, nunca una lista vacia.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dos ensayos quedan cronometrados y el segundo cae entre 5 y 8 minutos, con la demo en vivo ocupando al menos la mitad del tiempo.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 plan B verificado: video de la ruta feliz reproducible sin internet y seis capturas exportadas en la carpeta del proyecto.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guion de sustentacion, juego de datos de demostracion sembrado y ensayo cronometrado dentro de la ventana de 5 a 8 minutos.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guion de sustentacion, juego de datos de demostracion sembrado y ensayo cronometrado dentro de la ventana de 5 a 8 minutos.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Guion de sustentacion con bloques, responsable y minutos, mas la planilla de tiempos de dos ensayos y el video de respaldo de la ruta feliz,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