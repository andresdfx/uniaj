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Preparacion de la presentacion final · Sustentacion de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mostrar, en que orden y como lograr que la demo no falle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VetCare queda con guion de sustentacion, juego de datos de demostracion sembrado y ensayo cronometrado dentro de la ventana de 5 a 8 minutos.</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Guion de sustentacion con bloques, minutos y evidencia que se muestra (mas el responsable nominal solo si el docente autorizo equipo), mas la planilla de tiempos de dos ensayos y el video de respaldo de la ruta feliz,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un proyecto de software no es exponer diapositivas: es demostrar, delante de un jurado que duda con…</a:t>
            </a:r>
          </a:p>
          <a:p>
            <a:pPr>
              <a:spcAft>
                <a:spcPts val="800"/>
              </a:spcAft>
            </a:pPr>
            <a:r>
              <a:rPr sz="2000" b="0" i="0">
                <a:solidFill>
                  <a:srgbClr val="333333"/>
                </a:solidFill>
                <a:latin typeface="Calibri"/>
              </a:rPr>
              <a:t>–   La sustentacion es una coreografia y hay que repartirla como se reparte una obra de teatro, aunque suba una sola…</a:t>
            </a:r>
          </a:p>
          <a:p>
            <a:pPr>
              <a:spcAft>
                <a:spcPts val="800"/>
              </a:spcAft>
            </a:pPr>
            <a:r>
              <a:rPr sz="2000" b="0" i="0">
                <a:solidFill>
                  <a:srgbClr val="333333"/>
                </a:solidFill>
                <a:latin typeface="Calibri"/>
              </a:rPr>
              <a:t>–   La demo en vivo no falla por mala suerte, falla por falta de preparacion, y se blinda con un chequeo previo que…</a:t>
            </a:r>
          </a:p>
          <a:p>
            <a:pPr>
              <a:spcAft>
                <a:spcPts val="800"/>
              </a:spcAft>
            </a:pPr>
            <a:r>
              <a:rPr sz="2000" b="0" i="0">
                <a:solidFill>
                  <a:srgbClr val="333333"/>
                </a:solidFill>
                <a:latin typeface="Calibri"/>
              </a:rPr>
              <a:t>–   Las preguntas del jurado son casi siempre las mismas y se pueden preparar una por una</a:t>
            </a:r>
          </a:p>
          <a:p>
            <a:pPr>
              <a:spcAft>
                <a:spcPts val="800"/>
              </a:spcAft>
            </a:pPr>
            <a:r>
              <a:rPr sz="2000" b="0" i="0">
                <a:solidFill>
                  <a:srgbClr val="333333"/>
                </a:solidFill>
                <a:latin typeface="Calibri"/>
              </a:rPr>
              <a:t>–   El manejo del tiempo y del nervio se entrena, no se improvisa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Chequeo pre-vuelo: la demo que no falla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private static boolean chequeoPreVuelo() {          // se ejecuta 10 minutos antes de sustentar</a:t>
            </a:r>
          </a:p>
          <a:p>
            <a:pPr>
              <a:spcAft>
                <a:spcPts val="400"/>
              </a:spcAft>
            </a:pPr>
            <a:r>
              <a:rPr sz="1400" b="0" i="0">
                <a:solidFill>
                  <a:srgbClr val="FFFFFF"/>
                </a:solidFill>
                <a:latin typeface="Calibri"/>
              </a:rPr>
              <a:t>    String[] requeridos = {"datos_demo/duenos.csv", "datos_demo/mascotas.csv", "datos_demo/citas.csv"};</a:t>
            </a:r>
          </a:p>
          <a:p>
            <a:pPr>
              <a:spcAft>
                <a:spcPts val="400"/>
              </a:spcAft>
            </a:pPr>
            <a:r>
              <a:rPr sz="1400" b="0" i="0">
                <a:solidFill>
                  <a:srgbClr val="FFFFFF"/>
                </a:solidFill>
                <a:latin typeface="Calibri"/>
              </a:rPr>
              <a:t>    boolean listo = true;</a:t>
            </a:r>
          </a:p>
          <a:p>
            <a:pPr>
              <a:spcAft>
                <a:spcPts val="400"/>
              </a:spcAft>
            </a:pPr>
            <a:r>
              <a:rPr sz="1400" b="0" i="0">
                <a:solidFill>
                  <a:srgbClr val="FFFFFF"/>
                </a:solidFill>
                <a:latin typeface="Calibri"/>
              </a:rPr>
              <a:t>    for (String ruta: requeridos) {</a:t>
            </a:r>
          </a:p>
          <a:p>
            <a:pPr>
              <a:spcAft>
                <a:spcPts val="400"/>
              </a:spcAft>
            </a:pPr>
            <a:r>
              <a:rPr sz="1400" b="0" i="0">
                <a:solidFill>
                  <a:srgbClr val="FFFFFF"/>
                </a:solidFill>
                <a:latin typeface="Calibri"/>
              </a:rPr>
              <a:t>        int filas = contarFilas(ruta);              // 0 filas = pantalla vacia frente al jurado</a:t>
            </a:r>
          </a:p>
          <a:p>
            <a:pPr>
              <a:spcAft>
                <a:spcPts val="400"/>
              </a:spcAft>
            </a:pPr>
            <a:r>
              <a:rPr sz="1400" b="0" i="0">
                <a:solidFill>
                  <a:srgbClr val="FFFFFF"/>
                </a:solidFill>
                <a:latin typeface="Calibri"/>
              </a:rPr>
              <a:t>        System.out.println((filas &gt; 0 ? "[OK]    ": "[FALLA] ") + ruta + " -&gt; " + filas + " filas");</a:t>
            </a:r>
          </a:p>
          <a:p>
            <a:pPr>
              <a:spcAft>
                <a:spcPts val="400"/>
              </a:spcAft>
            </a:pPr>
            <a:r>
              <a:rPr sz="1400" b="0" i="0">
                <a:solidFill>
                  <a:srgbClr val="FFFFFF"/>
                </a:solidFill>
                <a:latin typeface="Calibri"/>
              </a:rPr>
              <a:t>        if (filas == 0) {</a:t>
            </a:r>
          </a:p>
          <a:p>
            <a:pPr>
              <a:spcAft>
                <a:spcPts val="400"/>
              </a:spcAft>
            </a:pPr>
            <a:r>
              <a:rPr sz="1400" b="0" i="0">
                <a:solidFill>
                  <a:srgbClr val="FFFFFF"/>
                </a:solidFill>
                <a:latin typeface="Calibri"/>
              </a:rPr>
              <a:t>            listo =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listo;   // si devuelve false, todavia no se sustenta ni se ensaya</a:t>
            </a:r>
          </a:p>
          <a:p>
            <a:pPr>
              <a:spcAft>
                <a:spcPts val="400"/>
              </a:spcAft>
            </a:pPr>
            <a:r>
              <a:rPr sz="14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demo se prepara con codigo, no con fe: si el pre-vuelo no da verde, la sustentacion no arranca.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sustenta VetCare en 6 minutos delante del grupo, provoca a proposito un error de edad para mostrar la validacion, y luego repite la misma demo con la lista vacia para que se vea el desastre de no sembrar datos.</a:t>
            </a:r>
          </a:p>
          <a:p>
            <a:pPr>
              <a:spcAft>
                <a:spcPts val="800"/>
              </a:spcAft>
            </a:pPr>
            <a:r>
              <a:rPr sz="2000" b="0" i="0">
                <a:solidFill>
                  <a:srgbClr val="333333"/>
                </a:solidFill>
                <a:latin typeface="Calibri"/>
              </a:rPr>
              <a:t>–   Mismo dominio VetCare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la nota del Proyecto Integrador no se define solo por el codigo sino por lo que el jurado alcance a ver en 5 a 8 minutos, y una demo que falla borra tres meses de trabajo bien hecho.</a:t>
            </a:r>
          </a:p>
          <a:p>
            <a:pPr>
              <a:spcAft>
                <a:spcPts val="800"/>
              </a:spcAft>
            </a:pPr>
            <a:r>
              <a:rPr sz="2000" b="0" i="0">
                <a:solidFill>
                  <a:srgbClr val="333333"/>
                </a:solidFill>
                <a:latin typeface="Calibri"/>
              </a:rPr>
              <a:t>–   VetCare ya cumple los requisitos tecnicos (POO, colecciones, interfaz grafica, manejo de errores y persistencia); hoy lo que se construye es la evidencia de que todo eso funciona junto y en vivo.</a:t>
            </a:r>
          </a:p>
          <a:p>
            <a:pPr>
              <a:spcAft>
                <a:spcPts val="800"/>
              </a:spcAft>
            </a:pPr>
            <a:r>
              <a:rPr sz="2000" b="0" i="0">
                <a:solidFill>
                  <a:srgbClr val="333333"/>
                </a:solidFill>
                <a:latin typeface="Calibri"/>
              </a:rPr>
              <a:t>–   El guion, los datos sembrados y el video de respaldo son artefactos reales del oficio: en la industria a esto se le llama preparar el demo day, y se hace exactamente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Cada estudiante llega con su VetCare compilando y corriendo, con las funciones de registrar dueno y mascota, agendar cita, buscar por ID y guardar en archivo ya terminadas.</a:t>
            </a:r>
          </a:p>
          <a:p>
            <a:pPr>
              <a:spcAft>
                <a:spcPts val="800"/>
              </a:spcAft>
            </a:pPr>
            <a:r>
              <a:rPr sz="2000" b="0" i="0">
                <a:solidFill>
                  <a:srgbClr val="333333"/>
                </a:solidFill>
                <a:latin typeface="Calibri"/>
              </a:rPr>
              <a:t>–   La carpeta datos del proyecto puede estar vacia o con basura de las pruebas de la clase pasada; el chequeo pre-vuelo debe detectarlo antes del primer ensayo.</a:t>
            </a:r>
          </a:p>
          <a:p>
            <a:pPr>
              <a:spcAft>
                <a:spcPts val="800"/>
              </a:spcAft>
            </a:pPr>
            <a:r>
              <a:rPr sz="2000" b="0" i="0">
                <a:solidFill>
                  <a:srgbClr val="333333"/>
                </a:solidFill>
                <a:latin typeface="Calibri"/>
              </a:rPr>
              <a:t>–   El salon tiene videobeam y un solo cable: cada proyecto dispone de 8 minutos de reloj y una unica oportunidad de conectar, igual que el dia de la sustentacion.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400" b="1" i="0">
                <a:solidFill>
                  <a:srgbClr val="095292"/>
                </a:solidFill>
                <a:latin typeface="Calibri"/>
              </a:rPr>
              <a:t>Paso 1. Escriban el guion de la sustentacion en una tabla de cinco bloques con tres columnas: bloque, minutos planeados y evidencia exacta que se muestra en pantalla (si el docente autorizo equipo, agreguen una cuarta columna con el responsable); el total debe sumar entre 5 y 7 minutos, dejando margen, y la demo en vivo debe ocupar por lo menos la mitad.</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Paso 2. Ejecuten el sembrador de datos de demostracion para dejar datos_demo con duenos.csv, mascotas.csv y citas.csv, y corran el chequeo pre-vuelo hasta que las tres lineas salgan en [OK] con filas mayores que cero.</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400" b="1" i="0">
                <a:solidFill>
                  <a:srgbClr val="095292"/>
                </a:solidFill>
                <a:latin typeface="Calibri"/>
              </a:rPr>
              <a:t>Paso 3. Hagan el ensayo numero uno con el cronometro del programa: hablen cada bloque completo de pie y sin saltarse ninguno (si trabajan en equipo, cada integrante el suyo), y al final anoten tiempo real contra tiempo planeado de cada bloque en la planilla.</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400" b="1" i="0">
                <a:solidFill>
                  <a:srgbClr val="095292"/>
                </a:solidFill>
                <a:latin typeface="Calibri"/>
              </a:rPr>
              <a:t>Paso 4. Graben el plan B: un video de dos a tres minutos con la ruta feliz completa (registrar dueno, registrar mascota, agendar cita, buscar por ID, cerrar y volver a abrir mostrando que los datos siguen ahi) y exporten seis capturas de pantalla de esos mismos momentos.</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Paso 5. Intercambien con otro compañero (o con otro equipo, si el docente lo autorizo) una ronda de cinco preguntas de jurado, ajusten el guion con lo que fallo, hagan el ensayo numero dos y suban a la plataforma del curso el guion, la planilla de tiempos de los dos ensayos y el video de respaldo.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computador no enciende cinco minutos antes de sustentar, ¿que muestra en su lugar y donde lo tiene a la mano?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¿Cual es la primera pantalla que ve el jurado y que informacion tiene: hay datos, o una tabla vacia que parece un programa que no sirve?</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jurado pregunta 'donde esta la herencia en su proyecto', ¿en cuantos segundos puede tener ese archivo en pantalla?</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Guion de sustentacion con bloques, minutos y evidencia que se muestra (mas el responsable nominal solo si el docente autorizo equipo), mas la planilla de tiempos de dos ensayos y el video de respaldo de la ruta feliz,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guion escrito cubre los cinco bloques con minutos y evidencia, sin bloques huerfanos; si el docente autorizo equipo, todos los integrantes tienen bloque y ninguno queda sin intervencion.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chequeo pre-vuelo devuelve [OK] en los tres archivos de datos_demo y la aplicacion arranca mostrando informacion, nunca una lista vacia.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Los dos ensayos quedan cronometrados y el segundo cae entre 5 y 8 minutos, con la demo en vivo ocupando al menos la mitad del tiempo.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Existe plan B verificado: video de la ruta feliz reproducible sin internet y seis capturas exportadas en la carpeta del proyecto.</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VetCare queda con guion de sustentacion, juego de datos de demostracion sembrado y ensayo cronometrado dentro de la ventana de 5 a 8 minutos.</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VetCare queda con guion de sustentacion, juego de datos de demostracion sembrado y ensayo cronometrado dentro de la ventana de 5 a 8 minutos.</a:t>
            </a:r>
          </a:p>
          <a:p>
            <a:pPr algn="ctr">
              <a:spcAft>
                <a:spcPts val="600"/>
              </a:spcAft>
            </a:pPr>
            <a:r>
              <a:rPr sz="1600" b="0" i="0">
                <a:solidFill>
                  <a:srgbClr val="333333"/>
                </a:solidFill>
                <a:latin typeface="Calibri"/>
              </a:rPr>
              <a:t>Entregable: Guion de sustentacion con bloques, minutos y evidencia que se muestra (mas el responsable nominal solo si el docente autorizo equipo), mas la planilla de tiempos de dos ensayos y el video de respaldo de la ruta feliz,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