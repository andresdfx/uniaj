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1600" b="0" i="0">
                <a:solidFill>
                  <a:srgbClr val="333333"/>
                </a:solidFill>
                <a:latin typeface="Calibri"/>
              </a:rPr>
              <a:t>–   Herramienta: </a:t>
            </a:r>
            <a:r>
              <a:rPr sz="1600" b="1" i="0">
                <a:solidFill>
                  <a:srgbClr val="333333"/>
                </a:solidFill>
                <a:latin typeface="Calibri"/>
              </a:rPr>
              <a:t>Apache NetBeans</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proyecto de software no es exponer diapositivas: es demostrar, delante de un jurado que duda con…</a:t>
            </a:r>
          </a:p>
          <a:p>
            <a:pPr>
              <a:spcAft>
                <a:spcPts val="800"/>
              </a:spcAft>
            </a:pPr>
            <a:r>
              <a:rPr sz="1500" b="0" i="0">
                <a:solidFill>
                  <a:srgbClr val="333333"/>
                </a:solidFill>
                <a:latin typeface="Calibri"/>
              </a:rPr>
              <a:t>–   La sustentacion es una coreografia y hay que repartirla como se reparte una obra de teatro, aunque suba una sola…</a:t>
            </a:r>
          </a:p>
          <a:p>
            <a:pPr>
              <a:spcAft>
                <a:spcPts val="800"/>
              </a:spcAft>
            </a:pPr>
            <a:r>
              <a:rPr sz="1500" b="0" i="0">
                <a:solidFill>
                  <a:srgbClr val="333333"/>
                </a:solidFill>
                <a:latin typeface="Calibri"/>
              </a:rPr>
              <a:t>–   La demo en vivo no falla por mala suerte, falla por falta de preparacion, y se blinda con un chequeo previo que…</a:t>
            </a:r>
          </a:p>
          <a:p>
            <a:pPr>
              <a:spcAft>
                <a:spcPts val="800"/>
              </a:spcAft>
            </a:pPr>
            <a:r>
              <a:rPr sz="1500" b="0" i="0">
                <a:solidFill>
                  <a:srgbClr val="333333"/>
                </a:solidFill>
                <a:latin typeface="Calibri"/>
              </a:rPr>
              <a:t>–   Las preguntas del jurado son casi siempre las mismas y se pueden preparar una por una</a:t>
            </a:r>
          </a:p>
          <a:p>
            <a:pPr>
              <a:spcAft>
                <a:spcPts val="800"/>
              </a:spcAft>
            </a:pPr>
            <a:r>
              <a:rPr sz="1500" b="0" i="0">
                <a:solidFill>
                  <a:srgbClr val="333333"/>
                </a:solidFill>
                <a:latin typeface="Calibri"/>
              </a:rPr>
              <a:t>–   El manejo del tiempo y del nervio se entrena, no se improvisa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Apache NetBeans</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16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16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16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16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16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Intercambien con otro compañero (o con otro equipo, si el docente lo autorizo) una ronda de cinco preguntas de jurado, ajusten el guion con lo que fallo, hagan el ensayo numero dos y suban a ExamLab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chequeo pre-vuelo devuelve [OK] en los tres archivos de datos_demo y la aplicacion arranca mostrando informacion, nunca una lista vacia.</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Los dos ensayos quedan cronometrados y el segundo cae entre 5 y 8 minutos, con la demo en vivo ocupando al menos la mitad del tiempo.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plan B verificado: video de la ruta feliz reproducible sin internet y seis capturas exportadas en la carpeta del proyecto.</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