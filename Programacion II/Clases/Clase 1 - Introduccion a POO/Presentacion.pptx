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Apache NetBeans con JDK instalado.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+ Apache NetBeans) y cree un proyecto Java Application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compila y ejecuta sin errores en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