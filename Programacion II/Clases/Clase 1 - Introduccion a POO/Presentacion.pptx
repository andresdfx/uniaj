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la POO un programa era una lista de procedimientos que operaban sobre datos sueltos.</a:t>
            </a:r>
          </a:p>
          <a:p/>
          <a:p>
            <a:r>
              <a:t>Cuando el programa crecia, nadie sabia que funcion tocaba que dato, y un cambio pequeno rompia cosas en lugares inesperados.</a:t>
            </a:r>
          </a:p>
          <a:p/>
          <a:p>
            <a:r>
              <a:t>El programa deja de ser una receta y pasa a ser un conjunto de piezas que se hablan entre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cuatro pilares se entienden por el problema que resuelve cada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instruccion reserva memoria y llama al constructor.</a:t>
            </a:r>
          </a:p>
          <a:p/>
          <a:p>
            <a:r>
              <a:t>Por eso desde la primera clase se escribe el constructor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Vale la pena hacer visible el limite de ese enfoque con el mismo dominio del proyecto antes de nombrar la palabra objeto.</a:t>
            </a:r>
          </a:p>
          <a:p/>
          <a:p>
            <a:r>
              <a:t>Eso funciona en un ejercicio de veinte lineas y se cae en cuanto el programa crece, por tres razones concretas.</a:t>
            </a:r>
          </a:p>
          <a:p/>
          <a:p>
            <a:r>
              <a:t>Ordenar la lista por nombre obliga a mover los tres arreglos en perfecta sincronia, y basta olvidar uno para que Luna quede con la edad de otro animal.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Java una variable local vive en la pila, una zona pequena y ordenada asociada al metodo que se esta ejecutando, mientras que el objeto creado con new vive en el monton, una zona grande donde el programa reserva espacio a medida que lo necesita.</a:t>
            </a:r>
          </a:p>
          <a:p/>
          <a:p>
            <a:r>
              <a:t>No hay dos mascotas, hay una con dos nombres.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respuesta es exacta y hay que darla asi: el operador == compara referencias, es decir pregunta si las dos variables apuntan al mismo objeto, no si los objetos se parecen.</a:t>
            </a:r>
          </a:p>
          <a:p/>
          <a:p>
            <a:r>
              <a:t>Sobrescribirlo significa escribirlo en Mascota para que dos mascotas sean iguales cuando su identificador sea igual.</a:t>
            </a:r>
          </a:p>
          <a:p/>
          <a:p>
            <a:r>
              <a:t>Por eso la regla practica del curso es sin excepciones: con objetos nunca se usa ==, se usa equals; == se reserva para primitivos y para preguntar si algo es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Recien ahora tiene sentido la analogia clasica.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encapsulamiento se ensena mal cuando se presenta como la orden de poner private y generar getters.</a:t>
            </a:r>
          </a:p>
          <a:p/>
          <a:p>
            <a:r>
              <a:t>Se ensena bien cuando se muestra el problema que resuelve, y en el sistema de la clinica el problema tiene nombre.</a:t>
            </a:r>
          </a:p>
          <a:p/>
          <a:p>
            <a:r>
              <a:t>La respuesta concreta es que funciona hoy, con un archivo y con usted como unico autor; en la Clase 12, integrando modulos de tres companeros, quien escriba la pantalla de facturacion pondra activa en false por comodidad y usted perdera una tarde buscando por que las citas desaparecieron.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Eso elimina una familia entera de errores aguas abajo, porque nadie tendra que preguntarse mas adelante si el nombre podria estar vacio.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encuestas y los reportes de errores en produccion la ubican de forma consistente como la excepcion mas frecuente en aplicaciones Java, y conviene presentarlo asi, como observacion de la industria y no como ley.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entorno cierra la clase y tiene dos reglas duras que producen el noventa por ciento de los tropiezos del primer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Introduccion a la Programacion Orientada a Objetos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Clase vs objeto y los cuatro pilares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Introduccion a la Programacion Orientada a Objetos — Clase vs objeto y los cuatro pilares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Visual Studio Code (Java)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Primero el concepto, despues el codigo que lo muestra y la demo en vivo.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Todo con el mismo dominio: una clinica veterinaria.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y repaso de la clase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Teoria Core del tema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40-60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en vivo sobre el tema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60-105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Practica (opcional, guia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Repaso de conceptos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Antes de la POO un programa era una lista de procedimientos que...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POO propone lo contrario: juntar en una sola unidad, el objeto, los datos y las operaciones que los manipulan.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el sistema de la clinica, en vez de tener por un lado un arreglo de nombres y por otro un arreglo de edades que hay que mantener sincronizados a mano, se tiene una clase Mascota que guarda juntos su nombre, su especie y su edad.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distincion que mas cuesta el primer dia es clase contra objeto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distincion que mas cuesta el primer dia es clase contra objeto.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clase es el molde; el objeto es la pieza fabricada con ese molde.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Mascota es la clase: define que toda mascota tiene nombre, especie y edad.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variable luna es un objeto: una mascota concreta, con nombre Luna, especie Canino, edad 3.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una misma clase se crean tantos objetos como haga falta, cada uno con sus propios valores.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analogia que funciona en clase es el plano de una casa (la clase) frente a las casas construidas con ese plano (los objetos): cada casa puede estar pintada de distinto color, pero todas tienen la misma estructura.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cuatro pilares se entienden por el problema que resuelve cada 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Abstraccion es quedarse solo con lo que importa del problema: para la clinica, de una mascota importa su especie y su historial, no su color favorito; modelar es decidir que se ignora.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Encapsulamiento es que los datos de un objeto no se tocan directamente desde afuera sino a traves de metodos: el atributo va private y se expone con getters y setters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modo que el objeto pueda validar (por ejemplo, rechazar una edad negativa) en vez de quedar a merced de quien lo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Herencia es que una clase puede extender a otra y reutilizar lo que ya...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Herencia es que una clase puede extender a otra y reutilizar lo que ya define: Perro extends Mascota hereda nombre y edad, y agrega lo suyo.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Advertencia importante: la herencia se sobreusa, y solo aplica cuando de verdad hay una relacion 'es un' (un perro ES una mascota); si la relacion es 'tiene un', no es herencia sino composicion.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Polimorfismo es que el mismo mensaje produce comportamientos distintos segun el objeto que lo recibe: si Perro y Gato heredan de Mascota y ambos redefinen hacerSonido()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Recorrer una lista de mascotas y llamar ese metodo produce Guau o Miau segun el objeto real, sin que el codigo que recorre la lista necesite saber de que tipo es cada una.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constructor es el metodo que se ejecuta al crear el objeto y deja...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constructor es el metodo que se ejecuta al crear el objeto y deja sus atributos en un estado valido.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no se escribe ninguno, Java agrega uno vacio por defecto, y ahi es donde aparecen objetos a medio inicializar que despues fallan con NullPointerException en el peor momento.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constructor es el metodo que se ejecuta al... — sintaxis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new Mascota("Luna", "Canino",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 Programacion I el estudiante trabajo con programacion estructurada:...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Programacion I el estudiante trabajo con programacion estructurada: los datos por un lado y las funciones por otro.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Para registrar mascotas en la clinica se declaraban arreglos paralelos: String[] nombres, String[] especies, int[] edades, y la mascota numero cinco era la casilla cinco de los tres arreglos al mismo tiempo.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Agregar un dato nuevo, por ejemplo si la mascota esta activa, obliga a abrir todas las funciones que reciben esos arreglos y agregarles un parametro.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nada en el lenguaje impide que nombres tenga diez elementos y edades solo nueve: la consistencia depende de que todos los programadores se acuerden de mantenerla.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 Programacion I el estudiante trabajo con programacion estructurada:...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programacion orientada a objetos propone una unidad distinta: un tipo llamado Mascota que reune en un mismo lugar el estado, que son los datos de la mascota, y el comportamiento, que son las operaciones que se le pueden hacer.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ganancia no es estetica: agregar un dato pasa a ser una linea en un solo archivo, y la responsabilidad de mantener la consistencia queda dentro del tipo y no repartida en la cabeza del equipo.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Ahora el punto que decide el semestre, y por eso va temprano: que es un...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Ahora el punto que decide el semestre, y por eso va temprano: que es un objeto en la memoria.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consecuencia es que la variable no guarda el objeto: guarda una referencia, que es un valor que indica donde esta el objeto.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imagen que funciona en clase es que la variable es el control remoto y el objeto es el televisor: se pueden tener dos controles del mismo televisor, y apretar el boton en cualquiera de los dos cambia el mismo aparato.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Escrito en el tablero: Mascota a =; despues Mascota b = a; despues b.setEdad(4); y finalmente imprime 4, aunque nadie toco la variable 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contraste hay que hacerlo en el mismo tablero con tipos primitivos: int x = 3; int y = x; y = 5; y x sigue valiendo 3, porque ahi si se copio el valor.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Ahora el punto que decide el semestre, y por eso va temprano: que es un...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Java tiene exactamente ocho tipos primitivos (byte, short, int, long, float, double, char y boolean) y esa es regla dura del lenguaje: todo lo demas, incluido String, se maneja por referencia.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aqui se deriva un tercer hecho que conviene decir hoy aunque se practique despues: cuando se pasa un objeto a un metodo, el metodo puede modificar el objeto y quien llamo vera el cambio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Pero si el metodo reasigna su parametro con un new, la variable de afuera no se enteran de nada.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Ahora el punto que decide el semestre, y por... — sintaxis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new Mascota("Luna", "Canino", 3)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System.out.println(a.getEdad())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 lo anterior sale la pregunta que aparece sin falta en las primeras...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lo anterior sale la pregunta que aparece sin falta en las primeras semanas: por que mascota1 == mascota2 dice que son distintas si tienen los mismos datos.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Dos objetos Mascota creados con new a partir de la misma linea de un archivo CSV son dos televisores identicos en fabrica y en habitaciones distintas: == devuelve false y esta bien, porque no son el mismo.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Para comparar contenido existe el metodo equals, con una trampa que hay que enunciar: el equals que toda clase hereda de Object hace exactamente lo mismo que ==, asi que mientras usted no lo sobrescriba, equals tampoco compara contenido.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 lo anterior sale la pregunta que aparece sin falta en las primeras...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viene una regla del lenguaje que no es opcional: si sobrescribe equals debe sobrescribir tambien hashCode, porque las estructuras que se veran en la Clase 4, HashMap y HashSet, ubican los objetos usando hashCode antes de compararlos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dos objetos iguales que devuelven codigos distintos terminan guardados como si fueran diferentes.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ultimo detalle que produce mucha confusion: con cadenas de texto escritas literalmente en el codigo, == a veces devuelve true porque Java reutiliza los literales identicos en una zona comun, pero new String("Luna") == "Luna" devuelve false.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Recien ahora tiene sentido la analogia clasica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clase es el molde y el objeto es la pieza fabricada con ese molde; el acto de fabricar se llama instanciar y se hace con new, y por eso objeto e instancia son sinonimos.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Mascota es la clase: declara que toda mascota tiene nombre, especie y edad.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mascota con nombre Luna, especie Canino y edad 3 es una instancia.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analogia es util pero tiene tres limites que hay que decir en voz alta, porque el estudiante que se queda solo con la analogia la estira mal.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Primero, un molde fisico no sabe cuantas piezas produjo, y una clase tampoco lleva por si sola la lista de sus objetos: si el sistema de la clinica necesita saber cuantas mascotas se han creado, alguien tiene que programar ese conteo.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Segundo, la clase no define solo la forma, define tambien el comportamiento: un plano de casa no cocina, mientras que Mascota si sabe calcular si esta al dia con sus vacunas.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Recien ahora tiene sentido la analogia clasica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Tercero, existen miembros que pertenecen a la clase y no a cada objeto, y se marcan con la palabra static: un static int totalMascotas existe una sola vez aunque haya mil mascotas, y se lee como Mascota.totalMascotas y no como luna.totalMascotas.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el sistema de la clinica el uso legitimo de hoy es generar el siguiente identificador con un contador compartido.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conviene una advertencia que ahorra dolores: static es la puerta de regreso a la programacion estructurada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Porque una clase llena de metodos static es un archivo de funciones con otro nombre; en la Clase 7 static reaparece con criterio al estudiar Singleton.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encapsulamiento se ensena mal cuando se presenta como la orden de...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clinica tiene una regla del proyecto: una mascota inactiva no puede agendar cita, y toda inactivacion debe quedar con motivo y fecha.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Suponga que el atributo se declaro como public boolean activa.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Entonces cualquier linea de cualquier archivo del sistema puede escribir luna.activa = false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la afirmacion toda mascota inactiva tiene motivo y fecha de inactivacion, que es lo que llamamos una invariante porque debe ser verdadera durante toda la vida del objeto, se rompe sin dejar rastro.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Peor todavia: para encontrar quien la rompio hay que revisar el proyecto completo, porque el compilador permite esa asignacion en cualquier parte.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en cambio el atributo es private y la unica forma de apagarlo es el metodo inactivar(String motivo), que exige el motivo, guarda la fecha y deja registro, entonces existe un unico lugar en el mundo donde una mascota puede volverse inactiva.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encapsulamiento se ensena mal cuando se presenta como la orden de...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 mismo pasa con la edad: luna.edad = -3 es aceptado por el compilador sin una queja, mientras que un setEdad que lanza IllegalArgumentException cuando el valor es negativo detiene el error en el instante en que se comete y no tres pantallas despues.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aqui va la parte honesta que casi nunca se dice: usar el atajo del entorno de desarrollo para generar getters y setters de los quince campos no es encapsular.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existe un setActiva(boolean) publico, el campo sigue siendo publico con dos pasos extra.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Encapsular es exponer operaciones del dominio, inactivar, agendar, aplicarVacuna, y no casillas.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pregunta del estudiante llega sola: si igual funciona con public, para que me complico.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constructor es la pieza que garantiza que el objeto nazca valido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constructor es la pieza que garantiza que el objeto nazca valido.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un metodo especial que se llama igual que la clase, no declara tipo de retorno y se ejecuta una sola vez, en el momento de la creacion.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instruccion new hace dos cosas: reserva la memoria en el monton y llama al constructor.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la clase no declara ninguno, Java agrega uno sin parametros; en el instante en que usted escribe un constructor con parametros, el vacio desaparece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ese es literalmente el primer error de compilacion del curso cuando alguien sigue escribiendo new Mascota() en otro archivo.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responsabilidad del constructor es la validacion: si el nombre llega null o vacio, lanza; si la edad llega negativa, lanza; y como consecuencia, en todo el programa no puede existir una Mascota sin nombre.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constructor es la pieza que garantiza que el objeto nazca valido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anti patron a evitar es el constructor vacio seguido de cinco setters: permite que exista un objeto a medio llenar que viajara hasta la interfaz grafica de la Clase 4 y fallara alli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 doscientas lineas del lugar donde en realidad se creo mal, que es el peor escenario de depuracion posible.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Como convencion, no como regla, si un constructor pide mas de cuatro o cinco parametros es senal de que la clase esta juntando cosas que no pertenecen al mismo concepto.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Queda el error mas frecuente de Java, y hay que nombrarlo hoy porque su...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Queda el error mas frecuente de Java, y hay que nombrarlo hoy porque su causa es todo lo anterior. null significa que la referencia no apunta a ningun objeto: es un control remoto sin televisor.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es cero, no es cadena vacia y no es un objeto con los campos en blanco; es la ausencia de destino.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NullPointerException es lo que ocurre cuando el programa intenta usar esa referencia, por ejemplo llamando un metodo o leyendo un campo.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tres casos que produciran esa excepcion en el sistema de la clinica son predecibles: un metodo buscarMascota(id) que devuelve null cuando no encuentra nada y un llamador que hace m.getNombre() sin preguntar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Cita cuya Mascota nunca se asigno; y una lista declarada pero no inicializada.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Queda el error mas frecuente de Java, y hay que nombrarlo hoy porque su...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Dato citable: Tony Hoare introdujo la referencia nula en 1965 y en una conferencia de 2009 la llamo publicamente su error de mil millones de dolares.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defensas, en orden de utilidad real: validar en el constructor para que no nazcan objetos incompletos; nunca devolver null en un metodo que devuelve una coleccion, sino una lista vacia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Usar Optional cuando la ausencia es un resultado legitimo de una busqueda; y leer el mensaje de la excepcion, porque desde Java 14 el mensaje indica cual variable exacta era null.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Pregunta previsible: entonces le pongo cadena vacia y listo.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No: eso no resuelve el problema, lo esconde, y cambia una excepcion clara por un dato falso guardado en el archivo de la Clase 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entorno cierra la clase y tiene dos reglas duras que producen el...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JDK debe estar instalado en una version de soporte extendido, 17 o 21, y se verifica con java -version en la consola, no confiando en la pantalla del instalador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un archivo.java contiene una clase publica cuyo nombre coincide caracter por caracter con el nombre del archivo, mayusculas incluidas, de modo que la clase Mascota vive en Mascota.java y en ningun otro lugar.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comando javac compila a un archivo.class con bytecode y java lo ejecuta; el entorno de desarrollo hace ambas cosas por dentro, y verlo una vez en consola evita que el estudiante crea que Java es el boton verde del IDE.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amarre con la Clase 2 conviene decirlo explicito al cerrar: hoy quedaron mascota1, mascota2 y mascota3 como variables sueltas, y eso no escala a una clinica con cuatrocientos pacientes, asi que la proxima clase entra ArrayList de Mascota.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entorno cierra la clase y tiene dos reglas duras que producen el...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Todo lo de hoy se vuelve indispensable ahi: la lista guarda referencias y no copias, de modo que modificar el objeto cambia lo que la lista muestra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metodos contains e indexOf usan equals, asi que sin sobrescribirlo la busqueda por identificador fallara sin dar error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en la Clase 9, al guardar en CSV, hara falta un constructor que reciba una linea de texto y valide, es decir el mismo constructor de hoy.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Clase 13 formalizara con try-catch lo que hoy se hizo a mano lanzando IllegalArgumentException.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Mascota.java — class Mascota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public class Mascota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String id;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String nombre;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String especie;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private int edad;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Mascota.java — Mascota()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Mascota(String id, String nombre, String especie, int edad)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this.id = id;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this.nombre = nombre;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this.especie = especie;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this.edad = edad;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String getId() { return id;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String getNombre() { return nombre;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String getEspecie() { return especie;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int getEdad() { return edad;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/** El objeto se defiende: una edad negativa no tiene sentido en el dominio.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Mascota.java — setEdad()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void setEdad(int edad)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if (edad &lt; 0)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System.out.println("Edad invalida, se conserva la anterior: " + this.edad);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    return;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this.edad = edad;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@Override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Mascota.java — main()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public static void main(String[] args) {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Mascota luna = new Mascota("M-001", "Luna", "Canino", 3);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Mascota michi = new Mascota("M-002", "Michi", "Felino", 5);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System.out.println("Pacientes registrados hoy en la clinica:");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System.out.println(luna);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System.out.println(michi);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    luna.setEdad(-2);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}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primera clase del sistema de la clinica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7316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public class Mascota {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private String id;          // private = nadie lo toca desde afuera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private String nombre;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private String especie;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public Mascota(String id, String nombre, String especie) {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    this.id = id;           // this. distingue atributo de parametro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    this.nombre = nombre;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    this.especie = especie;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@Override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public String toString() {  // sin esto se imprime clinica.Mascota@6d06d69c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    return id + " - " + nombre + " (" + especie + ")";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}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La clase es el molde; cada new Mascota(...) fabrica un objeto distinto con ese molde.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Visual Studio Code (Java)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Escribir en vivo la clase Mascota y un main que instancia dos mascotas con datos distintos, mostrando que salen del mismo molde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Mismo dominio de la clinica — no otro ejemplo.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 · Introduccion a la Programacion Orientada a Objetos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Clase vs objeto y los cuatro pilares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Repasa las laminas de concepto y el codigo de la demo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Siguiente clase: continuamos el hilo del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Teoria al servicio del proyecto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