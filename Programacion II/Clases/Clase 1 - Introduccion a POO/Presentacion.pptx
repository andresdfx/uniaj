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Introduccion a la Programacion Orientada a Objetos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vs objeto y los cuatro pilares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Entorno de desarrollo listo y la primera clase del dominio VetCare escrita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la POO un programa era una lista de procedimientos que operaban sobre datos sueltos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distincion que mas cuesta el primer dia es clase contra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cuatro pilares se entienden por el problema que resuelve cada uno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Herencia es que una clase puede extender a otra y reutilizar lo que ya define: Perro extends Mascota hereda nombre…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constructor es el metodo que se ejecuta al crear el objeto y deja sus atributos en un estado valido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presentar los cuatro pilares como cuatro definiciones que hay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primera clase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id;          // private = nadie lo toca desde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           // this. distingue atributo de parametro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toString() {  // sin esto se imprime vetcare.Mascota@6d06d69c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id + " - " + nombre + " (" + especie + ")";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clase es el molde; cada new Mascota(...) fabrica un objeto distinto con ese molde.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en vivo la clase Mascota y un main que instancia dos mascotas con datos distintos, mostrando que salen del mismo molde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que escriba hoy es la semilla de todo VetCare; las clases siguientes se apoyan en ella.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entorno funcionando no se puede avanzar en ninguna sesion posterior: por eso hoy se resuelve.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clinica veterinaria Huellitas, que hoy lleva toda su gestion en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Apache NetBeans con JDK instalado.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codigo previo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Instale y verifique el entorno (JDK + Apache NetBeans) y cree un proyecto Java Application llamado VetCare con paquete vetcare. Este paso es el objetivo real del bloque: nadie puede quedarse sin entorno funcionando.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la clase Mascota con al menos tres atributos privados (id, nombre, especie) y un constructor que los reciba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Agregue al menos un getter y sobreescriba toString() para que la mascota se imprima de forma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el main, cree DOS objetos Mascota con datos distintos e imprimalos: debe verse que salen del mismo molde pero con valores diferentes.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Si termina antes: agregue un setter que valide (por ejemplo, que rechace una edad negativa) y pruebelo desde el main.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¿Los atributos quedaron private o los deje accesibles desde fuera?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¿El constructor inicializa TODOS los atributos?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¿Sobreescribi toString() o estoy imprimiendo la direccion de memoria?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 clase Mascota (atributos privados, constructor y toString) y un main que crea dos objetos distintos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proyecto compila y ejecuta sin errores en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Mascota tiene atributos private y un constructor que los inicializa todos.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main crea dos objetos distintos de la misma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imprimir una mascota se ve texto legible, no vetcare.Mascota@6d06d69c.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Entorno de desarrollo listo y la primera clase del dominio VetCare escrita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Entorno de desarrollo listo y la primera clase del dominio VetCare escrita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 clase Mascota (atributos privados, constructor y toString) y un main que crea dos objetos distintos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