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Parcial 1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Solo evaluacion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Indicaciones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solo Parcial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(virtual sincrono por Meet).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hay tema nuevo en esta sesion.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Duracion sugerida: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90–100 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dentro del bloque de 120.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preparacion del PI continua en la siguiente clase regular.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Parcial 1 · Clase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Enfocados en la evaluacion del corte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PI VetCare continua la proxima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Solo evaluacion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