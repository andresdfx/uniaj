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erriweather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bold.fntdata"/><Relationship Id="rId12" Type="http://schemas.openxmlformats.org/officeDocument/2006/relationships/font" Target="fonts/Merriweather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Italic.fntdata"/><Relationship Id="rId14" Type="http://schemas.openxmlformats.org/officeDocument/2006/relationships/font" Target="fonts/Merriweather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9.png"/><Relationship Id="rId7" Type="http://schemas.openxmlformats.org/officeDocument/2006/relationships/image" Target="../media/image5.png"/><Relationship Id="rId8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020490" y="2474565"/>
            <a:ext cx="8151018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Integración y Depuración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503265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214562" y="3827115"/>
            <a:ext cx="77628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Ensamblando VetCare y dominando el Debugger (Clase 12)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40416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3160633" y="2737544"/>
            <a:ext cx="5870733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Ensamblaje Final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642419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Durante todo el semestre hemos construido piezas individuales. Hoy aprenderemos a unirlas de forma que conformen un único producto de software.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41446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81025" y="557212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Integración de Capas (MVC Práctico)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581025" y="141446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Conectando los Cables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81025" y="1919287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integración consiste en garantizar que la información fluya correctamente a través de la arquitectura del software: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52475" y="29765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19150" y="2976562"/>
            <a:ext cx="50387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Vista (Capa Frontal):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El JFrame captura la petición del usuario (Ej. Clic en guardar). No toma decisiones.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52475" y="37385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19150" y="373856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Lógica (Capa Intermedia):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Nuestro `PacienteServicio` procesa los datos, valida reglas y atrapa excepciones.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52475" y="44910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19150" y="4491037"/>
            <a:ext cx="50387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Los Datos (Capa Inferior):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El `ClinicaSingleton` mantiene la RAM, y la clase de Persistencia escribe en el disco (`.csv`).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52475" y="55483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19150" y="554831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Reto: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Hacer que estas tres capas se comuniquen sin bloquearse entre sí.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414462"/>
            <a:ext cx="52768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619250"/>
            <a:ext cx="3422600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84625" y="1619250"/>
            <a:ext cx="3422600" cy="447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88225" y="1619250"/>
            <a:ext cx="3422600" cy="447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Arte de la Depuración (Debugging)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192113" y="2962275"/>
            <a:ext cx="22002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¿Qué es Depurar?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76300" y="3419475"/>
            <a:ext cx="28320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Es el proceso de rastrear y corregir errores "silenciosos" (Bugs lógicos) pausando la ejecución de nuestro programa mientras ocurre, para mirar su interior.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609099" y="2962275"/>
            <a:ext cx="2973652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Puntos de Quiebre (Breakpoints)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679900" y="3733800"/>
            <a:ext cx="28320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Una marca visual (punto rojo) que ponemos en una línea de código. Le dice a Java: "Cuando llegues a esta línea, congela el programa para que yo analice las variables".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434268" y="2962275"/>
            <a:ext cx="293036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Paso a Paso (Step Over)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483500" y="3419475"/>
            <a:ext cx="283205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Una vez congelado, usamos herramientas del IDE para avanzar el programa línea por línea, observando cómo cambian los valores de nuestros objetos en tiempo real.</a:t>
            </a:r>
            <a:endParaRPr/>
          </a:p>
        </p:txBody>
      </p:sp>
      <p:pic>
        <p:nvPicPr>
          <p:cNvPr descr="image.png" id="125" name="Google Shape;125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30313" y="2105025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33913" y="2105025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570839" y="2105025"/>
            <a:ext cx="657225" cy="52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/>
        </p:nvSpPr>
        <p:spPr>
          <a:xfrm>
            <a:off x="581025" y="581025"/>
            <a:ext cx="5540692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Modo Debug en el IDE</a:t>
            </a:r>
            <a:endParaRPr/>
          </a:p>
        </p:txBody>
      </p:sp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9525"/>
            <a:ext cx="58483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81025" y="1438275"/>
            <a:ext cx="554069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El mejor amigo del Desarrollador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81025" y="1981200"/>
            <a:ext cx="5276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El uso intensivo de System.out.println() para buscar errores es una práctica arcaica (y sucia).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81025" y="2743200"/>
            <a:ext cx="52768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Herramientas clave del modo Debug: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81025" y="532447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 el momento de la integración, si un dato no llega a la base de datos, el Debugger te dirá exactamente en qué línea se perdió.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895350" y="33432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962025" y="3343275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Variables: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Una pestaña del IDE que lista todos los valores vivos de ese milisegundo.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95350" y="39528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62025" y="3952875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Step Into (F7):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Si la línea es un método, te introduce dentro del método para depurarlo.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95350" y="456247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62025" y="4562475"/>
            <a:ext cx="48958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Step Over (F8):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Ejecuta la línea completa y pasa a la siguiente.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8"/>
          <p:cNvSpPr txBox="1"/>
          <p:nvPr/>
        </p:nvSpPr>
        <p:spPr>
          <a:xfrm>
            <a:off x="305276" y="1980307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 Técnicas?</a:t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5381625" y="3323332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581025" y="375195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continuación: </a:t>
            </a: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Taller Guiado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81025" y="433863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Ensamblaremos el código, forzaremos un error y lo cazaremos usando el Debugger.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