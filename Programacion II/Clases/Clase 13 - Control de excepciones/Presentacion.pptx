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la familia cuelga de Throwable, que se divide en Error (fallas de la maquina virtual, como quedarse sin memoria, que no debemos atrapar) y Exception (fallas del programa o del entorno, que si podemos atender).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estructura try-catch-finally tiene una anatomia que conviene explicar despacio.</a:t>
            </a:r>
          </a:p>
          <a:p/>
          <a:p>
            <a:r>
              <a:t>En el sistema de la clinica esto significa que si el CSV esta corrupto a la mitad, el archivo igual se cierra y la aplicacion sigue viva con las mascotas que alcanzo a leer.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throw y throws se parecen en el nombre y hacen cosas opuestas, y esa confusion es la que mas cuesta en el parcial. throw (sin s) es una instruccion que se ejecuta y lanza un objeto en ese instante: throw. throws (con s) es una advertencia escrita en la firma del metodo: public void setEdad(String texto) throws DatoInvalidoException, y significa 'yo no resuelvo esto, quien me llame vera que hace'.</a:t>
            </a:r>
          </a:p>
          <a:p/>
          <a:p>
            <a:r>
              <a:t>De ahi sale la regla de capas que usaremos en el sistema de la clinica: las clases del dominio (Mascota, Dueno, Cita) validan y LANZAN, porque no saben si hay una ventana, una consola o un servidor al otro lado; la capa de interfaz (el JFrame o el menu de consola) CAPTURA y traduce ese error a un JOptionPane que el usuario entiende.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 la mejor excepcion es la que no ocurre: validar antes de convertir (revisar null, aplicar trim, verificar isEmpty y comprobar el rango) evita el 80 por ciento de los try-catch del sistema de la clinica y hace que el codigo se lea como las reglas del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Control de excepciones · try-catch-finally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el sistema de la clinica no se caiga porque escribieron 'tres' en la edad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Control de excepciones · try-catch-finally — Que el sistema de la clinica no se caiga porque escribieron 'tres' en la edad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el tema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excepcion es un objeto que Java crea en el momento exacto en que...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excepcion es un objeto que Java crea en el momento exacto en que una instruccion no puede cumplir lo que promete, y que interrumpe el flujo normal del programa para buscar a alguien que se haga cargo.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mensaje de texto: es un objeto con tipo, mensaje y rastro de llamadas (stack trace).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esto se ve todos los dias: cuando la secretaria de la clinica escribe 'tres' en el campo edad y el codigo hace Integer.parseInt(txtEdad.getText()), Java no puede convertir esa palabra en numero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excepcion es un objeto que Java crea en el momento exacto en que...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fabrica un objeto NumberFormatException, lo lanza hacia arriba y, como nadie lo recibe, el hilo muere: la ventana queda congelada y en la consola aparece el chorro rojo que asusta al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excepcion no es el enemigo, es el mensajero; el problema es que nadie la esta esperando.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Java parte las excepciones en dos grupos y esa division decide cuanto...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 parte las excepciones en dos grupos y esa division decide cuanto codigo debe escribir usted.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checked (Exception y sus hijas, menos RuntimeException) representan fallas previsibles del mundo exterior: el archivo mascotas.csv que alguien borro, el disco lleno, la carpeta sin permisos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compilador las vigila y obliga a capturarlas con try-catch o a declararlas con throws, y si no lo hace su proyecto ni siquiera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unchecked (RuntimeException y sus hijas: NumberFormatException, NullPointerException, ArrayIndexOutOfBoundsException, ArithmeticException) representan errores de programacion o datos que nadie valido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Java parte las excepciones en dos grupos y esa division decide cuanto...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compilador las deja pasar en silencio hasta que explotan en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que le sirve al estudiante es esta: si la falla viene de afuera (archivo, red, base de datos) casi siempre es checked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falla viene de adentro (usted no valido, usted no inicializo el objeto, usted se salio del arreglo) casi siempre es unchecked.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la lectura de datos/mascotas.csv lanza IOException, que es checked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conversion de la edad lanza NumberFormatException, que es unchecked; por eso se manejan en lugares distintos del programa y por eso una obliga a escribir throws y la otra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estructura try-catch-finally tiene una anatomia que conviene...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try va el codigo que puede fallar y nada mas: entre menos lineas tenga el try, mas facil es saber quien fallo.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catch va la reaccion, y se escriben del tipo mas especifico al mas general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Java entrega la excepcion al primer catch que la acepte; si usted pone catch (Exception e) antes de catch (NumberFormatException e), VS Code marca error de compilacion con el mensaje 'exception has already been caught'.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la misma razon, al leer el CSV del sistema de la clinica, catch (FileNotFoundException e) va antes que catch (IOException e), porque la primera es hija de la segunda.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Desde Java 7 se pueden unir tipos hermanos con multi-catch: catch (NumberFormatException | NullPointerException 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estructura try-catch-finally tiene una anatomia que conviene...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bloque finally se ejecuta siempre, haya o no haya excepcion, e incluso si dentro del try hay un return (lo unico que se lo salta es apagar la maquina virtual con System.exit), y por eso fue durante anios el sitio para cerrar archivos y liberar recursos.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preferimos el try-with-resources, que abre el recurso entre los parentesis del try y lo cierra solo, y funciona con cualquier objeto que implemente la interfaz AutoCloseable, como BufferedReader o PrintWriter: try (BufferedReader lector = ) {... }.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estructura try-catch-finally tiene una...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new BufferedReader(new FileReader('datos/mascotas.csv'))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Throw y throws se parecen en el nombre y hacen cosas opuestas, y esa...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Crear una excepcion propia vale la pena por dos motivos: como DatoInvalidoException extiende Exception queda checked, es decir que el compilador no deja que nadie llame a setEdad sin hacerse cargo del error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ademas el mensaje ya viene escrito en lenguaje de la clinica y no en lenguaje de la maquina: el usuario lee 'La edad debe ser un numero entero' y no 'For input string: tres'.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Throw y throws se parecen en el nombre y...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new DatoInvalidoException('La edad debe estar entre 0 y 30 anios.')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catch vacio, ese catch (Exception e) { } que aparece cuando VS Code...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catch vacio, ese catch (Exception e) { } que aparece cuando VS Code ofrece en la bombilla 'Surround with try/catch' y el estudiante borra el contenido para que no moleste, es el error mas caro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Silencia la falla pero no la arregla: el objeto queda a medio construir, la mascota nunca se agrego a la lista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usuario cree que guardo y el error reaparece tres pantallas mas adelante como un NullPointerException que no tiene nada que ver con la causa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catch vacio, ese catch (Exception e) { } que aparece cuando VS Code...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Manejar una excepcion significa hacer al menos una de cuatro cosas: informarle al usuario en su idioma, registrar el problema para poder repararlo despues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Asumir un valor por defecto que este documentado, o relanzar la excepcion envuelta en otra con mas contexto.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Ojo: e.printStackTrace() tampoco es manejar, es apenas dejar una nota en una consola que el usuario final nunca 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class DemoExcepcionesClinica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DemoExcepcionesClinica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String ARCHIVO = "datos/mascotas.csv";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Excepcion CHECKED propia: al extender Exception el compilador obliga a capturarla o a declararla.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class DatoInvalidoException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class DatoInvalidoException extends 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DatoInvalidoException(String mensaje)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super(mensaje);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Entidad del dominio: valida y LANZA. Nunca muestra ventanas ni le habla al usuario.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class Mascota (1/4)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private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private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private int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private double peso;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Mascota(String id, String nombre) throws DatoInvalidoException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(id == null || id.trim().isEmpty())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ID de la mascota es obligatorio.");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(nombre == null || nombre.trim().isEmpty())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nombre de la mascota es obligatorio.");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this.id = id.trim();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this.nombre = nombre.trim();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String getId()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id;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class Mascota (2/4)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String getNombre()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void setEdad(String texto) throws DatoInvalidoException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DatoInvalidoException("La edad no puede quedar vacia.");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valor = Integer.parseInt(texto.trim());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// Traducimos una excepcion tecnica (unchecked) a un mensaje del negocio.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(valor &lt; 0 || valor &gt; 30)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DatoInvalidoException("La edad debe estar entre 0 y 30 anios.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class Mascota (3/4)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this.edad =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void setPeso(String texto) throws DatoInvalidoException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peso no puede quedar vacio.");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double valor;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valor = Double.parseDouble(texto.trim().replace(',', '.'));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peso debe ser un numero, por ejemplo 12.5.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(valor &lt;= 0 || valor &gt; 120)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peso debe estar entre 0.1 y 120 kg.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this.peso =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String toLineaCsv() {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class Mascota (4/4)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id + ";" + nombre + ";" + edad + ";" + peso;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String toString()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id + " - " + nombre + " (" + edad + " anios, " + peso + " kg)";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Capa de aplicacion: aqui SI se captura, porque aqui se le habla al usuario.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void registrar(List&lt;Mascota&gt; agenda, String id, String nombre, String edad, String peso)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 = new Mascota(id, nombre);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m.setEdad(edad);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m.setPeso(peso);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agenda.add(m);   // el add va DESPUES de validar: nada incompleto entra a la coleccion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[OK] Registrada: " + m);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(DatoInvalidoException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// En Swing seria: JOptionPane.showMessageDialog(this, e.getMessage(), "Dato invalido", JOptionPane.WARNING_MESSAGE);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[AVISO AL USUARIO]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finally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(finally) Intento terminado. Mascotas en memoria: " + agenda.size());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Prueba de que finally se ejecuta incluso cuando el try ya hizo return.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buscarNombrePorId()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String buscarNombrePorId(List&lt;Mascota&gt; agenda, 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for (Mascota m: agenda)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if (m.getId().equalsIgnoreCase(id))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return m.getNombre();   // el return NO se salta el finally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"(no esta en la agenda)";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finally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(finally) Busqueda de " + id + " terminada, con return y todo.");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Lectura tolerante: el try externo protege el archivo, el interno protege cada linea.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cargar()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List&lt;Mascota&gt; cargar(String ruta)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List&lt;Mascota&gt; lista = new ArrayList&lt;&gt;();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(BufferedReader lector = new BufferedReader(new FileReader(ruta))) {   // BufferedReader es AutoCloseable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String linea;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while ((linea = lector.readLine())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String[] campos = linea.split(";");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if (campos.length &lt; 4)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  [OMITIDA] Linea incompleta: " + linea);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continue;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Mascota m = new Mascota(campos[0], campos[1]);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m.setEdad(campos[2]);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m.setPeso(campos[3]);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lista.add(m);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 catch (DatoInvalidoException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  [OMITIDA]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(FileNotFoundException e) {   // hija de IOException: por eso va primero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cargar()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[INFO] No existe " + ruta + ". El sistema de la clinica arranca con la lista vacia.");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[ERROR] Fallo leyendo " + ruta + ":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lista;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guardar()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void guardar(String ruta, List&lt;Mascota&gt; lista)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File carpeta = new File(ruta).getParentFile();   // ruta relativa: sirve en cualquier maquina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(carpeta != null &amp;&amp; !carpeta.exists())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carpeta.mkdirs();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(PrintWriter salida = new PrintWriter(ruta))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for (Mascota m: lista)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salida.println(m.toLineaCsv());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[OK] Guardadas " + lista.size() + " mascotas en " + ruta);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(FileNotFoundException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[ERROR] No pude guardar en " + ruta + ":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ASI NO: ejemplo intencional de catch vacio, para verlo fallar en clase.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malaPractica()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void malaPractica(List&lt;Mascota&gt; agenda)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int antes = agenda.size();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 = new Mascota("M-999", "Fantasma");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m.setEdad("tres");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agenda.add(m);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(DatoInvalidoException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// MALA PRACTICA A PROPOSITO: catch vacio, nadie se entera de nada.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  Antes: " + antes + " | Ahora: " + agenda.size() + " -&gt; la mascota nunca entro y nadie aviso.");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main()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Clinica | Clase 13: control de excepciones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List&lt;Mascota&gt; agenda = cargar(ARCHIVO);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System.out.println("Mascotas cargadas del archivo: " + agenda.size());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System.out.println("1) Entradas simuladas desde el formulario de registro:");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"M-001", "Firulais", "4", "28.5");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"M-002", "Michi", "tres", "3.2");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"M-003", "Rocky", "", "20");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"M-004", "Luna", "150", "8");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"M-005", "Pelusa", "2", "cuatro kilos");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System.out.println("2) finally se ejecuta aunque el try haga return:");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  Mascota M-001 -&gt; " + buscarNombrePorId(agenda, "M-001"));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System.out.println("3) Que pasa cuando el catch queda vacio:");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main()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malaPractica(agenda);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System.out.println("4) Turno del usuario. Escriba edades (o 'fin' para salir):");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Scanner teclado = new Scanner(System.in);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boolean seguir = true;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while (seguir)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System.out.print("Edad de la mascota: 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String entrada = teclado.nextLine();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("fin".equalsIgnoreCase(entrada.trim()))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seguir = false;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 else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Mascota prueba = new Mascota("M-TMP", "Prueba");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prueba.setEdad(entrada);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  Edad aceptada. La aplicacion sigue viva.");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 catch (DatoInvalidoException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  " + e.getMessage() + " Intente de nuevo.");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DemoExcepcionesClinica.java — main()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teclado.close();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guardar(ARCHIVO, agenda);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Fin de la demo: el sistema de la clinica nunca se cerro por un dato mal escrito.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Validar la edad sin que el sistema de la clinica se caiga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setEdad(String texto) throws DatoInvalidoException {   // el dominio LANZA, no muestra ventanas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no puede quedar vacia.");   // validar ANTES de convertir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valor = Integer.parseInt(texto.trim());        // aqui nace NumberFormatException (unchecked)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(valor &lt; 0 || valor &gt; 30) {                     // regla del negocio, no del lenguaje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DatoInvalidoException("Edad fuera de rango (0-30 anios).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this.edad = valor;   // solo se asigna cuando el dato paso las tres validaciones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objeto valida y lanza; la ventana captura y traduce: asi el mismo codigo sirve en Swing, en consola o en un servidor.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escribe 'tres' en el campo edad, muestra la aplicacion reventando con el stack trace rojo, y en vivo la envuelve en try-catch hasta que responde con un aviso amable.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de la clinica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Control de excepciones · try-catch-finally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el sistema de la clinica no se caiga porque escribieron 'tres' en la edad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