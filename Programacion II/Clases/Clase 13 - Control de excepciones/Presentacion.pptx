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Control de excepciones · try-catch-finally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VetCare no se caiga porque escribieron 'tres' en la edad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registro de mascotas de VetCare valida edad, peso e ID y avisa con un mensaje claro en lugar de cerrarse.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 DatoInvalidoException mas los setters validados de Mascota y la carga del CSV con try-with-resources, con evidencia de cinco pruebas de entrada (cuatro malas y una valida),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excepcion es un objeto que Java crea en el momento exacto en que una instruccion no puede cumplir lo que…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Java parte las excepciones en dos grupos y esa division decide cuanto codigo debe escribir usted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estructura try-catch-finally tiene una anatomia que conviene explicar despacio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throw y throws se parecen en el nombre y hacen cosas opuestas, y esa confusion es la que mas cuesta en el parcial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catch vacio, ese catch (Exception e) { } que aparece cuando NetBeans ofrece 'Surround with try-catch' y el…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Validar la edad sin que VetCare se caiga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void setEdad(String texto) throws DatoInvalidoException {   // el dominio LANZA, no muestra ventanas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(texto == null || texto.trim().isEmpty())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DatoInvalidoException("La edad no puede quedar vacia.");   // validar ANTES de convertir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int valor;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valor = Integer.parseInt(texto.trim());        // aqui nace NumberFormatException (unchecked)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 catch (NumberFormatException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DatoInvalidoException("La edad debe ser un numero entero. Escribieron: " + texto);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(valor &lt; 0 || valor &gt; 30) {                     // regla del negocio, no del lenguaje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DatoInvalidoException("Edad fuera de rango (0-30 anios). Recibi: " + valor);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this.edad = valor;   // solo se asigna cuando el dato paso las tres validaciones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objeto valida y lanza; la ventana captura y traduce: asi el mismo codigo sirve en Swing, en consola o en un servidor.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docente escribe 'tres' en el campo edad, muestra la aplicacion reventando con el stack trace rojo, y en vivo la envuelve en try-catch hasta que responde con un aviso amable.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requisito tecnico del Proyecto Integrador exige manejo de errores con try-catch, y el jurado lo comprueba de la forma mas simple: escribe basura en un campo y mira si la aplicacion aguanta.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VetCare ya tiene clases, colecciones, ventanas y archivos; lo unico que falta para que sea usable por la secretaria de Huellitas es que un dato mal escrito no borre el trabajo de toda la manana.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que blindemos hoy es lo que permitira, en la clase 14, hacer una demo en vivo tranquila: hasta se puede provocar el error a proposito para mostrar la validacion como una fortaleza.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proyecto VetCare ya trae las clases Dueno, Mascota y Cita, un ArrayList&lt;Mascota&gt; cargado en memoria y el archivo datos/mascotas.csv con seis registros separados por punto y coma.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formulario de registro toma el texto del campo edad y hace Integer.parseInt directo, sin validar nada; hoy la aplicacion se cae con cualquier letra o campo vacio.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carpeta datos hay tambien un archivo mascotas_danado.csv con una linea incompleta y una edad escrita como 'dos', para probar la carga tolerante a errores.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1. Abra el proyecto VetCare en NetBeans, cree el paquete vetcare.excepciones y dentro la clase DatoInvalidoException que extienda Exception con un constructor que reciba el mensaje; compile y verifique que no hay errores.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2. En la clase Mascota reemplace setEdad(int) por setEdad(String texto) throws DatoInvalidoException: rechace vacio, convierta con Integer.parseInt dentro de un try, atrape NumberFormatException y relance DatoInvalidoException con un mensaje de la clinica, y valide el rango 0 a 30; repita la idea en setPeso con Double.parseDouble y rango 0.1 a 120.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3. En el formulario de registro (JFrame o menu de consola) envuelva las llamadas a los setters en un try-catch que muestre JOptionPane.showMessageDialog con e.getMessage(), devuelva el foco al campo culpable con requestFocus() y NO agregue la mascota a la lista cuando hubo error.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400" b="1" i="0">
                <a:solidFill>
                  <a:srgbClr val="095292"/>
                </a:solidFill>
                <a:latin typeface="Calibri"/>
              </a:rPr>
              <a:t>Paso 4. Cambie la carga de datos/mascotas.csv a try-with-resources con dos catch separados: FileNotFoundException, que arranca con lista vacia e informa que es la primera ejecucion, e IOException, que muestra el problema real; las lineas del CSV con datos malos se omiten con un aviso, sin tumbar la carga completa.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5. Pruebe el formulario con estas cinco entradas de edad: vacio, 'tres', '-2', '150' y '4'; capture la pantalla de cada caso, arme una tabla de evidencia con entrada, mensaje mostrado y estado de la aplicacion, y suba el codigo mas la tabla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el archivo datos/mascotas.csv y ejecuto la aplicacion, ¿arranca con lista vacia y un aviso, o se cierra?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¿En que capa esta el mensaje que ve el usuario: dentro de la clase Mascota o dentro del formulario? ¿Que pasaria si manana cambio Swing por consola?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¿Cuantos catch de mi proyecto no tienen ni una linea adentro, y que haria el sistema si esa falla ocurriera de verdad?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Clase DatoInvalidoException mas los setters validados de Mascota y la carga del CSV con try-with-resources, con evidencia de cinco pruebas de entrada (cuatro malas y una valida), subido a ExamLab.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Existe la clase DatoInvalidoException que extiende Exception y todos sus mensajes estan escritos en lenguaje de la clinica, no en lenguaje tecnico.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las cinco entradas de prueba (vacio, texto, negativo, fuera de rango y valida) la aplicacion nunca se cierra ni muestra stack trace al usuario, y solo la ultima agrega la mascota.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lectura del CSV usa try-with-resources, distingue FileNotFoundException de IOException y omite unicamente las lineas malas, conservando las buenas.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queda ningun catch vacio en el proyecto: cada catch informa, registra o asume un valor por defecto documentado con un comentario.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registro de mascotas de VetCare valida edad, peso e ID y avisa con un mensaje claro en lugar de cerrarse.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registro de mascotas de VetCare valida edad, peso e ID y avisa con un mensaje claro en lugar de cerrarse.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DatoInvalidoException mas los setters validados de Mascota y la carga del CSV con try-with-resources, con evidencia de cinco pruebas de entrada (cuatro malas y una valida),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