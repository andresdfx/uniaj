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VS Code ofrece en la bombilla 'Surround with…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VS Code,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