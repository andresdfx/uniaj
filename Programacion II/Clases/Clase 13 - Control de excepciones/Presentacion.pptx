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Control de excepciones · try-catch-finally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Que VetCare no se caiga porque escribieron 'tres' en la edad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Encuadre de hoy · Objetivo del PI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Hoy avanzamos VetCare en: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registro de mascotas de VetCare valida edad, peso e ID y avisa con un mensaje claro en lugar de cerrarse.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Apache NetBeans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· Bloque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120 min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 de hoy: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 teoria esta al servicio del producto: al salir, VetCare avanzo.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Mapa del bloque de hoy (120 min)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76272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438625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0-10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Encuadre y repaso del avance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94084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712659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10-40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58379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Teoria Core del tema de hoy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9543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968118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40-60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13838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Demo en vivo sobre VetCare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05002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577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60-105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297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Taller guiado = avance del PI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60461" y="2066543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79036" y="1353312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105-120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24756" y="2587752"/>
            <a:ext cx="2164019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Criterios de exito y cierre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943600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Teoria Core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Una excepcion es un objeto que Java crea en el momento exacto en que una instruccion no puede cumplir lo que…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Java parte las excepciones en dos grupos y esa division decide cuanto codigo debe escribir usted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La estructura try-catch-finally tiene una anatomia que conviene explicar despacio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throw y throws se parecen en el nombre y hacen cosas opuestas, y esa confusion es la que mas cuesta en el parcial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El catch vacio, ese catch (Exception e) { } que aparece cuando NetBeans ofrece 'Surround with try-catch' y el…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Validar la edad sin que VetCare se caiga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477316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1330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public void setEdad(String texto) throws DatoInvalidoException {   // el dominio LANZA, no muestra ventanas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(texto == null || texto.trim().isEmpty())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no puede quedar vacia.");   // validar ANTES de convertir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int valor;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try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valor = Integer.parseInt(texto.trim());        // aqui nace NumberFormatException (unchecked)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 catch (NumberFormatException e) {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DatoInvalidoException("La edad debe ser un numero entero. Escribieron: " + texto);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if (valor &lt; 0 || valor &gt; 30) {                     // regla del negocio, no del lenguaje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    throw new DatoInvalidoException("Edad fuera de rango (0-30 anios). Recibi: " + valor);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}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    this.edad = valor;   // solo se asigna cuando el dato paso las tres validaciones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080760"/>
            <a:ext cx="11277295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El objeto valida y lanza; la ventana captura y traduce: asi el mismo codigo sirve en Swing, en consola o en un servidor.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Demo del 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Herramienta: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Apache NetBeans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Demo: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docente escribe 'tres' en el campo edad, muestra la aplicacion reventando con el stack trace rojo, y en vivo la envuelve en try-catch hasta que responde con un aviso amable.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Mismo dominio VetCare — no otro ejemplo.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por que importa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Por que importa al PI: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requisito tecnico del Proyecto Integrador exige manejo de errores con try-catch, y el jurado lo comprueba de la forma mas simple: escribe basura en un campo y mira si la aplicacion aguanta.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VetCare ya tiene clases, colecciones, ventanas y archivos; lo unico que falta para que sea usable por la secretaria de Huellitas es que un dato mal escrito no borre el trabajo de toda la manana.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blindemos hoy es lo que permitira, en la clase 14, hacer una demo en vivo tranquila: hasta se puede provocar el error a proposito para mostrar la validacion como una fortaleza.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proyecto VetCare ya trae las clases Dueno, Mascota y Cita, un ArrayList&lt;Mascota&gt; cargado en memoria y el archivo datos/mascotas.csv con seis registros separados por punto y coma.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El formulario de registro toma el texto del campo edad y hace Integer.parseInt directo, sin validar nada; hoy la aplicacion se cae con cualquier letra o campo vacio.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En la carpeta datos hay tambien un archivo mascotas_danado.csv con una linea incompleta y una edad escrita como 'dos', para probar la carga tolerante a errores.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— pasos guiados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3444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94360" y="140360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40360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132588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1. Abra el proyecto VetCare en NetBeans, cree el paquete vetcare.excepciones y dentro la clase DatoInvalidoException que extienda Exception con un constructor que reciba el mensaje; compile y verifique que no hay errores.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0312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594360" y="227228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27228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19456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2. En la clase Mascota reemplace setEdad(int) por setEdad(String texto) throws DatoInvalidoException: rechace vacio, convierta con Integer.parseInt dentro de un try, atrape NumberFormatException y relance DatoInvalidoException con un mensaje de la clinica, y valide el rango 0 a 30; repita la idea en setPeso con Double.parseDouble y rango 0.1 a 120.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97180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314096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14096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06324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3. En el formulario de registro (JFrame o menu de consola) envuelva las llamadas a los setters en un try-catch que muestre JOptionPane.showMessageDialog con e.getMessage(), devuelva el foco al campo culpable con requestFocus() y NO agregue la mascota a la lista cuando hubo error.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840479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94360" y="400964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4360" y="400964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88720" y="3931919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4. Cambie la carga de datos/mascotas.csv a try-with-resources con dos catch separados: FileNotFoundException, que arranca con lista vacia e informa que es la primera ejecucion, e IOException, que muestra el problema real; las lineas del CSV con datos malos se omiten con un aviso, sin tumbar la carga completa.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709160"/>
            <a:ext cx="11277295" cy="777240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94360" y="4878324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4360" y="4878324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88720" y="4800600"/>
            <a:ext cx="10271455" cy="612647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Paso 5. Pruebe el formulario con estas cinco entradas de edad: vacio, 'tres', '-2', '150' y '4'; capture la pantalla de cada caso, arme una tabla de evidencia con entrada, mensaje mostrado y estado de la aplicacion, y suba el codigo mas la tabla a ExamLab.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Antes de entregar — autochequeo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408175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408175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35331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Si borro el archivo datos/mascotas.csv y ejecuto la aplicacion, ¿arranca con lista vacia y un aviso, o se cierra?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93852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08483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202996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¿En que capa esta el mensaje que ve el usuario: dentro de la clase Mascota o dentro del formulario? ¿Que pasaria si manana cambio Swing por consola?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615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761488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761488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97280" y="2706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0" i="0">
                <a:solidFill>
                  <a:srgbClr val="333333"/>
                </a:solidFill>
                <a:latin typeface="Calibri"/>
              </a:rPr>
              <a:t>¿Cuantos catch de mi proyecto no tienen ni una linea adentro, y que haria el sistema si esa falla ocurriera de verdad?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Criterios de exito / entregable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Clase DatoInvalidoException mas los setters validados de Mascota y la carga del CSV con try-with-resources, con evidencia de cinco pruebas de entrada (cuatro malas y una valida), subido a ExamLab.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Existe la clase DatoInvalidoException que extiende Exception y todos sus mensajes estan escritos en lenguaje de la clinica, no en lenguaje tecnico.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Con las cinco entradas de prueba (vacio, texto, negativo, fuera de rango y valida) la aplicacion nunca se cierra ni muestra stack trace al usuario, y solo la ultima agrega la mascota.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La lectura del CSV usa try-with-resources, distingue FileNotFoundException de IOException y omite unicamente las lineas malas, conservando las buenas.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Exito: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No queda ningun catch vacio en el proyecto: cada catch informa, registra o asume un valor por defecto documentado con un comentario.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 en ExamLab (https://examlab.lovable.app/)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—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el PI esta semana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Hito: El registro de mascotas de VetCare valida edad, peso e ID y avisa con un mensaje claro en lugar de cerrarse.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Enunciado completo: Clases/Proyecto Integrador/ (VetCare).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 del taller en ExamLab (https://examlab.lovable.app/) · domingo 23:59.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13 · VetCare avanza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El registro de mascotas de VetCare valida edad, peso e ID y avisa con un mensaje claro en lugar de cerrarse.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Entregable: Clase DatoInvalidoException mas los setters validados de Mascota y la carga del CSV con try-with-resources, con evidencia de cinco pruebas de entrada (cuatro malas y una valida), subido a ExamLab.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clase: continuamos el hilo del PI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Teoria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