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 promete, y que interrumpe el flujo normal del programa para buscar a alguien que se haga cargo.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mensaje de texto: es un objeto con tipo, mensaje y rastro de llamadas (stack trace).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familia cuelga de Throwable, que se divide en Error (fallas de la maquina virtual, como quedarse sin memoria, que no debemos atrapar) y Exception (fallas del programa o del entorno, que si podemos atender).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ve todos los dias: cuando la secretaria de la clinica Huellitas escribe 'tres' en el campo edad y el codigo hace Integer.parseInt(txtEdad.getText()), Java no puede convertir esa palabra en numero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fabrica un objeto NumberFormatException, lo lanza hacia arriba y, como nadie lo recibe, el hilo muere: la ventana queda congelada y en la consola aparece el chorro rojo que asusta al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excepcion no es el enemigo, es el mensajero; el problema es que nadie la esta esperando.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checked (Exception y sus hijas, menos RuntimeException) representan fallas previsibles del mundo exterior: el archivo mascotas.csv que alguien borro, el disco lleno, la carpeta sin permisos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compilador las vigila y obliga a capturarlas con try-catch o a declararlas con throws, y si no lo hace su proyecto ni siquiera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unchecked (RuntimeException y sus hijas: NumberFormatException, NullPointerException, ArrayIndexOutOfBoundsException, ArithmeticException) representan errores de programacion o datos que nadie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compilador las deja pasar en silencio hasta que explotan en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le sirve al estudiante es esta: si la falla viene de afuera (archivo, red, base de datos) casi siempre es checked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falla viene de adentro (usted no valido, usted no inicializo el objeto, usted se salio del arreglo) casi siempre es unchecked.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lectura de datos/mascotas.csv lanza IOException, que es checked, y la conversion de la edad lanza NumberFormatException, que es unchecked; por eso se manejan en lugares distintos del programa y por eso una obliga a escribir throws y la otra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try va el codigo que puede fallar y nada mas: entre menos lineas tenga el try, mas facil es saber quien fallo.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catch va la reaccion, y se escriben del tipo mas especifico al mas general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Java entrega la excepcion al primer catch que la acepte; si usted pone catch (Exception e) antes de catch (NumberFormatException e), VS Code marca error de compilacion con el mensaje 'exception has already been caught'.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la misma razon, al leer el CSV de VetCare, catch (FileNotFoundException e) va antes que catch (IOException e), porque la primera es hija de la segunda.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Java 7 se pueden unir tipos hermanos con multi-catch: catch (NumberFormatException | NullPointerException 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finally se ejecuta siempre, haya o no haya excepcion, e incluso si dentro del try hay un return (lo unico que se lo salta es apagar la maquina virtual con System.exit), y por eso fue durante anios el sitio para cerrar archivos y liberar recursos.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preferimos el try-with-resources, que abre el recurso entre los parentesis del try y lo cierra solo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funciona con cualquier objeto que implemente la interfaz AutoCloseable, como BufferedReader o PrintWriter: try (BufferedReader lector = new BufferedReader(new FileReader('datos/mascotas.csv'))) {... }.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significa que si el CSV esta corrupto a la mitad, el archivo igual se cierra y la aplicacion sigue viva con las mascotas que alcanzo a leer.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 hacen cosas opuestas, y esa...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parcial. throw (sin s) es una instruccion que se ejecuta y lanza un objeto en ese instante: throw new DatoInvalidoException('La edad debe estar entre 0 y 30 anios.'). throws (con s) es una advertencia escrita en la firma del metodo: public void setEdad(String texto) throws DatoInvalidoException, y significa 'yo no resuelvo esto, quien me llame vera que hace'.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sale la regla de capas que usaremos en VetCare: las clases del dominio (Mascota, Dueno, Cita) validan y LANZAN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 hacen cosas opuestas, y esa...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no saben si hay una ventana, una consola o un servidor al otro lado; la capa de interfaz (el JFrame o el menu de consola) CAPTURA y traduce ese error a un JOptionPane que el usuario entiende.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una excepcion propia vale la pena por dos motivos: como DatoInvalidoException extiende Exception queda checked, es decir que el compilador no deja que nadie llame a setEdad sin hacerse cargo del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el mensaje ya viene escrito en lenguaje de la clinica y no en lenguaje de la maquina: el usuario lee 'La edad debe ser un numero entero' y no 'For input string: tres'.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catch vacio, ese catch (Exception e) { } que aparece cuando VS Code ofrece en la bombilla 'Surround with try/catch' y el estudiante borra el contenido para que no moleste, es el error mas caro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Silencia la falla pero no la arregla: el objeto queda a medio construir, la mascota nunca se agrego a la lista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usuario cree que guardo y el error reaparece tres pantallas mas adelante como un NullPointerException que no tiene nada que ver con la causa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Manejar una excepcion significa hacer al menos una de cuatro cosas: informarle al usuario en su idioma, registrar el problema para poder repararlo despues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Asumir un valor por defecto que este documentado, o relanzar la excepcion envuelta en otra con mas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Ojo: e.printStackTrace() tampoco es manejar, es apenas dejar una nota en una consola que el usuario final nunca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mejor excepcion es la que no ocurre: validar antes de convertir (revisar null, aplicar trim, verificar isEmpty y comprobar el rango) evita el 80 por ciento de los try-catch de VetCare y hace que el codigo se lea como las reglas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VS Code,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