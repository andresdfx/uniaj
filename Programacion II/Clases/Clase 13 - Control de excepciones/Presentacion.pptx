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excepcion es un objeto que Java crea en el momento exacto en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 promete, y que interrumpe el flujo normal del programa para buscar a alguien que se haga cargo.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mensaje de texto: es un objeto con tipo, mensaje y rastro de llamadas (stack trace).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ve todos los dias: cuando la secretaria de la clinica Huellitas escribe 'tres' en el campo edad y el codigo hace Integer.parseInt(txtEdad.getText()), Java no puede convertir esa palabra en numero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excepcion es un objeto que Java crea en el momento exacto en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fabrica un objeto NumberFormatException, lo lanza hacia arriba y, como nadie lo recibe, el hilo muere: la ventana queda congelada y en la consola aparece el chorro rojo que asusta al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excepcion no es el enemigo, es el mensajero; el problema es que nadie la esta esperando.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checked (Exception y sus hijas, menos RuntimeException) representan fallas previsibles del mundo exterior: el archivo mascotas.csv que alguien borro, el disco lleno, la carpeta sin permisos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compilador las vigila y obliga a capturarlas con try-catch o a declararlas con throws, y si no lo hace su proyecto ni siquiera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unchecked (RuntimeException y sus hijas: NumberFormatException, NullPointerException, ArrayIndexOutOfBoundsException, ArithmeticException) representan errores de programacion o datos que nadie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compilador las deja pasar en silencio hasta que explotan en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le sirve al estudiante es esta: si la falla viene de afuera (archivo, red, base de datos) casi siempre es checked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falla viene de adentro (usted no valido, usted no inicializo el objeto, usted se salio del arreglo) casi siempre es unchecked.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lectura de datos/mascotas.csv lanza IOException, que es checked, y la conversion de la edad lanza NumberFormatException, que es unchecked; por eso se manejan en lugares distintos del programa y por eso una obliga a escribir throws y la otra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try va el codigo que puede fallar y nada mas: entre menos lineas tenga el try, mas facil es saber quien fallo.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catch va la reaccion, y se escriben del tipo mas especifico al mas general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Java entrega la excepcion al primer catch que la acepte; si usted pone catch (Exception e) antes de catch (NumberFormatException e), VS Code marca error de compilacion con el mensaje 'exception has already been caught'.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la misma razon, al leer el CSV de VetCare, catch (FileNotFoundException e) va antes que catch (IOException e), porque la primera es hija de la segunda.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Java 7 se pueden unir tipos hermanos con multi-catch: catch (NumberFormatException | NullPointerException 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bloque finally se ejecuta siempre, haya o no haya excepcion, e incluso si dentro del try hay un return (lo unico que se lo salta es apagar la maquina virtual con System.exit), y por eso fue durante anios el sitio para cerrar archivos y liberar recursos.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preferimos el try-with-resources, que abre el recurso entre los parentesis del try y lo cierra solo, y funciona con cualquier objeto que implemente la interfaz AutoCloseable, como BufferedReader o PrintWriter: try (BufferedReader lector = ) {... }.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BufferedReader(new FileReader('datos/mascotas.csv'))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 hacen cosas opuestas, y esa...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una excepcion propia vale la pena por dos motivos: como DatoInvalidoException extiende Exception queda checked, es decir que el compilador no deja que nadie llame a setEdad sin hacerse cargo del error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ademas el mensaje ya viene escrito en lenguaje de la clinica y no en lenguaje de la maquina: el usuario lee 'La edad debe ser un numero entero' y no 'For input string: tres'.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DatoInvalidoException('La edad debe estar entre 0 y 30 anios.')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catch vacio, ese catch (Exception e) { } que aparece cuando VS Code...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catch vacio, ese catch (Exception e) { } que aparece cuando VS Code ofrece en la bombilla 'Surround with try/catch' y el estudiante borra el contenido para que no moleste, es el error mas caro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Silencia la falla pero no la arregla: el objeto queda a medio construir, la mascota nunca se agrego a la lista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usuario cree que guardo y el error reaparece tres pantallas mas adelante como un NullPointerException que no tiene nada que ver con la causa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catch vacio, ese catch (Exception e) { } que aparece cuando VS Code...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Manejar una excepcion significa hacer al menos una de cuatro cosas: informarle al usuario en su idioma, registrar el problema para poder repararlo despues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Asumir un valor por defecto que este documentado, o relanzar la excepcion envuelta en otra con mas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Ojo: e.printStackTrace() tampoco es manejar, es apenas dejar una nota en una consola que el usuario final nunca 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DemoExcepcionesVetCare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DemoExcepcionesVetCare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ARCHIVO = "datos/mascotas.csv";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Excepcion CHECKED propia: al extender Exception el compilador obliga a capturarla o a declararla.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DatoInvalidoException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class DatoInvalidoException extends 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DatoInvalidoException(String mensaje)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super(mensaje);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Entidad del dominio: valida y LANZA. Nunca muestra ventanas ni le habla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double peso;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Mascota(String id, String nombre)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ID de la mascota es obligatorio.");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(nombre == null || nombre.trim().isEmpty())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nombre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this.id = id.trim();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this.nombre = nombre.trim();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getId()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getNombre()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void setEdad(String texto)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no puede quedar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valor = Integer.parseInt(texto.trim());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// Traducimos una excepcion tecnica (unchecked) a un mensaje del negocio.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(valor &lt; 0 || valor &gt; 30)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debe estar entre 0 y 30 anios.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this.edad =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void setPeso(String texto)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no puede quedar vacio.");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double valor;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valor = Double.parseDouble(texto.trim().replace(',', '.'));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debe ser un numero, por ejemplo 12.5.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(valor &lt;= 0 || valor &gt; 120)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debe estar entre 0.1 y 120 kg.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this.peso =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toLineaCsv()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 + ";" + nombre + ";" + edad + ";" + peso;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toString()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 + " - " + nombre + " (" + edad + " anios, " + peso + " kg)";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Capa de aplicacion: aqui SI se captura, porque aqui se le habla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registrar(List&lt;Mascota&gt; agenda, String id, String nombre, String edad, String peso)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new Mascota(id, nombre);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m.setEdad(edad);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m.setPeso(peso);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agenda.add(m);   // el add va DESPUES de validar: nada incompleto entra a la coleccion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[OK] Registrada: " + 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// En Swing seria: JOptionPane.showMessageDialog(this, e.getMessage(), "Dato invalido",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[AVISO AL USUARIO]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finally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(finally) Intento terminado. Mascotas en memoria: " + agenda.size());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Prueba de que finally se ejecuta incluso cuando el try ya hizo return.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buscarNombrePorId()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String buscarNombrePorId(List&lt;Mascota&gt; agenda, 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agenda)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(m.getId().equalsIgnoreCase(id))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return m.getNombre();   // el return NO se salta el finally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"(no esta en la agenda)";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finally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(finally) Busqueda de " + id + " terminada, con return y todo.");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Lectura tolerante: el try externo protege el archivo, el interno protege cada linea.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cargar()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List&lt;Mascota&gt; cargar(String ruta)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lista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(BufferedReader lector = new BufferedReader(new FileReader(ruta))) {   // BufferedReader es AutoCloseable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linea;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while ((linea = lector.readLine())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String[] campos = linea.split(";");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(campos.length &lt; 4)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[OMITIDA] Linea incompleta: " + linea);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 m = new Mascota(campos[0], campos[1]);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m.setEdad(campos[2]);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m.setPeso(campos[3]);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lista.add(m);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[OMITIDA]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(FileNotFoundException e) {   // hija de IOException: por eso va primero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cargar()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[INFO] No existe " + ruta + ". VetCare arranca con la lista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[ERROR] Fallo leyendo " + ruta + ":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lista;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guardar(String ruta, List&lt;Mascota&gt; lista)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File carpeta = new File(ruta).getParentFile();   // ruta relativa: sirve en cualquier maquina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(carpeta != null &amp;&amp; !carpeta.exists())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carpeta.mkdirs();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(PrintWriter salida = new PrintWriter(ruta))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lista)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salida.println(m.toLineaCsv());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[OK] Guardadas " + lista.size() + " mascotas en " + ruta);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(FileNotFoundException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[ERROR] No pude guardar en " + ruta + ":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ASI NO: ejemplo intencional de catch vacio, para verlo fallar en clase.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malaPractica()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malaPractica(List&lt;Mascota&gt; agenda)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antes = agenda.size();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new Mascota("M-999", "Fantasma");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m.setEdad("tres");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agenda.add(m);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// MALA PRACTICA A PROPOSITO: catch vacio, nadie se entera de nada.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  Antes: " + antes + " | Ahora: " + agenda.size() + " -&gt; la mascota nunca entro y nadie aviso.");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VetCare | Clase 13: control de excepciones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agenda = cargar(ARCHIVO);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cargadas del archivo: " + agenda.size());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System.out.println("1) Entradas simuladas desde el formulario de registro:");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"M-001", "Firulais", "4", "28.5");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"M-002", "Michi", "tres", "3.2");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"M-003", "Rocky", "", "20");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"M-004", "Luna", "150", "8");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"M-005", "Pelusa", "2", "cuatro kilos");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System.out.println("2) finally se ejecuta aunque el try haga return:");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  Mascota M-001 -&gt; " + buscarNombrePorId(agenda, "M-001"));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System.out.println("3) Que pasa cuando el catch queda vacio:");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malaPractica(agenda);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System.out.println("4) Turno del usuario. Escriba edades (o 'fin' para salir):");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Scanner teclado = new Scanner(System.in);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boolean seguir = true;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(seguir)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System.out.print("Edad de la mascota: 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entrada = teclado.nextLine();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("fin".equalsIgnoreCase(entrada.trim()))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seguir = false;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 prueba = new Mascota("M-TMP", "Prueba");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prueba.setEdad(entrada);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Edad aceptada. La aplicacion sigue viva.");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" + e.getMessage() + " Intente de nuevo.");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teclado.close();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guardar(ARCHIVO, agenda);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Fin de la demo: VetCare nunca se cerro por un dato mal escrito.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VS Code,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