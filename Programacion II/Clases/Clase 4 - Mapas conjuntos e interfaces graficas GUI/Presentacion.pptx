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Mapas, conjuntos e interfaces graficas · HashMap, HashSet y Swing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Buscar por clave en un instante y darle cara al sistema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VetCare encuentra cualquier expediente por ID en tiempo constante con HashMap y estrena su primera ventana Swing para consultarlo.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Clase RegistroExpedientes con HashMap y HashSet mas la ventana VentanaBuscarExpediente construida a mano (sin arrastrar componentes) que busca por ID y muestra el resultado o un mensaje de error controlado; comprimido y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entrar en materia, el reparto del tiempo, porque hoy son dos...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Antes de entrar en materia, el reparto del tiempo, porque hoy son dos temas en un solo bloque de 120 minutos y hay que ser estricto: minutos 0 a 10 encuadre y repaso rapido de cola y pila; minutos 10 a 55 mapas y conjuntos con demo en consola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Minutos 55 a 65 pausa; minutos 65 a 95 introduccion a Swing con la ventana construida en vivo; minutos 95 a 115 taller integrado donde la ventana consulta el HashMap; minutos 115 a 120 cierre y entrega en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primer bloque se alarga, la ventana queda sin terminar y la clase se pierde, asi que ponga un cronometro visible.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hilo que une los dos temas es uno solo: hoy le damos a VetCare la capacidad de responder en un instante la pregunta que mas hace la recepcionista de Huellitas, que es dame el expediente de la mascota M-004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ademas le damos una pantalla para hacerla sin abrir el editor de codigo.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problema tecnico es este: con un ArrayList, buscar por ID obliga 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problema tecnico es este: con un ArrayList, buscar por ID obliga a recorrer la lista comparando uno por uno, lo que se llama busqueda lineal y en el peor caso revisa los 5.000 elementos del archivo historico.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HashMap resuelve eso con una idea distinta: en vez de guardar solo el objeto, guarda parejas clave-valor, y usa la clave para calcular directamente en que casilla del arreglo interno esta el valor.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calculo lo hace el metodo hashCode() del objeto clave: convierte el texto M-004 en un numero, ese numero se transforma en una posicion del arreglo interno, y ahi mismo queda el expediente.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dos claves distintas caen en la misma casilla (una colision), el mapa guarda ambas en esa casilla y usa equals() para distinguirlas al leer.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resultado practico es que get("M-004") no depende de cuantas mascotas haya: con 10 o con 100.000 tarda basicamente lo mismo, y eso es lo que vamos a medir en vivo con System.nanoTime().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declaramos Map&lt;String, Expediente&gt; expedientes = new HashMap&lt;&gt;(); y la clave es el ID, que es unico por definicion.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API de Map es corta pero tiene trampas que hay que nombrar en voz...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API de Map es corta pero tiene trampas que hay que nombrar en voz alta. put(clave, valor) agrega, pero si la clave ya existia reemplaza el valor anterior en silencio y devuelve el que estaba: eso significa que un HashMap nunca tiene claves repetidas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que guardar dos veces M-001 no da error, simplemente pisa el expediente anterior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cual puede ser exactamente lo que usted quiere o un bug grave si no lo controla. get(clave) devuelve el valor o null si la clave no existe, por eso siempre hay que validar antes de usar el resultado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GetOrDefault(clave, valorPorDefecto) es la version comoda. containsKey pregunta por la clave y containsValue por el valor, siendo esta ultima lenta porque esa si recorre todo el mapa.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recorrer se usa for (Map.Entry&lt;String, Expediente&gt; e: expedientes.entrySet()) y dentro se leen e.getKey() y e.getValue(); tambien existen keySet() para las claves y values() para los valores.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algo crucial: si algun dia usted usa un objeto propio como clave, esta obligado a sobreescribir equals() y hashCode() juntos, porque si no, el mapa guardara duplicados que a los ojos del negocio son el mismo.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HashSet es el hermano del HashMap: por dentro es literalmente un...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El HashSet es el hermano del HashMap: por dentro es literalmente un HashMap donde solo importan las claves.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Su promesa es una sola y es potente: no admite duplicados y responde en tiempo constante a la pregunta esto ya esta.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Su metodo add devuelve un boolean que casi nadie mira y que vale oro: devuelve false si el elemento ya estaba.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En VetCare lo usamos para dos cosas concretas: un Set&lt;String&gt; de IDs ya usados, para rechazar un registro duplicado sin recorrer nada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Y un Set&lt;String&gt; de razas atendidas, que se llena solo y nos dice cuantas razas distintas ha visto la clinica sin que nadie las cuente a mano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Como Firulais y Toby son los dos labradores, al guardar el segundo el conjunto responde false y sigue reportando una sola vez esa raza.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Lo que un HashSet no le garantiza es el orden: si usted agrega Labrador, Criollo y Persa y luego imprime el conjunto, pueden salir en cualquier orden, porque la posicion la decide el hash.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Si necesita conservar el orden de insercion use LinkedHashSet o LinkedHashMap, y si necesita orden alfabetico use TreeSet o TreeMap, que ordenan pero cuestan un poco mas.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Ahora la parte grafica, y aqui empieza el segundo bloque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la parte grafica, y aqui empieza el segundo bloque de la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Swing es la biblioteca de escritorio de Java y funciona por anidamiento: la ventana es un JFrame, dentro del frame hay un contenedor donde se ponen paneles JPanel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dentro de los paneles van los componentes visibles como JLabel (texto fijo), JTextField (caja donde el usuario escribe) y JButton (boton).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se acomodan esos componentes lo decide un layout manager: el JFrame usa BorderLayout por defecto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reparte la ventana en NORTH, SOUTH, EAST, WEST y CENTER; el JPanel usa FlowLayout, que va poniendo los componentes en fila; y GridLayout arma una cuadricula de filas y columnas.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JFrame necesita tres lineas obligatorias o el estudiante creera que su programa no sirve: setDefaultCloseOperation(JFrame.EXIT_ON_CLOSE) para que cerrar la ventana termine el programa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SetSize o pack para darle tamano, y setVisible(true) para que aparezca.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Ademas, la ventana debe crearse dentro de SwingUtilities.invokeLater porque toda la interfaz de Swing vive en un hilo especial llamado EDT; hacerlo bien desde hoy evita cuelgues raros mas adelante.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mapa busca; la ventana solo pregunta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Map&lt;String, Expediente&gt; fichas = new HashMap&lt;&gt;();   // clave = ID unico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fichas.put("M-001", firulais);                      // put REEMPLAZA si la clave existe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Expediente e = fichas.get("M-004");                 // O(1) promedio: no recorre nada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if (e == null) { /* la clave no existe: validar SIEMPRE */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Set&lt;String&gt; razas = new HashSet&lt;&gt;();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boolean nueva = razas.add("Labrador");              // false si ya estaba: sin duplicados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JFrame v = new JFrame("VetCare");                   // 1) la ventana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JPanel p = new JPanel();                            // 2) el panel contenedor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JTextField txtId = new JTextField(12);              // 3) los componentes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JButton btn = new JButton("Buscar");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p.add(new JLabel("ID:")); p.add(txtId); p.add(btn);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v.add(p, BorderLayout.NORTH);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btn.addActionListener(ev -&gt; buscar());              // la GUI llama, NO calcula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v.setDefaultCloseOperation(JFrame.EXIT_ON_CLOSE);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v.setVisible(true);                                 // sin esta linea no aparece nada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HashMap guarda la inteligencia y la ventana solo pregunta: si la logica se le mete al boton, el sistema deja de ser reutilizable.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busca la ficha H-5000 dentro de un archivo historico de 5.000 expedientes, primero recorriendo un ArrayList y luego con get() sobre un HashMap comparando los nanosegundos, y despues ejecuta la misma busqueda desde una ventana Swing escrita linea por linea.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enunciado del proyecto exige buscar expedientes por ID y tener interfaz grafica, y hoy quedan resueltos los dos requisitos con la misma pieza de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HashMap sera el indice en memoria que se reconstruye al cargar el archivo CSV en las clases de persistencia, y el HashSet garantizara que no entren IDs repetidos.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primera ventana es el esqueleto sobre el que se montaran despues el formulario de registro de mascotas y la agenda de citas, por eso se escribe a mano y con la logica separada.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registro arranca precargado con cinco expedientes: M-001 Firulais labrador de Ana Gomez, M-002 Michi criollo de Luis Perez, M-003 Rocky pastor aleman de Ana Gomez, M-004 Nieve persa de Sara Diaz y M-005 Toby labrador de Sara Diaz.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 hay un archivo historico de 5.000 fichas viejas (H-0001 a H-5000) que se usa solo para comparar la busqueda lineal del ArrayList contra el get() del HashMap.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recepcionista busca por ID escrito en minusculas o con espacios sobrantes, asi que el texto que entra debe limpiarse con trim() y toUpperCase() antes de consultar el mapa.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Nadie pega una ventana ya hecha en esta clase: se escribe linea por linea para entender la jerarquia frame, panel y componente. VS Code no tiene disenador visual, asi que la tentacion no esta a un clic.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Bloque de mapas (minutos 10 a 30): cree la clase Expediente con id, nombre, raza, dueno y nota clinica, y la clase RegistroExpedientes con private final Map&lt;String, Expediente&gt; expedientes = new HashMap&lt;&gt;(); verifique guardando los cinco expedientes del escenario e imprimiendo expedientes.size().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Bloque de mapas (minutos 30 a 45): implemente buscar(String id) con get y validacion de null, y guardar(Expediente e) que use containsKey para avisar cuando un ID ya existe antes de que put lo reemplace en silencio; verifique guardando dos veces M-001 y confirmando que el mapa sigue en cinco expedientes y aparece el aviso.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Bloque de conjuntos (minutos 45 a 55): agregue private final Set&lt;String&gt; razas = new HashSet&lt;&gt;(); que se llene automaticamente en cada guardar y aproveche el boolean que devuelve add para avisar cuando la raza ya estaba; verifique que al cargar a Firulais y a Toby, ambos labradores, el conjunto reporta la raza repetida y razas.size() cuenta una sola vez Labrador.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Bloque Swing (minutos 65 a 95): escriba a mano la clase VentanaBuscarExpediente que extiende JFrame, con un JPanel superior que contenga un JLabel, un JTextField y un JButton, y un JLabel central para el resultado; verifique que la ventana abre centrada, con titulo VetCare y que al cerrarla el programa termina.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Integracion (minutos 95 a 115): conecte el boton con addActionListener usando lambda para que lea el ID del JTextField, lo normalice con trim() y toUpperCase(), consulte el HashMap y muestre el expediente en el JLabel central o un JOptionPane de advertencia si no existe, todo dentro de try-catch; capture la ventana con una busqueda exitosa y una fallida y suba el proyecto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al guardar dos veces el mismo ID el mapa sigue teniendo el mismo tamano y nadie aviso nada, que hace put cuando la clave ya existe y con que metodo pudo haberlo detectado antes?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compila sin errores pero no aparece ninguna ventana en pantalla, cual es la ultima linea que suele faltar despues de construir el JFrame?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resultado sale correcto en la consola pero el JLabel no cambia, esta llamando al metodo que actualiza el texto del componente o solo esta imprimiendo?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Clase RegistroExpedientes con HashMap y HashSet mas la ventana VentanaBuscarExpediente construida a mano (sin arrastrar componentes) que busca por ID y muestra el resultado o un mensaje de error controlado; comprimido y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busqueda por ID usa get() del HashMap y no un recorrido de lista, y responde correctamente tanto para un ID existente como para uno inexistente.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Intentar registrar un ID ya existente produce un aviso explicito y el tamano del mapa no cambia por accidente.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ventana abre centrada, con titulo, con el boton funcionando y termina el programa al cerrarse (setDefaultCloseOperation configurado).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evento del boton solo lee la entrada y llama al registro: ninguna estructura de datos ni regla de negocio esta escrita dentro del ActionListener.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encuentra cualquier expediente por ID en tiempo constante con HashMap y estrena su primera ventana Swing para consultarlo.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encuentra cualquier expediente por ID en tiempo constante con HashMap y estrena su primera ventana Swing para consultarlo.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 RegistroExpedientes con HashMap y HashSet mas la ventana VentanaBuscarExpediente construida a mano (sin arrastrar componentes) que busca por ID y muestra el resultado o un mensaje de error controlado; comprimido y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