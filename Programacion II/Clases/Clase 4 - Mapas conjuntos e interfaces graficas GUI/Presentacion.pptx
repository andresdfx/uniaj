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Mapas, conjuntos e interfaces graficas · HashMap, HashSet y Swing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Buscar por clave en un instante y darle cara al sistema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VetCare encuentra cualquier expediente por ID en tiempo constante con HashMap y estrena su primera ventana Swing para consultarlo.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Apache NetBeans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Clase RegistroExpedientes con HashMap y HashSet mas la ventana VentanaBuscarExpediente construida a mano (sin arrastrar componentes) que busca por ID y muestra el resultado o un mensaje de error controlado; comprimido y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Antes de entrar en materia, el reparto del tiempo, porque hoy son dos temas en un solo bloque de 120 minutos y hay…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problema tecnico es este: con un ArrayList, buscar por ID obliga a recorrer la lista comparando uno por uno, lo…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API de Map es corta pero tiene trampas que hay que nombrar en voz alta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HashSet es el hermano del HashMap: por dentro es literalmente un HashMap donde solo importan las claves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Ahora la parte grafica, y aqui empieza el segundo bloque de la clase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tipico del docente que no domina el tema: abrir el disenador visual de NetBeans, arrastrar tres componentes…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mapa busca; la ventana solo pregunta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Map&lt;String, Expediente&gt; fichas = new HashMap&lt;&gt;();   // clave = ID unico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fichas.put("M-001", firulais);                      // put REEMPLAZA si la clave existe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Expediente e = fichas.get("M-004");                 // O(1) promedio: no recorre nada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if (e == null) { /* la clave no existe: validar SIEMPRE */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Set&lt;String&gt; razas = new HashSet&lt;&gt;();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boolean nueva = razas.add("Labrador");              // false si ya estaba: sin duplicados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JFrame v = new JFrame("VetCare");                   // 1) la ventana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JPanel p = new JPanel();                            // 2) el panel contenedor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JTextField txtId = new JTextField(12);              // 3) los componentes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JButton btn = new JButton("Buscar");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p.add(new JLabel("ID:")); p.add(txtId); p.add(btn);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v.add(p, BorderLayout.NORTH);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btn.addActionListener(ev -&gt; buscar());              // la GUI llama, NO calcula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v.setDefaultCloseOperation(JFrame.EXIT_ON_CLOSE);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v.setVisible(true);                                 // sin esta linea no aparece nada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HashMap guarda la inteligencia y la ventana solo pregunta: si la logica se le mete al boton, el sistema deja de ser reutilizable.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Apache NetBeans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busca la ficha H-5000 dentro de un archivo historico de 5.000 expedientes, primero recorriendo un ArrayList y luego con get() sobre un HashMap comparando los nanosegundos, y despues ejecuta la misma busqueda desde una ventana Swing escrita linea por linea.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enunciado del proyecto exige buscar expedientes por ID y tener interfaz grafica, y hoy quedan resueltos los dos requisitos con la misma pieza de codigo.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HashMap sera el indice en memoria que se reconstruye al cargar el archivo CSV en las clases de persistencia, y el HashSet garantizara que no entren IDs repetidos.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Esta primera ventana es el esqueleto sobre el que se montaran despues el formulario de registro de mascotas y la agenda de citas, por eso se escribe a mano y con la logica separada.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registro arranca precargado con cinco expedientes: M-001 Firulais labrador de Ana Gomez, M-002 Michi criollo de Luis Perez, M-003 Rocky pastor aleman de Ana Gomez, M-004 Nieve persa de Sara Diaz y M-005 Toby labrador de Sara Diaz.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Ademas hay un archivo historico de 5.000 fichas viejas (H-0001 a H-5000) que se usa solo para comparar la busqueda lineal del ArrayList contra el get() del HashMap.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recepcionista busca por ID escrito en minusculas o con espacios sobrantes, asi que el texto que entra debe limpiarse con trim() y toUpperCase() antes de consultar el mapa.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Ningun estudiante debe usar el disenador visual de NetBeans en esta clase: la ventana se escribe linea por linea para entender la jerarquia frame, panel y componente.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Bloque de mapas (minutos 10 a 30): cree la clase Expediente con id, nombre, raza, dueno y nota clinica, y la clase RegistroExpedientes con private final Map&lt;String, Expediente&gt; expedientes = new HashMap&lt;&gt;(); verifique guardando los cinco expedientes del escenario e imprimiendo expedientes.size().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Bloque de mapas (minutos 30 a 45): implemente buscar(String id) con get y validacion de null, y guardar(Expediente e) que use containsKey para avisar cuando un ID ya existe antes de que put lo reemplace en silencio; verifique guardando dos veces M-001 y confirmando que el mapa sigue en cinco expedientes y aparece el aviso.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Bloque de conjuntos (minutos 45 a 55): agregue private final Set&lt;String&gt; razas = new HashSet&lt;&gt;(); que se llene automaticamente en cada guardar y aproveche el boolean que devuelve add para avisar cuando la raza ya estaba; verifique que al cargar a Firulais y a Toby, ambos labradores, el conjunto reporta la raza repetida y razas.size() cuenta una sola vez Labrador.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Bloque Swing (minutos 65 a 95): escriba a mano la clase VentanaBuscarExpediente que extiende JFrame, con un JPanel superior que contenga un JLabel, un JTextField y un JButton, y un JLabel central para el resultado; verifique que la ventana abre centrada, con titulo VetCare y que al cerrarla el programa termina.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Integracion (minutos 95 a 115): conecte el boton con addActionListener usando lambda para que lea el ID del JTextField, lo normalice con trim() y toUpperCase(), consulte el HashMap y muestre el expediente en el JLabel central o un JOptionPane de advertencia si no existe, todo dentro de try-catch; capture la ventana con una busqueda exitosa y una fallida y suba el proyecto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al guardar dos veces el mismo ID el mapa sigue teniendo el mismo tamano y nadie aviso nada, que hace put cuando la clave ya existe y con que metodo pudo haberlo detectado antes?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compila sin errores pero no aparece ninguna ventana en pantalla, cual es la ultima linea que suele faltar despues de construir el JFrame?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el resultado sale correcto en la consola pero el JLabel no cambia, esta llamando al metodo que actualiza el texto del componente o solo esta imprimiendo?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Clase RegistroExpedientes con HashMap y HashSet mas la ventana VentanaBuscarExpediente construida a mano (sin arrastrar componentes) que busca por ID y muestra el resultado o un mensaje de error controlado; comprimido y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busqueda por ID usa get() del HashMap y no un recorrido de lista, y responde correctamente tanto para un ID existente como para uno inexistente.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Intentar registrar un ID ya existente produce un aviso explicito y el tamano del mapa no cambia por accidente.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ventana abre centrada, con titulo, con el boton funcionando y termina el programa al cerrarse (setDefaultCloseOperation configurado).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evento del boton solo lee la entrada y llama al registro: ninguna estructura de datos ni regla de negocio esta escrita dentro del ActionListener.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(examlab.lovable.app/app)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VetCare encuentra cualquier expediente por ID en tiempo constante con HashMap y estrena su primera ventana Swing para consultarlo.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(examlab.lovable.app/app)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4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VetCare encuentra cualquier expediente por ID en tiempo constante con HashMap y estrena su primera ventana Swing para consultarlo.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Clase RegistroExpedientes con HashMap y HashSet mas la ventana VentanaBuscarExpediente construida a mano (sin arrastrar componentes) que busca por ID y muestra el resultado o un mensaje de error controlado; comprimido y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