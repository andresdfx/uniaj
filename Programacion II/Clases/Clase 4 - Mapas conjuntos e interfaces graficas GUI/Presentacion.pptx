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Ningun estudiante debe usar el disenador visual de NetBeans en esta clase: la ventana se escribe linea por linea para entender la jerarquia frame, panel y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