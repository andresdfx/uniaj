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el primer bloque se alarga, la ventana queda sin terminar y la clase se pierde, asi que ponga un cronometro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dos claves distintas caen en la misma casilla (una colision), el mapa guarda ambas en esa casilla y usa equals() para distinguirlas al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un HashSet no le garantiza es el orden: si usted agrega Labrador, Criollo y Persa y luego imprime el conjunto, pueden salir en cualquier orden, porque la posicion la decide el hash.</a:t>
            </a:r>
          </a:p>
          <a:p/>
          <a:p>
            <a:r>
              <a:t>Si necesita conservar el orden de insercion use LinkedHashSet o LinkedHashMap, y si necesita orden alfabetico use TreeSet o TreeMap, que ordenan pero cuestan un poco 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la parte grafica, y aqui empieza el segundo bloque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Mapas, conjuntos e interfaces graficas · HashMap, HashSet y Swing — Buscar por clave en un instante y darle cara al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entrar en materia, el reparto del tiempo, porque hoy son dos...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 que ser estricto: minutos 0 a 10 encuadre y repaso rapido de cola y pila; minutos 10 a 55 mapas y conjuntos con demo en consola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Minutos 55 a 65 pausa; minutos 65 a 95 introduccion a Swing con la ventana construida en vivo; minutos 95 a 115 taller integrado donde la ventana consulta el HashMap; minutos 115 a 120 cierre y entrega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que une los dos temas es uno solo: hoy le damos a VetCare la capacidad de responder en un instante la pregunta que mas hace la recepcionista de Huellitas, que es dame el expediente de la mascota M-004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le damos una pantalla para hacerla sin abrir el editor de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 ArrayList, buscar por ID obliga 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 que se llama busqueda lineal y en el peor caso revisa los 5.000 elementos del archivo historico.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HashMap resuelve eso con una idea distinta: en vez de guardar solo el objeto, guarda parejas clave-valor, y usa la clave para calcular directamente en que casilla del arreglo interno esta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lo hace el metodo hashCode() del objeto clave: convierte el texto M-004 en un numero, ese numero se transforma en una posicion del arreglo interno, y ahi mismo queda el expediente.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 ArrayList, buscar por ID obliga 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practico es que get("M-004") no depende de cuantas mascotas haya: con 10 o con 100.000 tarda basicamente lo mismo, y eso es lo que vamos a medir en vivo con System.nanoTime().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declaramos; y la clave es el ID, que es unico por definicion.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Map&lt;String, Expediente&gt; expedientes = new HashMap&lt;&gt;()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 hay que nombrar en voz...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alta. put(clave, valor) agrega, pero si la clave ya existia reemplaza el valor anterior en silencio y devuelve el que estaba: eso significa que un HashMap nunca tiene claves repetidas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guardar dos veces M-001 no da error, simplemente pisa el expediente anterior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cual puede ser exactamente lo que usted quiere o un bug grave si no lo controla. get(clave) devuelve el valor o null si la clave no existe, por eso siempre hay que validar antes de usar el resultado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 hay que nombrar en voz...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GetOrDefault(clave, valorPorDefecto) es la version comoda. containsKey pregunta por la clave y containsValue por el valor, siendo esta ultima lenta porque esa si recorre todo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recorrer se usa ) y dentro se leen e.getKey() y e.getValue(); tambien existen keySet() para las claves y values() para los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crucial: si algun dia usted usa un objeto propio como clave, esta obligado a sobreescribir equals() y hashCode() juntos, porque si no, el mapa guardara duplicados que a los ojos del negocio son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(Map.Entry&lt;String, Expediente&gt; e: expedientes.entrySet()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HashSet es el hermano del HashMap: por dentro es literalmente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promesa es una sola y es potente: no admite duplicados y responde en tiempo constante a la pregunta esto ya 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metodo add devuelve un boolean que casi nadie mira y que vale oro: devuelve false si el elemento ya estaba.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lo usamos para dos cosas concretas: un Set&lt;String&gt; de IDs ya usados, para rechazar un registro duplicado sin recorrer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Set&lt;String&gt; de razas atendidas, que se llena solo y nos dice cuantas razas distintas ha visto la clinica sin que nadie las cuente a mano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Firulais y Toby son los dos labradores, al guardar el segundo el conjunto responde false y sigue reportando una sola vez esa raza.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grafica, y aqui empieza el segundo bloque de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es la biblioteca de escritorio de Java y funciona por anidamiento: la ventana es un JFrame, dentro del frame hay un contenedor donde se ponen paneles JPanel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dentro de los paneles van los componentes visibles como JLabel (texto fijo), JTextField (caja donde el usuario escribe) y JButton (boton).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acomodan esos componentes lo decide un layout manager: el JFrame usa BorderLayout por defecto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reparte la ventana en NORTH, SOUTH, EAST, WEST y CENTER; el JPanel usa FlowLayout, que va poniendo los componentes en fila; y GridLayout arma una cuadricula de filas y columnas.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grafica, y aqui empieza el segundo bloque de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JFrame necesita tres lineas obligatorias o el estudiante creera que su programa no sirve: setDefaultCloseOperation(JFrame.EXIT_ON_CLOSE) para que cerrar la ventana termine el programa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SetSize o pack para darle tamano, y setVisible(true) para que aparezca.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la ventana debe crearse dentro de SwingUtilities.invokeLater porque toda la interfaz de Swing vive en un hilo especial llamado EDT; hacerlo bien desde hoy evita cuelgues raros mas adelante.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VetCareBuscarExpediente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VetCareBuscarExpediente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// ---- Datos: la inteligencia del sistema vive aqui, no en el boton 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Map&lt;String, Expediente&gt; expedientes = new HashMap&lt;&gt;();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Set&lt;String&gt; razas = new HashSet&lt;&gt;();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// ---- Componentes de la interfaz 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JTextField(12);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btnBuscar = new JButton("Buscar expediente");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JLabel lblResultado = new JLabel("Escriba un ID (ej: M-002) y presione Buscar", SwingConstants.CENTER);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VetCareBuscarExpediente()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VetCareBuscarExpediente()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Buscar expediente");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cargarDatosDePrueba();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compararBusquedas();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construirInterfaz();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cargarDatosDePrueba()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cargarDatosDePrueba()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Expediente("M-001", "Firulais", "Labrador", "Ana Gomez", "Vacunacion al dia"));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Expediente("M-002", "Michi", "Criollo", "Luis Perez", "Control de peso"));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Expediente("M-003", "Rocky", "Pastor Aleman", "Ana Gomez", "Revision de patas"));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Expediente("M-004", "Nieve", "Persa", "Sara Diaz", "Desparasitacion"));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guardar(new Expediente("M-005", "Toby", "Labrador", "Sara Diaz", "Control geriatrico"));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System.out.println("Expedientes: " + expedientes.size() + " | Razas distintas: " + razas.size());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Regla de negocio: avisar antes de que put reemplace en silencio.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guardar(Expediente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(expedientes.containsKey(e.getId()))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System.out.println("Atencion: el ID " + e.getId() + " ya existia y sera reemplazado");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expedientes.put(e.getId(), e);              // clave -&gt; valor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boolean razaNueva = razas.add(e.getRaza()); // add devuelve false si ya estaba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(!razaNueva)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System.out.println("Raza ya registrada: " + e.getRaza());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Demo del dia: recorrer 5.000 fichas contra preguntarle la clave al mapa.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compararBusquedas()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compararBusquedas()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List&lt;Expediente&gt; archivoHistorico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Map&lt;String, Expediente&gt; indice = new HashMap&lt;&gt;();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(int i = 1; i &lt;= 5000; i++)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Expediente e = new Expediente("H-" + i, "Paciente " + i, "Criollo",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"Dueno " + i, "Archivo historico");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archivoHistorico.add(e);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indice.put(e.getId(), 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buscado = "H-5000"; // peor caso: la ultima ficha del archivo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t1 = System.nanoTime();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 porRecorrido =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(Expediente e: archivoHistorico) {   // busqueda lineal: compara una por una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(e.getId().equals(buscado))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porRecorrido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break;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nsLineal = System.nanoTime() - t1;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compararBusquedas()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t2 = System.nanoTime();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Expediente porClave = indice.get(buscado); // busqueda por clave: no recorre nada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long nsMapa = System.nanoTime() - t2;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System.out.println("ArrayList recorriendo 5.000: encontrado=" + (porRecorrido != null)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en " + nsLineal + " ns");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System.out.println("HashMap con get(clave):      encontrado=" + (porClave != null)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en " + nsMapa + " ns");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construirInterfaz()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construirInterfaz()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panelSuperior = new JPanel();           // FlowLayout por defecto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panelSuperior.add(new JLabel("ID de la mascota:"));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panelSuperior.add(btnBuscar);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lblResultado.setFont(new Font("SansSerif", Font.PLAIN, 14));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JLabel pie = new JLabel("Expedientes cargados: " + expedientes.size()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+ "  |  Razas distintas: " + razas.size(), SwingConstants.CENTER);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BorderLayout(10, 10));           // el JFrame usa BorderLayout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add(panelSuperior,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add(lblResultado, BorderLayout.CENTER);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add(pie, BorderLayout.SOUTH);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btnBuscar.addActionListener(e -&gt; buscar());    // el evento solo delega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txtId.addActionListener(e -&gt; buscar());        // Enter tambien busca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setDefaultCloseOperation(JFrame.EXIT_ON_CLOSE);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construirInterfaz()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setSize(600, 230);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                   // centrada en pantalla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Lee la entrada, consulta el mapa y pinta el resultado. Nada mas.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buscar()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buscar()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id = txtId.getText().trim().toUpperCase();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(id.isEmpty())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IllegalArgumentException("Debe escribir un ID, por ejemplo M-002");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Expediente e = expedientes.get(id);        // busqueda por clave, sin recorrer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(e == null) {                           // get devuelve null si no existe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lblResultado.setText("No existe expediente con ID " + 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JOptionPane.showMessageDialog(this,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"No existe expediente con ID " + id,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    "Sin resultados",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lblResultado.setText("&lt;html&gt;&lt;b&gt;" + e.getNombre() + "&lt;/b&gt; (" + e.getRaza() + ")&lt;br&gt;"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+ "Dueno: " + e.getDueno() + "&lt;br&gt;Nota clinica: " + e.getNota() + "&lt;/html&gt;");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"Dato invalido", JOptionPane.ERROR_MESSAGE);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buscar()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// La interfaz se construye en el hilo de eventos de Swing (EDT)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SwingUtilities.invokeLater(() -&gt; new VetCareBuscarExpediente().setVisible(true));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class Expediente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Expediente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raza;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VetCareBuscarExpediente.java — Expediente()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Expediente(String id, String nombre, String raza, String dueno, String nota)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this.raza = raza;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this.dueno = dueno;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this.nota = nota;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getRaza() { return raza;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getDueno() { return dueno;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getNota() { return nota;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Mapas, conjuntos e interfaces graficas · HashMap, HashSet y Swing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Buscar por clave en un instante y darle cara al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