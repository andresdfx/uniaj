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abrir el disenador visual de NetBeans, arrastrar tres componentes…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