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Introducción a arquitecturas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Diagnóstico · CloudLite App · primer boceto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Definir dominio CloudLite App + 3–5 capacidades + problema en 2–3 frases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Ubicar el curso como diseño de arquitecturas cloud al servicio del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PI CloudLite App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Distinguir nube vs on-prem y los bloques de una arquitectura cloud simple.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Dejar el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dominio y alcance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del PI escritos y compartibles.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Ficha PI: dominio, capacidades, actores y boceto C4 Context (Excalidraw/draw.io)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Padlet · Excalidraw /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Ficha de 6 bloques: DOMINIO · PROBLEMA · CAPACIDADES · ACTORES · SISTEMAS EXTERNOS · FUERA DE ALCANCE.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Actividad individual: cada estudiante define su propio dominio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es arquitectura cloud (mapa mental)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Arquitectura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= componentes + relaciones + despliegue + calidad (seguridad, escala, costo).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Cloud: recursos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bajo demanda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, multi-tenant, API/automatización.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Para CloudLite App: no «comprar servidores»;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capas y simular en labs gratis.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Bloques tipicos: cliente → API → lógica → datos → observabilidad.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CloudLite App — el hilo conductor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Aplicación web/API de un dominio realista (citas, academia, inventario liviano…).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Entregables del semestre: diagramas + contenedor (lab) + CI/CD conceptual + informe.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solo: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problema + capacidades + boceto de contexto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Sin AWS/GCP/Oracle: draw.io, LabEx Docker Playground, GitHub Actions.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dominio a arquitectura (mini-método)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1) Actor y problema. 2) Capacidades. 3) Contenedores lógicos. 4) Datos. 5) Riesgos.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Ejemplo: *AgendaU* — estudiantes reservan tutoría; API + auth + agenda + notificaciones.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diseño: ¿qué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núcleo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vs satélite?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Salida: diagrama C4 Context (sistema + actores externos).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Reemplacen actor / sistema / externo por su propio dominio CloudLite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Estudiante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CloudLite App
(el sistema = una sola caja)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Sistema externo
(ej. correo, auth)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79" y="3200400"/>
            <a:ext cx="1920241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usa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80960" y="3200400"/>
            <a:ext cx="1554480" cy="9144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notifica / consume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Nivel Context: el sistema es UNA caja (sin abrir por dentro). Actores a la izquierda, sistemas externos a la derecha. El interior se dibuja en Clase 4 (Containers).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elija un dominio concreto entre AgendaU, BiblioLite, InventarioLab, TurnosClinica o EventosCampus (o uno propio del mismo tamano) y escriba el problema en exactamente 3 frases: quien sufre el problema, como se resuelve hoy sin CloudLite y una cifra medible del dolor (por ejemplo 40 correos por semana para cuadrar 12 asesorias), verificando que en ninguna de las 3 frases aparezca una expresion generica como app de la universidad o red social; el resultado queda en la seccion 1 Dominio y problema del informe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liste exactamente 4 capacidades con la forma verbo mas objeto de negocio (reservar cita, publicar cupo, cancelar reserva, notificar recordatorio), 3 actores humanos con lo que espera cada uno, 2 o 3 sistemas externos con los que CloudLite intercambia informacion (por ejemplo proveedor de identidad, correo transaccional o pasarela de pagos) y 3 elementos de fuera de alcance, verificando que ninguna capacidad nombre tecnologia (nada de usar PostgreSQL ni desplegar en Docker) y que las 4 capacidades se lean como frases del negocio; queda en la seccion 1 del informe y se pega tal cual en la pregunta 1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 en la pregunta de tipo diagrama de ExamLab el C4 Context en Mermaid con exactamente 1 System para CloudLite, 2 Person, 2 System_Ext y 5 relaciones etiquetadas con verbo de negocio y protocolo, verificando al renderizar dentro de la plataforma que no aparezca ninguna caja interna (ni base de datos ni API ni worker, eso es Clase 4) y que cada flecha se lea en voz alta como una frase completa.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resuelva la tabla comparativa de 4 filas nube frente a on-premise, cierre con el veredicto de 2 frases que sera la entrada del ADR-001 de la Clase 2, y suba a ExamLab (modulo Talleres) las 5 preguntas resueltas antes del domingo 23:59, verificando que la ficha, el diagrama renderizado y el veredicto usen exactamente los mismos nombres de actores y de sistemas externos.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Ficha PI: dominio, capacidades, actores y boceto C4 Context (Excalidraw/draw.io)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dominio CloudLite App + 3–5 capacidades + problema en 2–3 frases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Ficha PI: dominio, capacidades, actores y boceto C4 Context (Excalidraw/draw.io)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