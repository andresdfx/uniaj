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Introducción a arquitecturas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Diagnóstico · CloudLite App · primer boceto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Definir dominio CloudLite App + 3–5 capacidades + problema en 2–3 frases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Ubicar el curso como diseño de arquitecturas cloud al servicio del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PI CloudLite App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Distinguir nube vs on-prem y los bloques de una arquitectura cloud simple.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Dejar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dominio y alcance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PI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PI: dominio, capacidades, actores y boceto C4 Context (Excalidraw/draw.io)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Padlet · Excalidraw / 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arquitectura cloud (mapa mental)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Arquitectura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componentes + relaciones + despliegue + calidad (seguridad, escala, costo).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Cloud: recursos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bajo demanda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multi-tenant, API/automatización.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Para CloudLite App: no «comprar servidores»;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diseñar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capas y simular en labs gratis.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Bloques tipicos: cliente → API → lógica → datos → observabilidad.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App — el hilo conductor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Aplicación web/API de un dominio realista (citas, academia, inventario liviano…).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Entregables del semestre: diagramas + contenedor (lab) + CI/CD conceptual + informe.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solo: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problema + capacidades + boceto de contexto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Sin AWS/GCP/Oracle: draw.io, Play with Docker, GitHub Actions.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(mini-método)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1) Actor y problema. 2) Capacidades. 3) Contenedores lógicos. 4) Datos. 5) Riesgos.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Ejemplo: *AgendaU* — estudiantes reservan tutoría; API + auth + agenda + notificaciones.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Pregunta de diseño: ¿qué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núcleo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vs satélite?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Salida: diagrama C4 Context (sistema + actores externos).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Reemplacen actor / sistema / externo por su propio dominio CloudLite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103120" cy="10972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Estudiante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377440"/>
            <a:ext cx="2834640" cy="164592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CloudLite App
(el sistema = una sola caja)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274320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Sistema externo
(ej. correo, auth)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79" y="3200400"/>
            <a:ext cx="1920241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63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usa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80960" y="3200400"/>
            <a:ext cx="1554480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35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notifica / consume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Nivel Context: el sistema es UNA caja (sin abrir por dentro). Actores a la izquierda, sistemas externos a la derecha. El interior se dibuja en Clase 4 (Containers).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Formen equipo de 2–3 (o individual autorizado).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Elijan dominio concreto (no «red social genérica»).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Escriban: problema (2–3 frases), 3–5 capacidades, 2–3 actores.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Excalidraw o draw.io: diagrama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C4 Context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(CloudLite + actores + sistemas externos).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Entrega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(Talleres): Doc/enlace con ficha + PNG del diagrama (domingo 23:59).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Ficha PI: dominio, capacidades, actores y boceto C4 Context (Excalidraw/draw.io)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dominio CloudLite App + 3–5 capacidades + problema en 2–3 frases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Ficha PI: dominio, capacidades, actores y boceto C4 Context (Excalidraw/draw.io)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