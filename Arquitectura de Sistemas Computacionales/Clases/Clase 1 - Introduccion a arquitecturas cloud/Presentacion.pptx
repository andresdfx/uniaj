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SISTEMAS EXTERNOS es el bloque nuevo de este semestre: dos o tres sistemas de terceros con los que CloudLite intercambia informacion (un proveedor de identidad, un servicio de correo, una pasarela de pagos); es exactamente lo que despues aparece como System_Ext en el diagrama C4 Context de la pregunta 2 de la plataforma del curso, asi que conviene que el estudiante los escriba aqui ANTES de dibujar, no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Conviene separar de entrada dos cosas que el estudiante confunde siempre: el stack tecnologico y la arquitectura.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problema sin afectado concreto y sin magnitud produce arquitecturas que nadie puede evaluar, porque no hay contra que comparar.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en esta primera clase y conviene tener la respuesta lista.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Lo que se decida hoy (dominio, actores, capacidades, problema) es la entrada obligatoria de la Clase 2, que se dicta la semana siguiente en sesion virtual sincrona y pide elegir entre IaaS, PaaS y SaaS registrando la decision; de la Clase 3, donde se contenerizara uno de los servicios de este mismo sistema; y sobre todo de la Clase 4, que abre la caja negra dibujada hoy para mostrar de dos a cinco contenedores logicos.</a:t>
            </a:r>
          </a:p>
          <a:p/>
          <a:p>
            <a:r>
              <a:t>Conviene decirlo en voz alta al cerrar: el estudiante que salga hoy sin dominio definido no tiene sobre que trabajar en las siguientes cuatro sesiones, y el docente debe negarse a dejar el tema abierto para la proxima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la ficha de dominio: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diagrama de cinco o seis elementos es el entregable de hoy, y su valor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Use el diagrama proyectado (System, dos Person, System_Ext) como plantilla en vivo: reemplace actor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Sistema y externo por el dominio de un estudiante voluntario mientras explica que en el nivel Context el sistema sigue siendo UNA sola caja, sin abrir por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del PI CloudLite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del PI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