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Introducción a arquitecturas cloud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Diagnóstico · CloudLite App · primer boceto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Definir dominio CloudLite App + 3–5 capacidades + problema en 2–3 frases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Trabajo guiado del PI (demo en vivo + avance individual).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Cierre: criterio de éxito + plazo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Ubicar el curso como diseño de arquitecturas cloud al servicio del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PI CloudLite App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Cerrar el dominio del PI en una ficha de cinco bloques, con capacidades de negocio y no piezas tecnicas.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Dejar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dominio y alcance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PI escritos y compartibles.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arquitectura cloud (mapa mental)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Arquitectura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componentes + relaciones + despliegue + calidad (seguridad, escala, costo).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Cloud: recursos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bajo demanda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multi-tenant, API/automatización.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CloudLite App: no «comprar servidores»;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diseñar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capas y simular en labs gratis.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Bloques tipicos: cliente → API → lógica → datos → observabilidad.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CloudLite App — el hilo conductor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Aplicación web/API de un dominio realista (citas, academia, inventario liviano…).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Entregables del semestre: diagramas + contenedor (lab) + CI/CD conceptual + informe.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solo: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problema + capacidades + boceto de contexto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AWS/GCP/Oracle: draw.io, Killercoda, GitHub Actions.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dominio a arquitectura (mini-método)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1) Actor y problema. 2) Capacidades. 3) Contenedores lógicos. 4) Datos. 5) Riesgos.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Ejemplo: *AgendaU* — estudiantes reservan tutoría; API + auth + agenda + notificaciones.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Pregunta de diseño: ¿qué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núcleo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vs satélite?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Salida: diagrama C4 Context (sistema + actores externos).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- entregable de hoy: la ficha de 6 bloques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 presenta el entregable de hoy: una ficha individual con seis bloques rotulados que cada estudiante llena por su cuenta y que no vuelve a cambiar en el resto del semestre.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DOMINIO fija en una linea el problema de negocio elegido (AgendaU, BiblioLite, InventarioLab, TurnosClinica, EventosCampus u otro del mismo tamano)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dominio generico (una red social, una tienda en linea sin mas detalle) hace imposible evaluar las decisiones de las clases siguientes, porque no hay nada concreto que arquitecturar.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PROBLEMA obliga a nombrar en tres frases quien sufre la situacion, como se resuelve hoy sin CloudLite y una cifra medible del dolor; sin esa cifra el problema es una opinion y no algo que un diseno pueda mejorar o empeorar de forma verificable.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- entregable de hoy: la ficha de 6 bloques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CAPACIDADES son los verbos de negocio que el sistema debe permitir (reservar, publicar, cancelar, notificar), nunca piezas tecnicas como login o cache, porque las capacidades describen el fin y la tecnologia es solo el medio.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ACTORES son las personas que interactuan con el sistema, cada una con una frase de que espera obtener; sin esto no hay a quien pedirle validacion cuando en clases futuras se revisen los diagramas.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FUERA DE ALCANCE cierra la ficha nombrando tres cosas que CloudLite no hara este semestre; ese bloque evita que el alcance crezca sin control clase a clase y es lo primero que hay que revisar cuando un estudiante pida mas tiempo en una entrega futura.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arquitectura cloud (mapa mental) (1/4)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Arquitectura de software es el conjunto de decisiones estructurales que resultan costosas o imposibles de cambiar despues: como se dividen los componentes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Como se comunican, donde se despliegan y que atributos de calidad se priorizan cuando entran en conflicto.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prueba practica para saber si una decision es arquitectonica consiste en preguntar cuanto costaria revertirla en tres meses.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Cambiar el color de un boton no es arquitectura; cambiar de base de datos relacional a documental si lo es, porque arrastra el modelo de datos, las consultas, el codigo de acceso y las pruebas.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Esa asimetria de costo es la razon de existir de la materia: si el docente no la instala el primer dia, el curso se percibe como una coleccion de diagramas decorativos y el estudiante concluye que la arquitectura es documentacion que se produce para la nota.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stack es la lista de tecnologias concretas; la arquitectura es la estructura y las razones.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arquitectura cloud (mapa mental) (2/4)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 proyectos pueden usar el mismo stack y tener arquitecturas opuestas: uno con un solo proceso que hace todo, otro con tres servicios que se comunican por red.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forma rapida de demostrarlo es escribir en el tablero «React + Node + PostgreSQL» y preguntar al curso cuantos usuarios simultaneos soporta eso, o que ocurre si la base de datos deja de responder.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Nadie puede contestar, porque el stack no contiene esa informacion; las respuestas viven en la arquitectura.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Hacer visible ese vacio en los primeros veinte minutos ahorra tres semanas de malentendidos.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atributos de calidad son las propiedades medibles que el sistema debe exhibir, y son el vocabulario con el que se justifica cualquier decision.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cuatro que este curso usa de forma permanente son rendimiento, disponibilidad, seguridad y costo.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Rendimiento se expresa en tiempo de respuesta: una convencion de usabilidad ampliamente aceptada dice que una interaccion web se siente inmediata por debajo de 100 milisegundos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arquitectura cloud (mapa mental) (3/4)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Aceptable hasta unos 300 y claramente lenta por encima de 1 segundo; son convenciones, no leyes fisicas, y conviene decirlo asi.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Disponibilidad se expresa como porcentaje de tiempo en que el sistema responde, y ahi el numero si es aritmetica exacta: 99 % permite unas 7 horas de caida al mes, 99,9 % (los llamados tres nueves) alrededor de 43 minutos, y 99,99 % poco mas de 4 minutos.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hacer ese calculo en el tablero, porque 43 minutos al mes es un dato que el estudiante recuerda, mientras que la expresion «alta disponibilidad» no significa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central es que estos atributos compiten entre si: mas disponibilidad exige redundancia, la redundancia cuesta dinero, y por eso la arquitectura es sobre todo el oficio de elegir que se sacrifica.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Nube no significa internet ni «el servidor de otra persona».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un modelo operativo con cinco rasgos que conviene enunciar tal cual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son el estandar con el que se define el termino: autoservicio bajo demanda, es decir que quien necesita recursos los aprovisiona sin pedir permiso ni esperar dias; acceso amplio por 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arquitectura cloud (mapa mental) (4/4)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Agrupacion de recursos, donde el proveedor comparte hardware fisico entre muchos clientes mediante virtualizacion, tema de la Clase 3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Elasticidad rapida, con capacidad que sube y baja en minutos y no en semanas; y medicion del servicio, o pago por lo consumido.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cambio economico que esto produce es lo relevante para la arquitectura, porque la infraestructura deja de ser una compra que se hace por adelantado y se amortiza a largo plazo, y pasa a ser un gasto operativo que cambia con cada decision de diseno.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eso en la nube el costo se convierte en un atributo de calidad tecnico y no solo administrativo, idea que el curso retoma de forma explicita en la Clase 10.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CloudLite App - el hilo conductor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Aterricemos en CloudLite App, el proyecto integrador que atraviesa las quince clases.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Supongamos que un estudiante elige como dominio la gestion de turnos de una barberia.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El diagrama de contexto correcto tiene una sola caja llamada CloudLite Turnos, tres actores alrededor (el cliente que reserva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El barbero que consulta su agenda del dia y el administrador que configura horarios y precios) y dos o tres sistemas externos con la flecha etiquetada: una pasarela de pagos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Con la etiqueta «envia solicitud de cobro y recibe confirmacion»; un proveedor de correo, con la etiqueta «envia recordatorio de turno»; y quizas un servicio de mapas.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Nada mas: la API, la base de datos y el almacenamiento de fotos no aparecen todavia porque son interiores.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Ese diagrama de cinco o seis elementos es el entregable de hoy, y su valor esta en que obliga a responder dos preguntas que el estudiante no se habia hecho: quien exactamente usa esto y de que terceros depende para funcionar.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Un sistema que depende de una pasarela de pagos hereda su disponibilidad, y esa herencia es una decision arquitectonica aunque nadie la haya escrito.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dominio a arquitectura (mini-metodo)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El modelo C4 es la notacion que este curso usa para dibujar arquitectura, y su virtud es ofrecer cuatro niveles de zoom con reglas claras sobre que se muestra en cada uno, en lugar de un unico diagrama que mezcla todo.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Nivel 1, Contexto: el sistema es una sola caja negra y alrededor aparecen unicamente las personas que lo usan y los sistemas externos con los que intercambia informacion.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Nivel 2, Contenedores: se abre esa caja y se ven las aplicaciones, servicios y bases de datos que la componen.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Nivel 3, Componentes: se abre un contenedor y se ven sus modulos internos.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Nivel 4, Codigo: clases y funciones, que en la practica casi nunca se dibuja porque el codigo mismo ya lo documenta.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Hoy se trabaja unicamente el nivel 1, y la regla es estricta: si en el diagrama de contexto aparecen las palabras PostgreSQL, Docker o Redis, el diagrama esta mal, porque eso es interior del sistema y corresponde al nivel 2 de la Clase 4.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El segundo artefacto de hoy es la ficha con cuatro capacidades y el problema en tres frases.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Una capacidad se escribe como un verbo de negocio que el usuario puede ejecutar, no como una pieza tecnica: «reservar un turno disponible», «cancelar o reprogramar hasta dos horas antes», «consultar la agenda del dia» y «cobrar un anticipo» son capacidades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dominio a arquitectura (mini-metodo)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«tener login con JWT», «usar cache» o «tener panel administrativo» no lo son, porque son medios y no fines.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limite de cuatro capacidades es una decision pedagogica deliberada y no una regla de la industria: con cada estudiante trabajando de forma individual durante doce semanas, un alcance de ocho capacidades garantiza que el proyecto no llegue a ninguna parte.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enunciado del problema debe nombrar a quien le duele y que pierde hoy, con alguna cifra aunque sea estimada: «la barberia agenda por mensajeria instantanea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Pierde alrededor de tres turnos diarios por doble reserva y no tiene registro de cuantos clientes no se presentaron».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problema sin afectado concreto y sin magnitud produce arquitecturas que nadie puede evaluar, porque no hay contra que comparar.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C4 - nivel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Use el diagrama proyectado (System, dos Person, System_Ext) como plantilla en vivo: reemplace actor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Sistema y externo por el dominio de un estudiante voluntario mientras explica que en el nivel Context el sistema sigue siendo UNA sola caja, sin abrir por dentro.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el mismo modelo C4 explicado arriba, ahora aplicado con nombres concretos, y sirve de puente directo hacia la pregunta 2 del taller en la plataforma del curso (el diagrama Mermaid que cada estudiante entrega hoy).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primera: cual es la diferencia entre arquitectura y diseno.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Respuesta: es una diferencia de alcance y de reversibilidad, no de naturaleza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Arquitectura son las decisiones que afectan a todo el sistema y son caras de revertir, diseno son las decisiones internas de un componente que se pueden cambiar sin tocar a los demas.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segunda: por que no usamos una cuenta real de un proveedor de nube.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Respuesta, y hay que darla sin disculparse: porque este curso evalua razonamiento arquitectonico y no el manejo de una consola que cambia de aspecto cada semestre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Ninguna actividad exigira tarjeta de credito ni cuenta de pago, todo se hace con draw.io, Excalidraw, Killercoda y el nivel gratuito de GitHub Actions, y quien aprende a justificar un trade-off lo aplica luego en cualquier proveedor en una tarde.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tercera: cuantas cajas debe tener mi diagrama.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Respuesta: en el nivel de contexto, entre cuatro y ocho elementos en total; si hay veinte, es casi seguro que se colaron piezas internas.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vale cerrar ubicando al docente en el mapa del curso, porque la Clase 1 no es una introduccion suelta sino el cimiento de una cadena.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se decida hoy (dominio, actores, capacidades, problema) es la entrada obligatoria de la Clase 2, que se dicta la semana siguiente en sesion virtual sincrona y pide elegir entre IaaS, PaaS y SaaS registrando la decision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la Clase 3, donde se contenerizara uno de los servicios de este mismo sistema; y sobre todo de la Clase 4, que abre la caja negra dibujada hoy para mostrar de dos a cinco contenedores logicos.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5 es el primer parcial y evalua justamente este vocabulario.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Error tipico del docente que no domina el tema: confundir arquitectura con stack tecnologico y permitir que el estudiante presente una lista de tecnologias como si fuera una arquitectura.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consecuencia aguas abajo es directa: en la Clase 2 ese estudiante no podra sustentar su registro de decision, porque nunca hizo explicito un atributo de calidad que la justifique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la Clase 4 producira un diagrama de contenedores que es un inventario de herramientas sin fronteras de responsabilidad.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error es aceptar diagramas de contexto contaminados con piezas internas (base de datos, cache, balanceador) porque «se ven mas completos»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eso se aprueba hoy, el nivel de contenedores de la Clase 4 pierde todo sentido, ya que no habra nada nuevo que revelar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sustentacion final de la Clase 15 terminara siendo un unico diagrama ilegible en el que el estudiante no sabe a que nivel de zoom esta hablando.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C4 — nivel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Reemplacen actor / sistema / externo por su propio dominio CloudLite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103120" cy="109728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Estudiante
(actor)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2377440"/>
            <a:ext cx="2834640" cy="164592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CloudLite App
(el sistema = una sola caja)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35440" y="274320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Sistema externo
(ej. correo, auth)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926079" y="3200400"/>
            <a:ext cx="1920241" cy="914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063240" y="3044951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usa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680960" y="3200400"/>
            <a:ext cx="1554480" cy="914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635240" y="3044951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notifica / consume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Nivel Context: el sistema es UNA caja (sin abrir por dentro). Actores a la izquierda, sistemas externos a la derecha. El interior se dibuja en Clase 4 (Containers).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adl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Padlet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Rompehielos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calidr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 rapido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raw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C4 Context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370277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70277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70277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merma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2408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443429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Codigo del diagrama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6431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6431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96431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examl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98562" y="4311396"/>
            <a:ext cx="1220724" cy="122072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269583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la plataforma del curso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código Mermaid dentro de la plataforma del curso,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C4Context».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la plataforma del curso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la plataforma del curso.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Ficha PI de 5 bloques + C4 Context en Mermaid renderizado en la plataforma del curso (boceto previo en Excalidraw/draw.io)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Padlet · Excalidraw / draw.io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Ficha de 5 bloques: DOMINIO · PROBLEMA · ACTORES (con sus sistemas externos) · CAPACIDADES · FUERA DE ALCANCE.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Actividad individual: cada estudiante define su propio dominio CloudLite.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Manos a la obra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Paso 1: elija un dominio concreto entre AgendaU, BiblioLite, InventarioLab, TurnosClinica o EventosCampus (o uno propio del mismo tamano) y escriba en la pregunta 1 el problema en 2 o 3 frases, diciendo QUIEN lo sufre con un rol concreto y COMO se mide con una cifra, aunque sea estimada; verifique que su enunciado no sirva igual para cualquier otro sistema, porque entonces el dominio todavia es generico.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Paso 2: complete en la pregunta 2 la ficha de cinco bloques (DOMINIO, PROBLEMA, ACTORES, CAPACIDADES, FUERA DE ALCANCE) con 3 a 5 capacidades en la forma verbo mas objeto de negocio, 2 a 3 actores con lo que espera cada uno, los sistemas externos dentro del bloque ACTORES, y lo que el sistema no hara este semestre; verifique que ninguna capacidad nombre tecnologia.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Paso 3: dibuje primero el boceto del C4 Context en Excalidraw o draw.io, que es donde se piensa el modelo, y despues pidale a una IA que lo traduzca a Mermaid («convierta este diagrama a Mermaid usando C4Context»); peguelo en la pregunta 3 y verifique en el diagrama ya renderizado que el sistema sea UNA sola caja, que no aparezca ninguna caja interna (eso es la pregunta 13) y que cada flecha lleve verbo y protocolo.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Paso 4: elija en la pregunta 4 dos atributos de calidad de los cuatro del curso, escriba por que pesan en SU dominio y como los mediria con un numero y una unidad, y cierre diciendo cual sacrificaria y que gana a cambio; revise ademas que los nombres de actores y de sistemas externos sean EXACTAMENTE los mismos en la ficha y en el diagrama, porque las preguntas 12 a 15 los reutilizan. Las preguntas 5 a 15 se resuelven en las Clases 2, 3 y 4: la actividad se entrega completa al cierre del Corte 1, no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Ficha PI de 5 bloques + C4 Context en Mermaid renderizado en la plataforma del curso (boceto previo en Excalidraw/draw.io)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la plataforma del curso en la fecha que indique el docente.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Definir dominio CloudLite App + 3–5 capacidades + problema en 2–3 frases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Ficha PI de 5 bloques + C4 Context en Mermaid renderizado en la plataforma del curso (boceto previo en Excalidraw/draw.io)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