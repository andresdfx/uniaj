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916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828800" cy="79710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180015" y="3200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269CCB"/>
                </a:solidFill>
                <a:latin typeface="Calibri"/>
              </a:rPr>
              <a:t>Clase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14400"/>
            <a:ext cx="1127729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Introducción a arquitecturas cloud</a:t>
            </a:r>
          </a:p>
          <a:p>
            <a:pPr algn="ctr">
              <a:spcBef>
                <a:spcPts val="800"/>
              </a:spcBef>
            </a:pPr>
            <a:r>
              <a:rPr sz="1500" b="0" i="0">
                <a:solidFill>
                  <a:srgbClr val="269CCB"/>
                </a:solidFill>
                <a:latin typeface="Calibri"/>
              </a:rPr>
              <a:t>Diagnóstico · CloudLite App · primer boceto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00400"/>
            <a:ext cx="11277295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333333"/>
                </a:solidFill>
                <a:latin typeface="Calibri"/>
              </a:rPr>
              <a:t>Hoy avanzamos el PI en: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Definir dominio CloudLite App + 3–5 capacidades + problema en 2–3 frases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Bloque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· Teoría breve · Taller PI · cierre.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Herramientas gratis + navegador · sin AWS/GCP/Oracle Cloud.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Agenda de hoy (120 min)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0–10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Encuadre: hoy avanzamos el PI en… + entregable concreto.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10–40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Teoría Core breve (solo lo necesario para el taller PI).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40–100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Taller guiado PI (demo en vivo + avance individual).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100–115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Revisión de evidencias del PI.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115–120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Cierre: criterio de éxito + plazo domingo 23:59.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Objetivos de la clase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Ubicar el curso como diseño de arquitecturas cloud al servicio del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PI CloudLite App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Cerrar el dominio del PI en una ficha de cinco bloques, con capacidades de negocio y no piezas tecnicas.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Dejar el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dominio y alcance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del PI escritos y compartibles.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PI CloudLite — entregable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Ficha PI de 5 bloques + C4 Context en Mermaid renderizado en ExamLab (boceto previo en Excalidraw/draw.io)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Padlet · Excalidraw / draw.io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Todo lo que construyan hoy entra al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informe/repo del PI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(no es lab suelto).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Ficha de 5 bloques: DOMINIO · PROBLEMA · ACTORES (con sus sistemas externos) · CAPACIDADES · FUERA DE ALCANCE.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Actividad individual: cada estudiante define su propio dominio CloudLite.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Qué es arquitectura cloud (mapa mental)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Arquitectura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= componentes + relaciones + despliegue + calidad (seguridad, escala, costo).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Cloud: recursos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bajo demanda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multi-tenant, API/automatización.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Para CloudLite App: no «comprar servidores»;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diseñar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capas y simular en labs gratis.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Bloques tipicos: cliente → API → lógica → datos → observabilidad.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CloudLite App — el hilo conductor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Aplicación web/API de un dominio realista (citas, academia, inventario liviano…).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Entregables del semestre: diagramas + contenedor (lab) + CI/CD conceptual + informe.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Hoy solo: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problema + capacidades + boceto de contexto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Sin AWS/GCP/Oracle: draw.io, Killercoda, GitHub Actions.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 dominio a arquitectura (mini-método)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1) Actor y problema. 2) Capacidades. 3) Contenedores lógicos. 4) Datos. 5) Riesgos.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Ejemplo: *AgendaU* — estudiantes reservan tutoría; API + auth + agenda + notificaciones.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Pregunta de diseño: ¿qué es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núcleo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vs satélite?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Salida: diagrama C4 Context (sistema + actores externos).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Ejemplo de diagrama C4 — nivel Context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Reemplacen actor / sistema / externo por su propio dominio CloudLite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743200"/>
            <a:ext cx="2103120" cy="1097280"/>
          </a:xfrm>
          <a:prstGeom prst="roundRect">
            <a:avLst>
              <a:gd name="adj" fmla="val 12000"/>
            </a:avLst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Estudiante
(actor)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46320" y="2377440"/>
            <a:ext cx="2834640" cy="1645920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CloudLite App
(el sistema = una sola caja)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235440" y="2743200"/>
            <a:ext cx="2286000" cy="1097280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Sistema externo
(ej. correo, auth)</a:t>
            </a:r>
          </a:p>
        </p:txBody>
      </p:sp>
      <p:cxnSp>
        <p:nvCxnSpPr>
          <p:cNvPr id="9" name="Connector 8"/>
          <p:cNvCxnSpPr/>
          <p:nvPr/>
        </p:nvCxnSpPr>
        <p:spPr>
          <a:xfrm flipV="1">
            <a:off x="2926079" y="3200400"/>
            <a:ext cx="1920241" cy="91440"/>
          </a:xfrm>
          <a:prstGeom prst="line">
            <a:avLst/>
          </a:prstGeom>
          <a:ln w="22225">
            <a:solidFill>
              <a:srgbClr val="66666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3063240" y="3044951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666666"/>
                </a:solidFill>
                <a:latin typeface="Calibri"/>
              </a:rPr>
              <a:t>usa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680960" y="3200400"/>
            <a:ext cx="1554480" cy="91440"/>
          </a:xfrm>
          <a:prstGeom prst="line">
            <a:avLst/>
          </a:prstGeom>
          <a:ln w="22225">
            <a:solidFill>
              <a:srgbClr val="66666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635240" y="3044951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666666"/>
                </a:solidFill>
                <a:latin typeface="Calibri"/>
              </a:rPr>
              <a:t>notifica / consume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263640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Nivel Context: el sistema es UNA caja (sin abrir por dentro). Actores a la izquierda, sistemas externos a la derecha. El interior se dibuja en Clase 4 (Containers).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Herramientas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Gratis · navegador o free tier · sin cuenta de pago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padl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9331" y="1847087"/>
            <a:ext cx="1220724" cy="12207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3159251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Padlet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Rompehielos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3354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83354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83354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excalidra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5485" y="1847087"/>
            <a:ext cx="1220724" cy="122072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56506" y="3159251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Excalidraw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Boceto rapido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9508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9508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09508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drawi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11640" y="1847087"/>
            <a:ext cx="1220724" cy="1220724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182660" y="3159251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draw.io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C4 Context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370277" y="4055364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370277" y="4055364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370277" y="4119372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mermai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72408" y="4311396"/>
            <a:ext cx="1220724" cy="1220724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2443429" y="5623560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Mermaid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Codigo del diagrama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96431" y="4055364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96431" y="4055364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196431" y="4119372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examla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98562" y="4311396"/>
            <a:ext cx="1220724" cy="1220724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6269583" y="5623560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ExamLab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Donde se entrega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Del boceto a ExamLab (diagrama)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El diagrama se entrega como código Mermaid dentro de ExamLab, no como imagen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659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965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965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751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Disena visual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Dibuja el diagrama como quieras en Excalidraw o draw.io: es mas rapido arrastrar cajas que escribir codigo, y ahi es donde piensas el modelo.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802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4360" y="3108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3108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894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Traduce con IA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Copia o describe tu boceto a una IA y pidele el codigo Mermaid: «convierte este diagrama a Mermaid usando C4Context». Revisa el resultado: la IA acierta la sintaxis, no tu modelo.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945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" y="4251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4251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4037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Pega y renderiza en ExamLab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Pega ese codigo en la caja de texto de la pregunta y mira como lo dibuja la plataforma. Si no renderiza, corrige ahi mismo: lo que se califica es el diagrama renderizado dentro de ExamLab.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5088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4360" y="5394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5394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5180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Guarda el PNG para tu PI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Exporta tambien la imagen a la carpeta de tu Proyecto Integrador. Esa copia es para tu informe; no reemplaza la respuesta en la plataforma.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(paso a paso)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1" i="0">
                <a:solidFill>
                  <a:srgbClr val="333333"/>
                </a:solidFill>
                <a:latin typeface="Calibri"/>
              </a:rPr>
              <a:t>1.</a:t>
            </a:r>
            <a:r>
              <a:rPr sz="1800" b="0" i="0">
                <a:solidFill>
                  <a:srgbClr val="333333"/>
                </a:solidFill>
                <a:latin typeface="Calibri"/>
              </a:rPr>
              <a:t> Paso 1: elija un dominio concreto entre AgendaU, BiblioLite, InventarioLab, TurnosClinica o EventosCampus (o uno propio del mismo tamano) y escriba en la pregunta 1 el problema en 2 o 3 frases, diciendo QUIEN lo sufre con un rol concreto y COMO se mide con una cifra, aunque sea estimada; verifique que su enunciado no sirva igual para cualquier otro sistema, porque entonces el dominio todavia es generico.</a:t>
            </a:r>
          </a:p>
          <a:p>
            <a:pPr>
              <a:spcAft>
                <a:spcPts val="8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800" b="1" i="0">
                <a:solidFill>
                  <a:srgbClr val="333333"/>
                </a:solidFill>
                <a:latin typeface="Calibri"/>
              </a:rPr>
              <a:t>2.</a:t>
            </a:r>
            <a:r>
              <a:rPr sz="1800" b="0" i="0">
                <a:solidFill>
                  <a:srgbClr val="333333"/>
                </a:solidFill>
                <a:latin typeface="Calibri"/>
              </a:rPr>
              <a:t> Paso 2: complete en la pregunta 2 la ficha de cinco bloques (DOMINIO, PROBLEMA, ACTORES, CAPACIDADES, FUERA DE ALCANCE) con 3 a 5 capacidades en la forma verbo mas objeto de negocio, 2 a 3 actores con lo que espera cada uno, los sistemas externos dentro del bloque ACTORES, y lo que el sistema no hara este semestre; verifique que ninguna capacidad nombre tecnologia.</a:t>
            </a:r>
          </a:p>
          <a:p>
            <a:pPr>
              <a:spcAft>
                <a:spcPts val="8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800" b="1" i="0">
                <a:solidFill>
                  <a:srgbClr val="333333"/>
                </a:solidFill>
                <a:latin typeface="Calibri"/>
              </a:rPr>
              <a:t>3.</a:t>
            </a:r>
            <a:r>
              <a:rPr sz="1800" b="0" i="0">
                <a:solidFill>
                  <a:srgbClr val="333333"/>
                </a:solidFill>
                <a:latin typeface="Calibri"/>
              </a:rPr>
              <a:t> Paso 3: dibuje primero el boceto del C4 Context en Excalidraw o draw.io, que es donde se piensa el modelo, y despues pidale a una IA que lo traduzca a Mermaid («convierta este diagrama a Mermaid usando C4Context»); peguelo en la pregunta 3 y verifique en el diagrama ya renderizado que el sistema sea UNA sola caja, que no aparezca ninguna caja interna (eso es la pregunta 13) y que cada flecha lleve verbo y protocolo.</a:t>
            </a:r>
          </a:p>
          <a:p>
            <a:pPr>
              <a:spcAft>
                <a:spcPts val="8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800" b="1" i="0">
                <a:solidFill>
                  <a:srgbClr val="333333"/>
                </a:solidFill>
                <a:latin typeface="Calibri"/>
              </a:rPr>
              <a:t>4.</a:t>
            </a:r>
            <a:r>
              <a:rPr sz="1800" b="0" i="0">
                <a:solidFill>
                  <a:srgbClr val="333333"/>
                </a:solidFill>
                <a:latin typeface="Calibri"/>
              </a:rPr>
              <a:t> Paso 4: elija en la pregunta 4 dos atributos de calidad de los cuatro del curso, escriba por que pesan en SU dominio y como los mediria con un numero y una unidad, y cierre diciendo cual sacrificaria y que gana a cambio; revise ademas que los nombres de actores y de sistemas externos sean EXACTAMENTE los mismos en la ficha y en el diagrama, porque las preguntas 12 a 15 los reutilizan. Las preguntas 5 a 15 se resuelven en las Clases 2, 3 y 4: la actividad se entrega completa al cierre del Corte 1, no hoy.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continuar (PI)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Entregable: Ficha PI de 5 bloques + C4 Context en Mermaid renderizado en ExamLab (boceto previo en Excalidraw/draw.io)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Subir evidencias al paquete CloudLite (Drive/repo) y a ExamLab (https://uniaj.examlab.workers.dev/) domingo 23:59.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Sin cloud de pago ni instalaciones obligatorias de hipervisores/Docker Desktop.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1 · PI en movimiento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Definir dominio CloudLite App + 3–5 capacidades + problema en 2–3 frases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Evidencia: Ficha PI de 5 bloques + C4 Context en Mermaid renderizado en ExamLab (boceto previo en Excalidraw/draw.io)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paso = siguiente hito del PI CloudLite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Teoría al servicio del proyecto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