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DOMINIO fija en una linea el problema de negocio elegido (AgendaU, BiblioLite, InventarioLab, TurnosClinica, EventosCampus u otro del mismo tamano); un dominio generico (una red social, una tienda en linea sin mas detalle) hace imposible evaluar las decisiones de las clases siguientes, porque no hay nada concreto que arquitecturar.</a:t>
            </a:r>
          </a:p>
          <a:p/>
          <a:p>
            <a:r>
              <a:t>(No se proyecta) SISTEMAS EXTERNOS es el bloque nuevo de este semestre: dos o tres sistemas de terceros con los que CloudLite intercambia informacion (un proveedor de identidad, un servicio de correo, una pasarela de pagos); es exactamente lo que despues aparece como System_Ext en el diagrama C4 Context, asi que conviene que el estudiante los escriba aqui ANTES de dibujar, no despues.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puede contestar, porque el stack no contiene esa informacion; las respuestas viven en la arquitectura.</a:t>
            </a:r>
          </a:p>
          <a:p/>
          <a:p>
            <a:r>
              <a:t>Hacer visible ese vacio en los primeros veinte minutos ahorra tres semanas de malentendidos.</a:t>
            </a:r>
          </a:p>
          <a:p/>
          <a:p>
            <a:r>
              <a:t>Nube no significa internet ni «el servidor de otra persona».</a:t>
            </a:r>
          </a:p>
          <a:p/>
          <a:p>
            <a:r>
              <a:t>(No se proyecta) Esa asimetria de costo es la razon de existir de la materia: si el docente no la instala el primer dia, el curso se percibe como una coleccion de diagramas decorativos y el estudiante concluye que la arquitectura es documentacion que se produce para la nota.</a:t>
            </a:r>
          </a:p>
          <a:p/>
          <a:p>
            <a:r>
              <a:t>(No se proyecta) Conviene separar de entrada dos cosas que el estudiante confunde siempre: el stack tecnologico y la arquitectura.</a:t>
            </a:r>
          </a:p>
          <a:p/>
          <a:p>
            <a:r>
              <a:t>(No se proyecta) Una forma rapida de demostrarlo es escribir en el tablero «React + Node + PostgreSQL» y preguntar al curso cuantos usuarios simultaneos soporta eso, o que ocurre si la base de datos deja de responder.</a:t>
            </a:r>
          </a:p>
          <a:p/>
          <a:p>
            <a:r>
              <a:t>(No se proyecta) Rendimiento se expresa en tiempo de respuesta: una convencion de usabilidad ampliamente aceptada dice que una interaccion web se siente inmediata por debajo de 100 milisegundos, aceptable hasta unos 300 y claramente lenta por encima de 1 segundo; son convenciones, no leyes fisicas, y conviene decirlo asi.</a:t>
            </a:r>
          </a:p>
          <a:p/>
          <a:p>
            <a:r>
              <a:t>(No se proyecta) Vale hacer ese calculo en el tablero, porque 43 minutos al mes es un dato que el estudiante recuerda, mientras que la expresion «alta disponibilidad» no significa nada.</a:t>
            </a:r>
          </a:p>
          <a:p/>
          <a:p>
            <a:r>
              <a:t>(No se proyecta) Es un modelo operativo con cinco rasgos que conviene enunciar tal cual, porque son el estandar con el que se define el termino: autoservicio bajo demanda, es decir que quien necesita recursos los aprovisiona sin pedir permiso ni esperar dias; acceso amplio por red; agrupacion de recursos, donde el proveedor comparte hardware fisico entre muchos clientes mediante virtualizacion, tema de la Clase 3; elasticidad rapida, con capacidad que sube y baja en minutos y no en semanas; y medicion del servicio, o pago por lo consumido.</a:t>
            </a:r>
          </a:p>
          <a:p/>
          <a:p>
            <a:r>
              <a:t>(No se proyecta) Por eso en la nube el costo se convierte en un atributo de calidad tecnico y no solo administrativo, idea que el curso retoma de forma explicita en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Aterricemos en CloudLite App, el proyecto integrador que atraviesa las quince clases.</a:t>
            </a:r>
          </a:p>
          <a:p/>
          <a:p>
            <a:r>
              <a:t>Supongamos que un estudiante elige como dominio la gestion de turnos de una barberia.</a:t>
            </a:r>
          </a:p>
          <a:p/>
          <a:p>
            <a:r>
              <a:t>(No se proyecta) El valor de ese diagrama de cinco o seis elementos esta en que obliga a responder dos preguntas que el estudiante no se habia hecho: quien exactamente usa esto y de que terceros depende para funcionar.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problema sin afectado concreto y sin magnitud produce arquitecturas que nadie puede evaluar, porque no hay contra que comparar.</a:t>
            </a:r>
          </a:p>
          <a:p/>
          <a:p>
            <a:r>
              <a:t>(No se proyecta) Hoy se trabaja unicamente el nivel 1, y la regla es estricta: si en el diagrama de contexto aparecen las palabras PostgreSQL, Docker o Redis, el diagrama esta mal, porque eso es interior del sistema y corresponde al nivel 2 de la Clase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el diagrama proyectado (System, dos Person, System_Ext) el nivel Context muestra el sistema como UNA sola caja, sin abrir por dentro.</a:t>
            </a:r>
          </a:p>
          <a:p/>
          <a:p>
            <a:r>
              <a:t>(No se proyecta) Es el mismo modelo C4 explicado arriba, ahora aplicado con nombres concretos, y sirve de puente directo hacia la pregunta 2 del taller en la plataforma del curso (el diagrama Mermaid que cada estudiante entrega hoy).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primera: cual es la diferencia entre arquitectura y diseno.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la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decisión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arquitectónica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es cara de revertir: cambiar la base de datos a los 3 meses lo es; cambiar el color de un botón,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Atributos de calidad del curso: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rendimiento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disponibilidad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construye en 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dominio: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app de turnos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cliente reserva turno, el barbero ve su agenda, el administrador fija horarios.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un dominio infinito (una red social completa) no cabe en un semestre.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lo que diferencia al dominio (la agenda de turnos);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lo genérico que se delega (correo, autenticación).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empezar por la tecnología («usaremos Kubernetes») antes de nombrar actor y problema.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6 bloques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 presenta la ficha de dominio: una ficha individual con seis bloques rotulados que cada estudiante llena por su cuenta y que no vuelve a cambiar en el resto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obliga a nombrar en tres frases quien sufre la situacion, como se resuelve hoy sin la app y una cifra medible del dolor; sin esa cifra el problema es una opinion y no algo que un diseno pueda mejorar o empeorar de forma verificable.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CAPACIDADES son los verbos de negocio que el sistema debe permitir (reservar, publicar, cancelar, notificar), nunca piezas tecnicas como login o cache, porque las capacidades describen el fin y la tecnologia es solo el medio.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6 bloques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ACTORES son las personas que interactuan con el sistema, cada una con una frase de que espera obtener; sin esto no hay a quien pedirle validacion cuando en clases futuras se revisen los diagramas.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FUERA DE ALCANCE cierra la ficha nombrando tres cosas que la app no hara este semestre; ese bloque evita que el alcance crezca sin control clase a clase y es lo primero que hay que revisar cuando un estudiante pida mas tiempo en una entrega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de software es el conjunto de decisiones estructurales que resultan costosas o imposibles de cambiar despues: como se dividen los componentes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comunican, donde se despliegan y que atributos de calidad se priorizan cuando entran en conflicto.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para saber si una decision es arquitectonica consiste en preguntar cuanto costaria revertirla en tres meses.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Cambiar el color de un boton no es arquitectura; cambiar de base de datos relacional a documental si lo es, porque arrastra el modelo de datos, las consultas, el codigo de acceso y las pruebas.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stack es la lista de tecnologias concretas; la arquitectura es la estructura y las razones.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proyectos pueden usar el mismo stack y tener arquitecturas opuestas: uno con un solo proceso que hace todo, otro con tres servicios que se comunican por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atributos de calidad son las propiedades medibles que el sistema debe exhibir, y son el vocabulario con el que se justifica cualquier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que este curso usa de forma permanente son rendimiento, disponibilidad, seguridad y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Disponibilidad se expresa como porcentaje de tiempo en que el sistema responde, y ahi el numero si es aritmetica exacta: 99 % permite unas 7 horas de caida al mes, 99,9 % (los llamados tres nueves) alrededor de 43 minutos, y 99,99 % poco mas de 4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central es que estos atributos compiten entre si: mas disponibilidad exige redundancia, la redundancia cuesta dinero, y por eso la arquitectura es sobre todo el oficio de elegir que se sacrifica.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economico que esto produce es lo relevante para la arquitectura, porque la infraestructura deja de ser una compra que se hace por adelantado y se amortiza a largo plazo, y pasa a ser un gasto operativo que cambia con cada decision de diseno.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-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contexto correcto tiene una sola caja llamada Turnos, tres actores alrededor (el cliente que reserva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barbero que consulta su agenda del dia y el administrador que configura horarios y precios) y dos o tres sistemas externos con la flecha etiquetada: una pasarela de pagos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la etiqueta «envia solicitud de cobro y recibe confirmacion»; un proveedor de correo, con la etiqueta «envia recordatorio de turno»; y quizas un servicio de mapas.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mas: la API, la base de datos y el almacenamiento de fotos no aparecen todavia porque son interiores.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que depende de una pasarela de pagos hereda su disponibilidad, y esa herencia es una decision arquitectonica aunque nadie la haya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C4 es la notacion que este curso usa para dibujar arquitectura, y su virtud es ofrecer cuatro niveles de zoom con reglas claras sobre que se muestra en cada uno, en lugar de un unico diagrama que mezcla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1, Contexto: el sistema es una sola caja negra y alrededor aparecen unicamente las personas que lo usan y los sistemas externos con los que intercambia informacion.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2, Contenedores: se abre esa caja y se ven las aplicaciones, servicios y bases de datos que la componen.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3, Componentes: se abre un contenedor y se ven sus modulos internos.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4, Codigo: clases y funciones, que en la practica casi nunca se dibuja porque el codigo mismo ya lo documenta.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artefacto de hoy es la ficha con cuatro capacidades y el problema en tres frases.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capacidad se escribe como un verbo de negocio que el usuario puede ejecutar, no como una pieza tecnica: «reservar un turno disponible», «cancelar o reprogramar hasta dos horas antes», «consultar la agenda del dia» y «cobrar un anticipo» son capacidades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«tener login con JWT», «usar cache» o «tener panel administrativo» no lo son, porque son medios y no fines.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cuatro capacidades es una decision pedagogica deliberada y no una regla de la industria: con cada estudiante trabajando de forma individual durante doce semanas, un alcance de ocho capacidades garantiza que el proyecto no llegue a ninguna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del problema debe nombrar a quien le duele y que pierde hoy, con alguna cifra aunque sea estimada: «la barberia agenda por mensajeria instantanea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Pierde alrededor de tres turnos diarios por doble reserva y no tiene registro de cuantos clientes no se presentaron».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C4 -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de contexto tiene tres tipos de elemento: Person, System y System_Ext.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un verbo de negocio, por ejemplo «Cliente reserva turno en la app de turnos» o «la app de turnos envia recordatorio por el proveedor de correo».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mas comun es dibujar la base de datos o la API en este nivel: son piezas internas y pertenecen al nivel 2, Containers.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Context legible tiene entre 4 y 8 elementos; si tiene mas, la caja del sistema ya se esta abriendo.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es una diferencia de alcance y de reversibilidad, no de naturaleza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son las decisiones que afectan a todo el sistema y son caras de revertir, diseno son las decisiones internas de un componente que se pueden cambiar sin tocar a los demas.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por que no usamos una cuenta real de un proveedor de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Respuesta, y hay que darla sin disculparse: porque este curso evalua razonamiento arquitectonico y no el manejo de una consola que cambia de aspecto cada semestre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actividad exigira tarjeta de credito ni cuenta de pago, todo se hace con draw.io, Excalidraw, Killercoda y el nivel gratuito de GitHub Actions, y quien aprende a justificar un trade-off lo aplica luego en cualquier proveedor en una tarde.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cuantas cajas debe tener mi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en el nivel de contexto, entre cuatro y ocho elementos en total; si hay veinte, es casi seguro que se colaron piezas internas.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Actor, sistema y sistema externo: el mismo esquema sirve para cualquier dominio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La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 Cada flecha lleva un verbo de negocio («reserva turno», «envía recordatorio»); la API y la base de datos no aparecen aquí porque son piezas interiores.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C4Context.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Ubicar el curso como diseño de arquitecturas cloud al servicio de la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Cerrar el dominio en una ficha de cinco bloques, con capacidades de negocio y no piezas tecnicas.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el dominio y alcance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