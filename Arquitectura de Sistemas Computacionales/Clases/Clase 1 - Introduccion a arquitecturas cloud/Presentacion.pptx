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 de 5 bloques + C4 Context en Mermaid renderizado en ExamLab (boceto previo en 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9) y que cada flecha lleve verbo y protocolo.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antes de cerrar la sesion, revise que los nombres de actores y de sistemas externos sean EXACTAMENTE los mismos en la ficha y en el diagrama; si no coinciden, no son el mismo sistema, y las preguntas 9 a 11 de esta actividad reutilizan esos nombres. Las preguntas 4 a 11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ExamLab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ExamLab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