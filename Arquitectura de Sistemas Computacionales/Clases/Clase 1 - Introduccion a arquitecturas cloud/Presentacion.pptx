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Introducción a arquitecturas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Diagnóstico · CloudLite App · primer boceto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Definir dominio CloudLite App + 3–5 capacidades + problema en 2–3 frases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Ubicar el curso como diseño de arquitecturas cloud al servicio del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PI CloudLite App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Distinguir nube vs on-prem y los bloques de una arquitectura cloud simple.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Dejar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dominio y alcance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del PI escritos y compartibles.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Ficha PI de 6 bloques + C4 Context en Mermaid renderizado en ExamLab (boceto previo en Excalidraw/draw.io)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Padlet · Excalidraw / draw.io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Ficha de 6 bloques: DOMINIO · PROBLEMA · CAPACIDADES · ACTORES · SISTEMAS EXTERNOS · FUERA DE ALCANCE.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Actividad individual: cada estudiante define su propio dominio CloudLite.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arquitectura cloud (mapa mental)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Arquitectura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componentes + relaciones + despliegue + calidad (seguridad, escala, costo).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Cloud: recursos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bajo demanda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multi-tenant, API/automatización.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Para CloudLite App: no «comprar servidores»;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diseñar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capas y simular en labs gratis.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Bloques tipicos: cliente → API → lógica → datos → observabilidad.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Nube vs on-premise para CloudLite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7043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663440"/>
                <a:gridCol w="466344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Criterio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On-premise en la UNIAJC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Nube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Inversión inicial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Comprar servidor, UPS y licencias antes de escribir una línea. Gasto de capital.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Casi cero para arrancar. Gasto operativo por lo que se consume.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Tiempo hasta la primera demo del PI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Semanas: cotizar, comprar, instalar y pedir permisos a TI.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Minutos: la capacidad se aprovisiona sin pedir permiso.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Quién opera SO, parches y respaldos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Usted o la oficina de TI de la universidad, todo el semestre.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Se reparte con el proveedor; cuánto, lo decide el modelo de servicio (Clase 2).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El día del pico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(inicio de semestre)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La capacidad es fija: si se queda corta, AgendaU se cae y no hay nada que hacer ese día.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Elasticidad: sube mientras dura el pico y luego se devuelve.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Resuelta sobre el dominio de referencia AgendaU. Usted conserva los 4 criterios y rehace las celdas con SU dominio: es la pregunta 4 del taller. Hoy se decide nube u on-premise; el modelo de servicio (IaaS/PaaS/SaaS) es la Clase 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CloudLite App — el hilo conductor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Aplicación web/API de un dominio realista (citas, academia, inventario liviano…).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Entregables del semestre: diagramas + contenedor (lab) + CI/CD conceptual + informe.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solo: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problema + capacidades + boceto de contexto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Sin AWS/GCP/Oracle: draw.io, Killercoda, GitHub Actions.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(mini-método)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1) Actor y problema. 2) Capacidades. 3) Contenedores lógicos. 4) Datos. 5) Riesgos.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Ejemplo: *AgendaU* — estudiantes reservan tutoría; API + auth + agenda + notificaciones.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Pregunta de diseño: ¿qué 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núcleo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vs satélite?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Salida: diagrama C4 Context (sistema + actores externos).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Reemplacen actor / sistema / externo por su propio dominio CloudLite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103120" cy="10972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Estudiante
(actor)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2377440"/>
            <a:ext cx="2834640" cy="164592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CloudLite App
(el sistema = una sola caja)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274320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Sistema externo
(ej. correo, auth)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79" y="3200400"/>
            <a:ext cx="1920241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063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usa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680960" y="3200400"/>
            <a:ext cx="1554480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635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notifica / consume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Nivel Context: el sistema es UNA caja (sin abrir por dentro). Actores a la izquierda, sistemas externos a la derecha. El interior se dibuja en Clase 4 (Containers).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ad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Padlet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Rompehielos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 rapido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C4 Context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70277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0277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70277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erma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2408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443429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6431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6431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6431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98562" y="4311396"/>
            <a:ext cx="1220724" cy="122072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69583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ExamLab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ExamLab,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C4Context».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ExamLab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ExamLab.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elija un dominio concreto entre AgendaU, BiblioLite, InventarioLab, TurnosClinica o EventosCampus (o uno propio del mismo tamano) y escriba el problema en exactamente 3 frases: quien sufre el problema, como se resuelve hoy sin CloudLite y una cifra medible del dolor (por ejemplo 40 correos por semana para cuadrar 12 asesorias), verificando que en ninguna de las 3 frases aparezca una expresion generica como app de la universidad o red social; el resultado queda en la seccion 1 Dominio y problema del informe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liste exactamente 4 capacidades con la forma verbo mas objeto de negocio (reservar cita, publicar cupo, cancelar reserva, notificar recordatorio), 3 actores humanos con lo que espera cada uno, 2 o 3 sistemas externos con los que CloudLite intercambia informacion (por ejemplo proveedor de identidad, correo transaccional o pasarela de pagos) y 3 elementos de fuera de alcance, verificando que ninguna capacidad nombre tecnologia (nada de usar PostgreSQL ni desplegar en Docker) y que las 4 capacidades se lean como frases del negocio; queda en la seccion 1 del informe y se pega tal cual en la pregunta 1 de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dibuje primero el boceto del C4 Context en Excalidraw o draw.io, que es donde se piensa el modelo, y despues pidale a una IA que lo traduzca a Mermaid («convierte este diagrama a Mermaid usando C4Context»); pegue ese codigo en la pregunta de tipo diagrama de ExamLab y verifique que renderice ahi mismo, con exactamente 1 System para CloudLite, 2 Person, 2 System_Ext y 5 relaciones etiquetadas con verbo de negocio y protocolo, verificando en el diagrama ya renderizado que no aparezca ninguna caja interna (ni base de datos ni API ni worker, eso es Clase 4) y que cada flecha se lea en voz alta como una frase completa.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resuelva la tabla comparativa nube frente a on-premise en la pregunta 4, con los 4 criterios en este orden (inversion inicial, tiempo hasta la primera demo, quien opera el sistema operativo y los respaldos, y que pasa el dia del pico de su dominio) y maximo 2 lineas por celda, verificando que cada celda hable de SU dominio y no de teoria general; la estructura es la que se proyecto en clase, resuelta sobre AgendaU.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5: cierre esa misma pregunta 4 con el veredicto de 2 frases: (a) que opcion elige para su CloudLite y (b) que riesgo concreto asume al elegirla, verificando que el riesgo este nombrado y no solo insinuado (por ejemplo dependencia del proveedor). Hoy se decide unicamente nube u on-premise: el modelo de servicio (IaaS, PaaS o SaaS) se decide en la Clase 2, y este veredicto es la entrada del ADR-001 de esa clase.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6.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6: suba a ExamLab (modulo Talleres) las 5 preguntas resueltas antes del domingo 23:59, verificando antes de enviar que la ficha de la pregunta 1, el diagrama renderizado de la pregunta 2 y el veredicto de la pregunta 4 usen exactamente los mismos nombres de actores y de sistemas externos; si no coinciden, no son el mismo sistema y las Clases 4, 7, 11 y 15 reutilizan esos nombres.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Ficha PI de 6 bloques + C4 Context en Mermaid renderizado en ExamLab (boceto previo en Excalidraw/draw.io)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Definir dominio CloudLite App + 3–5 capacidades + problema en 2–3 frases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Ficha PI de 6 bloques + C4 Context en Mermaid renderizado en ExamLab (boceto previo en Excalidraw/draw.io)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