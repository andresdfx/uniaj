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SISTEMAS EXTERNOS es el bloque nuevo de este semestre: dos o tres sistemas de terceros con los que CloudLite intercambia informacion (un proveedor de identidad, un servicio de correo, una pasarela de pagos); es exactamente lo que despues aparece como System_Ext en el diagrama C4 Context, asi que conviene que el estudiante los escriba aqui ANTES de dibujar, no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Conviene separar de entrada dos cosas que el estudiante confunde siempre: el stack tecnologico y la arquitectura.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problema sin afectado concreto y sin magnitud produce arquitecturas que nadie puede evaluar, porque no hay contra que comparar.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el diagrama proyectado (System, dos Person, System_Ext) el nivel Context muestra el sistema como UNA sola caja, sin abrir por dentro.</a:t>
            </a:r>
          </a:p>
          <a:p/>
          <a:p>
            <a:r>
              <a:t>(Sobre la actividad, 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casi siempre en esta primera clase y conviene tener la respuesta lista.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Lo que se decida hoy (dominio, actores, capacidades, problema) es la entrada obligatoria de la Clase 2, que se dicta la semana siguiente en sesion virtual sincrona y pide elegir entre IaaS, PaaS y SaaS registrando la decision; de la Clase 3, donde se contenerizara uno de los servicios de este mismo sistema; y sobre todo de la Clase 4, que abre la caja negra dibujada hoy para mostrar de dos a cinco contenedores logicos.</a:t>
            </a:r>
          </a:p>
          <a:p/>
          <a:p>
            <a:r>
              <a:t>Conviene decirlo en voz alta al cerrar: el estudiante que salga hoy sin dominio definido no tiene sobre que trabajar en las siguientes cuatro sesiones, y el docente debe negarse a dejar el tema abierto para la proxima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la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arquitectónica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es cara de revertir: cambiar la base de datos a los 3 meses lo es; cambiar el color de un botón,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Atributos de calidad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rendimiento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disponibilidad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dominio: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 de turnos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cliente reserva turno, el barbero ve su agenda, el administrador fija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un dominio infinito (una red social completa) no cabe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que diferencia al dominio (la agenda de turnos);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genérico que se delega (correo, autenticación).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empezar por la tecnología («usaremos Kubernetes») antes de nombrar actor y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la ficha de dominio: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la app y una cifra medible del dolor; sin esa cifra el problema es una opinion y no algo que un diseno pueda mejorar o empeorar de forma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la app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forma rapida de demostrarlo es escribir en el tablero «React + Node + PostgreSQL» y preguntar al curso cuantos usuarios simultaneos soporta eso, o que ocurre si la base de datos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se expresa en tiempo de respuesta: una convencion de usabilidad ampliamente aceptada dice que una interaccion web se siente inmediata por debajo de 100 milisegundos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Aceptable hasta unos 300 y claramente lenta por encima de 1 segundo; son convenciones, no leyes fisicas, y conviene decirlo 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hacer ese calculo en el tablero, porque 43 minutos al mes es un dato que el estudiante recuerda, mientras que la expresion «alta disponibilidad» no significa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modelo operativo con cinco rasgos que conviene enunciar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el estandar con el que se define el termino: autoservicio bajo demanda, es decir que quien necesita recursos los aprovisiona sin pedir permiso ni esperar dias; acceso amplio por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Agrupacion de recursos, donde el proveedor comparte hardware fisico entre muchos clientes mediante virtualizacion, tema de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Elasticidad rapida, con capacidad que sube y baja en minutos y no en semanas; y medicion del servicio, o pago por lo consumido.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- el hilo conductor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contexto correcto tiene una sola caja llamada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- el hilo conductor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valor de ese diagrama de cinco o seis elementos esta en que obliga a responder dos preguntas que el estudiante no se habia hecho: quien exactamente usa esto y de que terceros depende para funcionar.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de contexto tiene tres tipos de elemento: Person, System y System_Ext.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un verbo de negocio, por ejemplo «Cliente reserva turno en la app de turnos» o «la app de turnos envia recordatorio por el proveedor de correo».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mas comun es dibujar la base de datos o la API en este nivel: son piezas internas y pertenecen al nivel 2, Containers.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Context legible tiene entre 4 y 8 elementos; si tiene mas, la caja del sistema ya se esta abriendo.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cerrar ubicando al docente en el mapa del curso, porque la Clase 1 no es una introduccion suelta sino el cimiento de una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es el primer parcial y evalua justamente este vocabulario.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confundir arquitectura con stack tecnologico y permitir que el estudiante presente una lista de tecnologias como si fuera una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directa: en la Clase 2 ese estudiante no podra sustentar su registro de decision, porque nunca hizo explicito un atributo de calidad que la justifique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4 producira un diagrama de contenedores que es un inventario de herramientas sin fronteras de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aceptar diagramas de contexto contaminados con piezas internas (base de datos, cache, balanceador) porque «se ven mas completos»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aprueba hoy, el nivel de contenedores de la Clase 4 pierde todo sentido, ya que no habra nada nuevo que revelar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sustentacion final de la Clase 15 terminara siendo un unico diagrama ilegible en el que el estudiante no sabe a que nivel de zoom esta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Actor, sistema y sistema externo: el mismo esquema sirve para cualquier dominio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 Cada flecha lleva un verbo de negocio («reserva turno», «envía recordatorio»); la API y la base de datos no aparecen aquí porque son piezas interiores.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