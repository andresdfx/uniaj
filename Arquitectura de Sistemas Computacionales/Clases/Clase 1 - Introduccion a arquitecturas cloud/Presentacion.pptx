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Cerrar el dominio del PI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 de 5 bloques + C4 Context en Mermaid renderizado en ExamLab (boceto previo en 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de 5 bloques: DOMINIO · PROBLEMA · ACTORES (con sus sistemas externos) · CAPACIDADES · FUERA DE ALCANCE.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en la pregunta 1 el problema en 2 o 3 frases, diciendo QUIEN lo sufre con un rol concreto y COMO se mide con una cifra, aunque sea estimada; verifique que su enunciado no sirva igual para cualquier otro sistema, porque entonces el dominio todavia es generico.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en la pregunta 2 la ficha de cinco bloques (DOMINIO, PROBLEMA, ACTORES, CAPACIDADES, FUERA DE ALCANCE) con 3 a 5 capacidades en la forma verbo mas objeto de negocio, 2 a 3 actores con lo que espera cada uno, los sistemas externos dentro del bloque ACTORES, y lo que el sistema no hara este semestre; verifique que ninguna capacidad nombre tecnologia.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(«convierta este diagrama a Mermaid usando C4Context»); peguelo en la pregunta 3 y verifique en el diagrama ya renderizado que el sistema sea UNA sola caja, que no aparezca ninguna caja interna (eso es la pregunta 13) y que cada flecha lleve verbo y protocolo.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elija en la pregunta 4 dos atributos de calidad de los cuatro del curso, escriba por que pesan en SU dominio y como los mediria con un numero y una unidad, y cierre diciendo cual sacrificaria y que gana a cambio; revise ademas que los nombres de actores y de sistemas externos sean EXACTAMENTE los mismos en la ficha y en el diagrama, porque las preguntas 12 a 15 los reutilizan. Las preguntas 5 a 15 se resuelven en las Clases 2, 3 y 4: la actividad se entrega completa al cierre del Corte 1, no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5 bloques + C4 Context en Mermaid renderizado en ExamLab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5 bloques + C4 Context en Mermaid renderizado en ExamLab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