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CloudLite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Definir dominio CloudLite App + 3–5 capacidades + problema en 2–3 frases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PI CloudLite App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dominio del PI en una ficha de cinco bloques, con capacidades de negocio y no piezas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PI de 5 bloques + C4 Context en Mermaid renderizado en la plataforma del curso (boceto previo en Excalidraw/draw.io)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Padlet · Excalidraw /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Ficha de 5 bloques: DOMINIO · PROBLEMA · ACTORES (con sus sistemas externos) · CAPACIDADES · FUERA DE ALCANCE.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Actividad individual: cada estudiante define su propio dominio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CloudLite App: no «comprar servidores»;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Entregables del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AWS/GCP/Oracle: draw.io, Killercoda, GitHub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Reemplacen actor / sistema / externo por su propio dominio CloudLite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CloudLite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ad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Rompehielos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rapido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erma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C4Context».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1: elija un dominio concreto entre AgendaU, BiblioLite, InventarioLab, TurnosClinica o EventosCampus (o uno propio del mismo tamano) y escriba en la pregunta 1 el problema en 2 o 3 frases, diciendo QUIEN lo sufre con un rol concreto y COMO se mide con una cifra, aunque sea estimada; verifique que su enunciado no sirva igual para cualquier otro sistema, porque entonces el dominio todavia es generico.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2: complete en la pregunta 2 la ficha de cinco bloques (DOMINIO, PROBLEMA, ACTORES, CAPACIDADES, FUERA DE ALCANCE) con 3 a 5 capacidades en la forma verbo mas objeto de negocio, 2 a 3 actores con lo que espera cada uno, los sistemas externos dentro del bloque ACTORES, y lo que el sistema no hara este semestre; verifique que ninguna capacidad nombre tecnologia.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3: dibuje primero el boceto del C4 Context en Excalidraw o draw.io, que es donde se piensa el modelo, y despues pidale a una IA que lo traduzca a Mermaid («convierta este diagrama a Mermaid usando C4Context»); peguelo en la pregunta 3 y verifique en el diagrama ya renderizado que el sistema sea UNA sola caja, que no aparezca ninguna caja interna (eso es la pregunta 13) y que cada flecha lleve verbo y protocolo.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4: elija en la pregunta 4 dos atributos de calidad de los cuatro del curso, escriba por que pesan en SU dominio y como los mediria con un numero y una unidad, y cierre diciendo cual sacrificaria y que gana a cambio; revise ademas que los nombres de actores y de sistemas externos sean EXACTAMENTE los mismos en la ficha y en el diagrama, porque las preguntas 12 a 15 los reutilizan. Las preguntas 5 a 15 se resuelven en las Clases 2, 3 y 4: la actividad se entrega completa al cierre del Corte 1, no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Ficha PI de 5 bloques + C4 Context en Mermaid renderizado en la plataforma del curso (boceto previo en Excalidraw/draw.io)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dominio CloudLite App + 3–5 capacidades + problema en 2–3 frases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Ficha PI de 5 bloques + C4 Context en Mermaid renderizado en la plataforma del curso (boceto previo en Excalidraw/draw.io)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