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Introducción a arquitecturas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Diagnóstico · CloudLite App · primer boceto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Definir dominio CloudLite App + 3–5 capacidades + problema en 2–3 frases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Ubicar el curso como diseño de arquitecturas cloud al servicio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PI CloudLite App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el dominio del PI en una ficha de cinco bloques, con capacidades de negocio y no piezas tecnicas.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dominio y alcance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PI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arquitectura cloud (mapa mental)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Arquitectura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componentes + relaciones + despliegue + calidad (seguridad, escala, costo).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Cloud: recursos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 demanda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multi-tenant, API/automatización.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CloudLite App: no «comprar servidores»;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diseñar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capas y simular en labs gratis.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Bloques tipicos: cliente → API → lógica → datos → observabilidad.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App — el hilo conductor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Aplicación web/API de un dominio realista (citas, academia, inventario liviano…).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Entregables del semestre: diagramas + contenedor (lab) + CI/CD conceptual +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solo: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problema + capacidades + boceto de 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AWS/GCP/Oracle: draw.io, Killercoda, GitHub Actions.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(mini-método)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1) Actor y problema. 2) Capacidades. 3) Contenedores lógicos. 4) Datos. 5) Riesgos.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*AgendaU* — estudiantes reservan tutoría; API + auth + agenda + notificaciones.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Pregunta de diseño: ¿qué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núcleo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vs satélite?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Salida: diagrama C4 Context (sistema + actores externos).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Reemplacen actor / sistema / externo por su propio dominio CloudLite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103120" cy="10972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Estudiante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377440"/>
            <a:ext cx="2834640" cy="164592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CloudLite App
(el sistema = una sola caja)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274320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Sistema externo
(ej. correo, auth)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79" y="3200400"/>
            <a:ext cx="1920241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63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usa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80960" y="3200400"/>
            <a:ext cx="1554480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35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notifica / consume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Nivel Context: el sistema es UNA caja (sin abrir por dentro). Actores a la izquierda, sistemas externos a la derecha. El interior se dibuja en Clase 4 (Containers).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ad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Rompehielos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 rapido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C4 Context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erma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408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C4Context».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Ficha PI de 5 bloques + C4 Context en Mermaid renderizado en la plataforma del curso (boceto previo en Excalidraw/draw.io)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Padlet · Excalidraw /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Ficha de 5 bloques: DOMINIO · PROBLEMA · ACTORES (con sus sistemas externos) · CAPACIDADES · FUERA DE ALCANCE.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Actividad individual: cada estudiante define su propio dominio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1: elija un dominio concreto entre AgendaU, BiblioLite, InventarioLab, TurnosClinica o EventosCampus (o uno propio del mismo tamano) y escriba en la pregunta 1 el problema en 2 o 3 frases, diciendo QUIEN lo sufre con un rol concreto y COMO se mide con una cifra, aunque sea estimada; verifique que su enunciado no sirva igual para cualquier otro sistema, porque entonces el dominio todavia es generico.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2: complete en la pregunta 2 la ficha de cinco bloques (DOMINIO, PROBLEMA, ACTORES, CAPACIDADES, FUERA DE ALCANCE) con 3 a 5 capacidades en la forma verbo mas objeto de negocio, 2 a 3 actores con lo que espera cada uno, los sistemas externos dentro del bloque ACTORES, y lo que el sistema no hara este semestre; verifique que ninguna capacidad nombre tecnologia.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3: dibuje primero el boceto del C4 Context en Excalidraw o draw.io, que es donde se piensa el modelo, y despues pidale a una IA que lo traduzca a Mermaid («convierta este diagrama a Mermaid usando C4Context»); peguelo en la pregunta 3 y verifique en el diagrama ya renderizado que el sistema sea UNA sola caja, que no aparezca ninguna caja interna (eso es la pregunta 13) y que cada flecha lleve verbo y protocolo.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4: elija en la pregunta 4 dos atributos de calidad de los cuatro del curso, escriba por que pesan en SU dominio y como los mediria con un numero y una unidad, y cierre diciendo cual sacrificaria y que gana a cambio; revise ademas que los nombres de actores y de sistemas externos sean EXACTAMENTE los mismos en la ficha y en el diagrama, porque las preguntas 12 a 15 los reutilizan. Las preguntas 5 a 15 se resuelven en las Clases 2, 3 y 4: la actividad se entrega completa al cierre del Corte 1, no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Ficha PI de 5 bloques + C4 Context en Mermaid renderizado en la plataforma del curso (boceto previo en Excalidraw/draw.io)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dominio CloudLite App + 3–5 capacidades + problema en 2–3 frases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Ficha PI de 5 bloques + C4 Context en Mermaid renderizado en la plataforma del curso (boceto previo en Excalidraw/draw.io)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