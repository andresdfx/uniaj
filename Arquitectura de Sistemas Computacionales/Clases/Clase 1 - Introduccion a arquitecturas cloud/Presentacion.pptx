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del PI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- entregable de hoy: la ficha de 6 bloques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 presenta el entregable de hoy: una ficha individual con seis bloques rotulados que cada estudiante llena por su cuenta y que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obliga a nombrar en tres frases quien sufre la situacion, como se resuelve hoy sin CloudLite y una cifra medible del dolor; sin esa cifra el problema es una opinion y no algo que un diseno pueda mejorar o empeorar de forma verificable.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CAPACIDADES son los verbos de negocio que el sistema debe permitir (reservar, publicar, cancelar, notificar), nunca piezas tecnicas como login o cache, porque las capacidades describen el fin y la tecnologia es solo el medio.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- entregable de hoy: la ficha de 6 bloques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ACTORES son las personas que interactuan con el sistema, cada una con una frase de que espera obtener; sin esto no hay a quien pedirle validacion cuando en clases futuras se revisen los diagramas.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FUERA DE ALCANCE cierra la ficha nombrando tres cosas que CloudLite no hara este semestre; ese bloque evita que el alcance crezca sin control clase a clase y es lo primero que hay que revisar cuando un estudiante pida mas tiempo en una entrega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de software es el conjunto de decisiones estructurales que resultan costosas o imposibles de cambiar despues: como se dividen los componentes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comunican, donde se despliegan y que atributos de calidad se priorizan cuando entran en conflicto.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para saber si una decision es arquitectonica consiste en preguntar cuanto costaria revertirla en tres meses.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Cambiar el color de un boton no es arquitectura; cambiar de base de datos relacional a documental si lo es, porque arrastra el modelo de datos, las consultas, el codigo de acceso y las pruebas.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stack es la lista de tecnologias concretas; la arquitectura es la estructura y las razones.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proyectos pueden usar el mismo stack y tener arquitecturas opuestas: uno con un solo proceso que hace todo, otro con tres servicios que se comunican por 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forma rapida de demostrarlo es escribir en el tablero «React + Node + PostgreSQL» y preguntar al curso cuantos usuarios simultaneos soporta eso, o que ocurre si la base de datos deja de responder.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atributos de calidad son las propiedades medibles que el sistema debe exhibir, y son el vocabulario con el que se justifica cualquier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que este curso usa de forma permanente son rendimiento, disponibilidad, seguridad y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Rendimiento se expresa en tiempo de respuesta: una convencion de usabilidad ampliamente aceptada dice que una interaccion web se siente inmediata por debajo de 100 milisegundos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Aceptable hasta unos 300 y claramente lenta por encima de 1 segundo; son convenciones, no leyes fisicas, y conviene decirlo asi.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hacer ese calculo en el tablero, porque 43 minutos al mes es un dato que el estudiante recuerda, mientras que la expresion «alta disponibilidad» no significa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central es que estos atributos compiten entre si: mas disponibilidad exige redundancia, la redundancia cuesta dinero, y por eso la arquitectura es sobre todo el oficio de elegir que se sacrifica.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modelo operativo con cinco rasgos que conviene enunciar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son el estandar con el que se define el termino: autoservicio bajo demanda, es decir que quien necesita recursos los aprovisiona sin pedir permiso ni esperar dias; acceso amplio por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Agrupacion de recursos, donde el proveedor comparte hardware fisico entre muchos clientes mediante virtualizacion, tema de la Clase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Elasticidad rapida, con capacidad que sube y baja en minutos y no en semanas; y medicion del servicio, o pago por lo consumido.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- el hilo conductor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contexto correcto tiene una sola caja llamada CloudLite Turnos, tres actores alrededor (el cliente que reserva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barbero que consulta su agenda del dia y el administrador que configura horarios y precios) y dos o tres sistemas externos con la flecha etiquetada: una pasarela de pagos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la etiqueta «envia solicitud de cobro y recibe confirmacion»; un proveedor de correo, con la etiqueta «envia recordatorio de turno»; y quizas un servicio de mapas.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mas: la API, la base de datos y el almacenamiento de fotos no aparecen todavia porque son interiores.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- el hilo conductor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diagrama de cinco o seis elementos es el entregable de hoy, y su valor esta en que obliga a responder dos preguntas que el estudiante no se habia hecho: quien exactamente usa esto y de que terceros depende para funcionar.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que depende de una pasarela de pagos hereda su disponibilidad, y esa herencia es una decision arquitectonica aunque nadie la haya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C4 es la notacion que este curso usa para dibujar arquitectura, y su virtud es ofrecer cuatro niveles de zoom con reglas claras sobre que se muestra en cada uno, en lugar de un unico diagrama que mezcla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1, Contexto: el sistema es una sola caja negra y alrededor aparecen unicamente las personas que lo usan y los sistemas externos con los que intercambia informacion.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2, Contenedores: se abre esa caja y se ven las aplicaciones, servicios y bases de datos que la componen.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3, Componentes: se abre un contenedor y se ven sus modulos internos.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4, Codigo: clases y funciones, que en la practica casi nunca se dibuja porque el codigo mismo ya lo documenta.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artefacto de hoy es la ficha con cuatro capacidades y el problema en tres frases.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«tener login con JWT», «usar cache» o «tener panel administrativo» no lo son, porque son medios y no fines.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del problema debe nombrar a quien le duele y que pierde hoy, con alguna cifra aunque sea estimada: «la barberia agenda por mensajeria instantanea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Pierde alrededor de tres turnos diarios por doble reserva y no tiene registro de cuantos clientes no se presentaron».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Use el diagrama proyectado (System, dos Person, System_Ext) como plantilla en vivo: reemplace actor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Sistema y externo por el dominio de un estudiante voluntario mientras explica que en el nivel Context el sistema sigue siendo UNA sola caja, sin abrir por dentro.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es una diferencia de alcance y de reversibilidad, no de naturaleza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son las decisiones que afectan a todo el sistema y son caras de revertir, diseno son las decisiones internas de un componente que se pueden cambiar sin tocar a los demas.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por que no usamos una cuenta real de un proveedor de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Respuesta, y hay que darla sin disculparse: porque este curso evalua razonamiento arquitectonico y no el manejo de una consola que cambia de aspecto cada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cuantas cajas debe tener mi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en el nivel de contexto, entre cuatro y ocho elementos en total; si hay veinte, es casi seguro que se colaron piezas internas.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vale cerrar ubicando al docente en el mapa del curso, porque la Clase 1 no es una introduccion suelta sino el cimiento de una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es el primer parcial y evalua justamente este vocabulario.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confundir arquitectura con stack tecnologico y permitir que el estudiante presente una lista de tecnologias como si fuera una arquitectura.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directa: en la Clase 2 ese estudiante no podra sustentar su registro de decision, porque nunca hizo explicito un atributo de calidad que la justifique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4 producira un diagrama de contenedores que es un inventario de herramientas sin fronteras de responsabilidad.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aceptar diagramas de contexto contaminados con piezas internas (base de datos, cache, balanceador) porque «se ven mas completos»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aprueba hoy, el nivel de contenedores de la Clase 4 pierde todo sentido, ya que no habra nada nuevo que revelar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sustentacion final de la Clase 15 terminara siendo un unico diagrama ilegible en el que el estudiante no sabe a que nivel de zoom esta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d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Rompehielos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en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PI de 5 bloques + C4 Context en Mermaid renderizado en la plataforma (boceto previo en Excalidraw/draw.io)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Navegador · editor de diagramas del curso · boceto libre (papel o Excalidraw) opcional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 de 5 bloques: DOMINIO · PROBLEMA · ACTORES (con sus sistemas externos) · CAPACIDADES · FUERA DE ALCANCE.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en la pregunta 1 el problema en 2 o 3 frases, diciendo QUIEN lo sufre con un rol concreto y COMO se mide con una cifra, aunque sea estimada; verifique que su enunciado no sirva igual para cualquier otro sistema, porque entonces el dominio todavia es generico.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en la pregunta 2 la ficha de cinco bloques (DOMINIO, PROBLEMA, ACTORES, CAPACIDADES, FUERA DE ALCANCE) con 3 a 5 capacidades en la forma verbo mas objeto de negocio, 2 a 3 actores con lo que espera cada uno, los sistemas externos dentro del bloque ACTORES, y lo que el sistema no hara este semestre; verifique que ninguna capacidad nombre tecnologia.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dibuje primero el boceto del C4 Context en Excalidraw o draw.io, que es donde se piensa el modelo, y despues pidale a una IA que lo traduzca a Mermaid («convierta este diagrama a Mermaid usando C4Context»); peguelo en la pregunta 3 y verifique en el diagrama ya renderizado que el sistema sea UNA sola caja, que no aparezca ninguna caja interna (eso es la pregunta 13) y que cada flecha lleve verbo y protocolo.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elija en la pregunta 4 dos atributos de calidad de los cuatro del curso, escriba por que pesan en SU dominio y como los mediria con un numero y una unidad, y cierre diciendo cual sacrificaria y que gana a cambio; revise ademas que los nombres de actores y de sistemas externos sean EXACTAMENTE los mismos en la ficha y en el diagrama, porque las preguntas 12 a 15 los reutilizan. Las preguntas 5 a 15 se resuelven en las Clases 2, 3 y 4: la actividad se entrega completa al cierre del Corte 1, no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 de 5 bloques + C4 Context en Mermaid renderizado en la plataforma (boceto previo en 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(la plataforma del curso)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 de 5 bloques + C4 Context en Mermaid renderizado en la plataforma (boceto previo en 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