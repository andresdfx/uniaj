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nube vs on-prem y los bloques de una arquitectura cloud simple.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PI: dominio, capacidades, actores y boceto C4 Context (Excalidraw/draw.io)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AWS/GCP/Oracle: draw.io, Play with Docker,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Formen equipo de 2–3 (o individual autorizado).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Elijan dominio concreto (no «red social genérica»).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Escriban: problema (2–3 frases), 3–5 capacidades, 2–3 actores.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Excalidraw o draw.io: diagrama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C4 Context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(CloudLite + actores + sistemas externos).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(Talleres): Doc/enlace con ficha + PNG del diagrama (domingo 23:59).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PI: dominio, capacidades, actores y boceto C4 Context (Excalidraw/draw.io)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PI: dominio, capacidades, actores y boceto C4 Context (Excalidraw/draw.io)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