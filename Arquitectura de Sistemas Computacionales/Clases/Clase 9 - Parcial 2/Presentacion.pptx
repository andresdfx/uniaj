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Parcial 2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Solo evaluación · sin tema ni taller dirigido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es solo el parcial: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no hay tema nuevo ni taller del PI.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El enunciado se comparte al empezar ·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 distribuye antes.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se evalúa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B8D8EE"/>
                </a:solidFill>
                <a:latin typeface="Calibri"/>
              </a:rPr>
              <a:t>Solo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Clase 6 · Clase 7 · Clase 8 · Clase 10 — fuera de esa lista no hay 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A. Selección múltiple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B. Verdadero / Falso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C. Seguridad y operaciones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25 pts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D. Caso CI/CD, monitoreo y costos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35 pts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Total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100 puntos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nota = puntos / 20 · este parcial pesa 10% del Corte 2 (30%).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responde y cómo se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Tiempo previsto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90–100 minutos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envío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cierra en el minuto 110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lo que llegue después no se recibe.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Canal de entrega: el que se anuncia ahora. Confirmo cada recibido por el chat.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Pregunta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forma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sí (cuántas líneas, si pide tabla).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contenido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se te cae el internet: sigue respondiendo y avisa por correo al volver.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· Clase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solo se evalúa 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PI CloudLite continúa en la siguiente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