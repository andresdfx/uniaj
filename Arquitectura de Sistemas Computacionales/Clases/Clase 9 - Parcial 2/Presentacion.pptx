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2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ni taller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solo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 ni taller del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El enunciado se comparte al empezar ·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distribuye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6 · Clase 7 · Clase 8 · Clase 10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B. Verdadero / Falso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C. Seguridad y operaciones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D. Caso CI/CD, monitoreo y costos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nota = puntos / 20 · este parcial pesa 10% del Corte 2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Tiempo previsto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CloudLite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