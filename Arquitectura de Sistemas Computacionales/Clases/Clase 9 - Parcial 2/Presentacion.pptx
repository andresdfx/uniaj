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2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es el parcial: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no hay tema nuevo.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hasta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Duración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y el canal de entrega se comparten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 empezar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continúa la próxima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