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Parcial 2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Solo evaluación · sin tema de trabajo dirigido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Sin avance dirigido de PI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Indicaciones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Hoy 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solo Parcial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(presencial síncrono).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No hay taller ni avance dirigido del PI en esta clase.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Material de evaluación en carpeta docente de Parciales (no se distribuye antes).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prep del PI / pitch quedó en la clase regular anterior.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Parcial · Clase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Enfocados en la evaluación del corte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PI CloudLite continúa en la siguiente clase regular/autónoma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Solo evaluación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