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Componentes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C4 Container/Componentes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exceso de servicios.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3 contratos/API entre partes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C4 Container/Componentes v0.9 + lista de APIs entre servicios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Regla CloudLite: 2–5 contenedores lógicos con razón clara.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 en draw.io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 (ya) → Containers → Components (si aporta).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caja: nombre + responsabilidad + tecnología tentativas.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Flechas = protocolos (HTTPS/REST, eventos). Evite «líneas mágicas».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Lienzo C4 de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Latencia, reintentos, idempotencia, timeouts — anótenlos como riesgos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Consistencia eventual vs fuerte: elijan según el dominio (citas ≠ likes).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no implementan saga completa: solo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reconocen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trade-off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+ verbo de negocio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Cliente/App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API CloudLite
(contenedor)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Base de datos
(contenedor)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Servicio de
notificaciones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88720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HTTP/JSON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SQL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2560320"/>
            <a:ext cx="539496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7492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evento/cola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nombres de estas cajas deben reaparecer igual en el diagrama de Deployment (Clase 7) — es el mismo sistema visto desde otro ángulo.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Cualquiera del equipo lo explica en 60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abran el C4 Context de la Clase 1 y escriban la lista canonica de nombres de CloudLite: exactamente 5 contenedores con nombre, responsabilidad en una frase y tecnologia tentativa (por ejemplo SPA Web, API CloudLite, Worker Notificaciones, Base de datos Citas, Cola Notificaciones), verificando que ninguno de los 5 sea un modulo interno de otro y que ningun nombre se repita; esa lista se congela y la reutilizan las clases 7, 11 y 15.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escriban en ExamLab el diagrama C4Container en Mermaid con los 5 contenedores dentro de un Container_Boundary, los 2 Person y los 2 System_Ext de la Clase 1, y 8 relaciones etiquetadas con protocolo y puerto, verificando al renderizar que la base de datos usa ContainerDb, la cola usa ContainerQueue y que ningun actor habla directamente con la base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definan los 3 contratos entre partes en una tabla de 6 columnas (ID, consumidor a proveedor, verbo y ruta, request, respuesta 2xx, error de negocio), verificando que al menos un contrato sea asincrono por evento y que cada fila declare un codigo de error de negocio real como 409 CUPO_OCUPADO o 401 TOKEN_INVALIDO, no solo 500.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escriban el sequenceDiagram del contrato principal con 5 participantes y un bloque alt que cubra el camino feliz y el camino de error 409, verificando que los nombres de los participantes sean identicos a los 5 contenedores del paso 1 y que el mensaje de error muestre el mismo codigo declarado en la tabla de contratos.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redacten los 3 riesgos de distribucion con su mitigacion, actualicen la seccion Arquitectura logica del informe con el diagrama y la tabla de contratos, y suban las 5 preguntas a ExamLab (modulo Talleres) antes del domingo 23:59, verificando que la lista canonica de 5 nombres aparezca identica en el diagrama, en los contratos y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Container/Componentes v0.9 + lista de APIs entre servicios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Container/Componentes v0.9 + lista de APIs entre servicios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