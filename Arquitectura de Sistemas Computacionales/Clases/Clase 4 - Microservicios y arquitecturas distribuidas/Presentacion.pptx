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Empecemos por el termino que el estudiante trae con mala fama.</a:t>
            </a:r>
          </a:p>
          <a:p/>
          <a:p>
            <a:r>
              <a:t>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(Sobre la actividad, no se proyecta) Antes del ejemplo conviene fijar las tres reglas con las que se corrige el diagrama, porque cada una tiene puntos asignados y las tres se pierden por descuido y no por no saber.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(Sobre la actividad, 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(Sobre la actividad, 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concreto, y conviene construirlo en el tablero en vivo.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(Sobre la actividad, no se proyecta) Dos exigencias mas, que valen puntos y se pierden sin darse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dictarlos asi, porque un estudiante que entiende por que son esos tres no escribe generalidades.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(Sobre la actividad, no se proyecta) «Se cae todo» vale la mitad de los puntos, y con razon: en un sistema bien partido nunca se cae todo, y el ejercicio consiste precisamente en descubrir que algunas cosas sobreviven.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ubicando el curso: este diagrama es el ultimo insumo del Parcial 1 de la Clase 5; en la Clase 6 cada flecha se convertira en una superficie de ataque que hay que proteger; en la Clase 7 estas mismas cajas se reubicaran en un diagrama de despliegue con zonas publicas y privadas, conservando exactamente los mismos nombres; en la Clase 8 cada contenedor implicara su propio pipeline de integracion continua; y en las Clases 12 y 13 se preguntara cual de estas piezas es el cuello de botella y cual se puede replicar.</a:t>
            </a:r>
          </a:p>
          <a:p/>
          <a:p>
            <a:r>
              <a:t>El numero de servicios no mide calidad arquitectonica; la justificacion de cada frontera si.</a:t>
            </a:r>
          </a:p>
          <a:p/>
          <a:p>
            <a:r>
              <a:t>(Sobre la actividad, no se proyecta) No; esta mal hacerlo sin saber que se eligio, y un monolito modular bien argumentado recibe mejor calificacion que cinco servicios sin razon.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trabajo de este nivel son tres cosas: la decision de arquitectura en una frase con sus dos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no es una respuesta: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negativas—, y esa simetria entre las dos clases vale la pena nombrarla en voz 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curso, y hay que enunciarla en voz alta, es que un CloudLite con una base de datos compartida y propiedad de tablas claramente documentada resulta aceptable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cloudlite[CloudLite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importa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Hay que reconciliarlos.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CloudLite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