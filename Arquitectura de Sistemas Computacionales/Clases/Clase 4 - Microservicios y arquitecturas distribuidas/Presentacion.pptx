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Microservicios · Arquitecturas distribuidas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C4 Componentes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Diagramar componentes/servicios de CloudLite y sus contratos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Contrastar monolito vs microservicios con criterios de equipo y acoplamiento.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Modelar CloudLite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C4 Container/Componentes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sin exceso de servicios.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3 contratos/API entre partes del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 C4 Container/Componentes v0.9 + lista de APIs entre servicios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/ diagrams.net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 vs microservicios (para el PI)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Monolito modular ≠ malo: a menudo mejor para equipos pequeños.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Microservicio: frontera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 independencia de datos (ideal).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Anti-patrón: 12 microservicios para 3 estudiantes = diagrama teatro.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Regla CloudLite: 2–5 contenedores lógicos con razón clara.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C4-lite en draw.io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Context (ya) → Containers → Components (si aporta).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caja: nombre + responsabilidad + tecnología tentativas.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Flechas = protocolos (HTTPS/REST, eventos). Evite «líneas mágicas».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Lienzo C4 de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Distribuido implica fallos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Latencia, reintentos, idempotencia, timeouts — anótenlos como riesgos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Consistencia eventual vs fuerte: elijan según el dominio (citas ≠ likes).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no implementan saga completa: solo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reconocen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trade-off en el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2–5 cajas justificadas, cada flecha con protocolo + verbo de negocio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Cliente/App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API CloudLite
(contenedor)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Base de datos
(contenedor)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Servicio de
notificaciones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201168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88720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HTTP/JSON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00400" y="2560320"/>
            <a:ext cx="15544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154679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SQL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00400" y="2560320"/>
            <a:ext cx="539496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74920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evento/cola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Los nombres de estas cajas deben reaparecer igual en el diagrama de Deployment (Clase 7) — es el mismo sistema visto desde otro ángulo.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Microservicios de verdad vs microservicios teatro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Teatro (lo que NO queremos)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12 servicios para un equipo de 3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separan por capricho tecnico, no por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Flechas sin protocolo ni verbo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explicar por que ese corte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Frontera justificada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2-5 contenedores logicos, cada uno con su razon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Frontera = responsabilidad de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flecha: protocolo + verbo (HTTP/JSON, 'reserva')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explica en 60 s sin leer notas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C4 Containers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rapido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C4Container».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decida en la pregunta 12 si su CloudLite es un monolito modular o microservicios, con los dos criterios aplicados a su caso (tamano del equipo con numero y plazo, y que partes cambian juntas) y lo que gana y pierde; verifique que no escribio «un poco de los dos», porque eso vale cero.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modele en la pregunta 13 el C4 Container partiendo del C4 Context de la pregunta 3, con entre 2 y 5 contenedores coherentes con la decision anterior, los almacenes de datos como ContainerDb y toda flecha con protocolo y formato; verifique que los nombres de sistema, actores y sistemas externos sean identicos a los del Context.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liste en la pregunta 14 los 3 contratos con quien llama a quien usando los nombres exactos del diagrama, el verbo y la ruta (o el evento) y el error de negocio con su codigo y su significado en el dominio; verifique que al menos uno sea un 409 de conflicto y que ninguno diga «500 error del servidor».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analice en la pregunta 15 los tres riesgos de distribucion nombrando una caja concreta que se cae, contando los saltos de red de una operacion de punta a punta y nombrando un dato expuesto a inconsistencia; con esto la actividad del Corte 1 queda completa y se entrega en ExamLab antes del domingo 23:59 de esta semana.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Diagrama C4 Container/Componentes v0.9 + lista de APIs entre servicios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Diagramar componentes/servicios de CloudLite y sus contratos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Diagrama C4 Container/Componentes v0.9 + lista de APIs entre servicios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