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CloudLite: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CloudLite App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entregable son tres cosas: la decision de arquitectura en una frase con sus dos criterios, el diagrama de contenedores escrito en Mermaid, y una tabla de tres contratos mas tres riesgos de distribucion.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Empecemos por el termino que el estudiante trae con mala fama.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vale cero, y hay que decir por que: no es una posicion intermedia sensata, es la frase de quien no decidio, y un sistema no se puede desplegar de las dos formas a la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decision se sostiene con exactamente dos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de fondo es la que se repite en el cierre: la cantidad de servicios que una organizacion sostiene es funcion del numero de equipos autonomos, no del gusto por la modularidad.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negativas—, y esa simetria entre las dos clases vale la pena nombrarla en voz alta.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del ejemplo conviene fijar las tres reglas con las que se corrige el diagrama, porque cada una tiene puntos asignados y las tres se pierden por descuido y no por no saber.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Nombre, tecnologia y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«HTTP» a secas no dice como viajan los datos y «SQL» a secas no dice sobre que transporte; con las dos mitades, cualquiera que lea el diagrama sabe por donde puede romperse.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no se entrega como imagen: se entrega como codigo, y la plataforma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la plataforma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delega el estudiante es la revision, y hay tres cosas que tiene que verificar el mismo antes de enviar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son las que la IA equivoca con frecuencia: que la primera linea sea C4Container, que la base de datos haya quedado como ContainerDb y no como Container, y que ninguna relacion haya perdido la mitad de su etiqueta.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codigo que no renderiza vale cero, y es el unico punto del taller donde el estudiante puede comprobar su propia nota antes de entregar.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 ejemplo concreto, y conviene construirlo en el tablero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flecha entre la web y la API dice «HTTPS/JSON, consulta disponibilidad y crea reservas»; la flecha entre la API y la base de datos dice «TCP, lee y escribe turnos».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ya existe un diagrama valido y defendible.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CloudLite Turnos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API espera ese envio antes de responder, la reserva de un turno hereda esa latencia y ese riesgo.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CloudLite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exigencias mas, que valen puntos y se pierden sin darse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salen cuatro mecanismos que el diagrama y la tabla deben poder mencionar.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reintentos exigen idempotencia, que significa que ejecutar la misma operacion dos veces produzca el mismo resultado que ejecutarla una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introduce consistencia eventual, es decir un lapso durante el cual dos partes del sistema tienen versiones distintas de la verdad, con consecuencias visibles para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curso, y hay que enunciarla en voz alta, es que un CloudLite con una base de datos compartida y propiedad de tablas claramente documentada resulta aceptable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 entregable es lo que impide que la clase quede en pura teoria, y no es una tabla libre de riesgos: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pregunta que se cae.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cae todo» vale la mitad de los puntos, y con razon: en un sistema bien partido nunca se cae todo, y el ejercicio consiste precisamente en descubrir que algunas cosas sobreviven.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Turnos, si se cae el trabajador de notificaciones, los turnos se siguen reservando y lo que se pierde es el correo de confirmacion; si se cae la base de turnos, no se reserva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pregunta cuantos saltos de red tiene una operacion de punta a punta, y se responde con un numero, contado sobre el propio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tercer entregable: los tres riesgos,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No; esta mal hacerlo sin saber que se eligio, y un monolito modular bien argumentado recibe mejor calificacion que cinco servicios sin razon.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de servicios no mide calidad arquitectonica; la justificacion de cada frontera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la plataforma del curso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CloudLite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System_Boundary(cloudlite, "CloudLite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del C4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C4Container».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C4 Container en Mermaid + tabla de 3 contratos + 3 riesgos de distribución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o Excalidraw para bocetar · Mermaid dentro de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decida en la pregunta 12 si su CloudLite es un monolito modular o microservicios, con los dos criterios aplicados a su caso (tamano del equipo con numero y plazo, y que partes cambian juntas) y lo que gana y pierde; verifique que no escribio «un poco de los dos», porque eso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modele en la pregunta 13 el C4 Container partiendo del C4 Context de la pregunta 3, con entre 2 y 5 contenedores coherentes con la decision anterior, los almacenes de datos como ContainerDb y toda flecha con protocolo y formato; verifique que los nombres de sistema, actores y sistemas externos sean identicos a los del Context.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liste en la pregunta 14 los 3 contratos con quien llama a quien usando los nombres exactos del diagrama, el verbo y la ruta (o el evento) y el error de negocio con su codigo y su significado en el dominio; verifique que al menos uno sea un 409 de conflicto y que ninguno diga «500 error del servidor».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analice en la pregunta 15 los tres riesgos de distribucion nombrando una caja concreta que se cae, contando los saltos de red de una operacion de punta a punta y nombrando un dato expuesto a inconsistencia; con esto la actividad del Corte 1 queda completa y se entrega en la plataforma del curso antes del en la fecha que indique el docentede esta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 en Mermaid + tabla de 3 contratos + 3 riesgos de distribución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 en Mermaid + tabla de 3 contratos + 3 riesgos de distribución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