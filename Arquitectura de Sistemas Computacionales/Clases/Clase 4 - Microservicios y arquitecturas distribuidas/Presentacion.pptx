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entregable son tres cosas: la decision de arquitectura en una frase con sus dos criterios,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vale cero, y hay que decir por que: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negativas—, y esa simetria entre las dos clases vale la pena nombrarla en voz 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no se entrega como imagen: se entrega como codigo, y la plataforma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codigo que no renderiza vale cero, y es el unico punto del taller donde el estudiante puede comprobar su propia nota antes de entregar.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curso, y hay que enunciarla en voz alta, es que un CloudLite con una base de datos compartida y propiedad de tablas claramente documentada resulta aceptable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entregable es lo que impide que la clase quede en pura teoria, y no es una tabla libre de riesgos: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cae todo» vale la mitad de los puntos, y con razon: en un sistema bien partido nunca se cae todo, y el ejercicio consiste precisamente en descubrir que algunas cosas sobreviven.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cloudlite[CloudLite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califica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Reconciliarlos es la P2 del hito.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o Excalidraw para bocetar · Mermaid dentro de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la plataforma del curso antes del en la fecha que indique el docentede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