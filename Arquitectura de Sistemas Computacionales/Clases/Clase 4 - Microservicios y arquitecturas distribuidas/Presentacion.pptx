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al estudiante con una unidad de despliegue concreta en las manos: una imagen que se ejecuta como contenedor.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le dejo una caja negra llamada CloudLite App con actores y sistemas externos alrededor.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juntan las dos cosas: se abre la caja negra y se decide de cuantas piezas esta hecha por dentro y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nivel 2 del modelo C4, el de contenedores, y el entregable son tres cosas: la decision de arquitectura en una frase con sus dos criterios, el diagrama de contenedores escrito en Mermaid, y una tabla de tres contratos mas tres riesgos de distribucion.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 deberian ser monolitos bien organizados.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senales de una frontera real: el servicio es dueno de sus propios datos, puede liberarse a su propio ritmo y corresponde a una capacidad de negocio que se puede nombrar sin usar palabras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cuanto a la notacion, el nivel de contenedores del modelo C4 pide dibujar, dentro del sistema, cada cosa que se ejecuta o almacena de forma independiente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tres datos obligatorios por caja (nombre, tecnologia y responsabilidad en una frase) y cada flecha etiquetada con protocolo y formato, nunca una linea muda.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repetir la advertencia de la clase pasada, porque es la fuente numero uno de confusion: contenedor en C4 no significa contenedor de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Confundirlo lleva al estudiante a creer que debe empaquetar cada caja con Docker para que el diagrama sea valido, lo cual no es cierto y desvia el trabajo de la semana hacia una tarea que nadie pidio.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claro, lo primero que el estudiante entrega hoy es la decision, y tiene una forma exigida que conviene dictar literal porque se corrige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frase y elige UNA de las dos opciones: monolito modular o microservicios.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poco de los dos» vale cero, y hay que decir por que: no es una posicion intermedia sensata, es la frase de quien no decidio, y un sistema no se puede desplegar de las dos formas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tamano del equipo, y se exige CON numero y CON plazo: «somos dos personas y tenemos doce semanas» es un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equipo es pequeno» no lo es, porque no permite verificar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criterio es el acoplamiento, y se responde diciendo QUE partes cambian juntas: si al tocar el calendario de disponibilidad hay que tocar tambien el registro de clientes, esas dos cosas no son dos servicios.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frase se cierra con las dos mitades del trade-off: lo que se gana y lo que se pierde.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la segunda mitad no hubo decision, hubo una justificacion escrita despues de los hechos —el mismo defecto que la Clase 2 senalaba en los ADR sin consecuencias negativas—, y esa simetria entre las dos clases vale la pena nombrarla en voz alta.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caja lleva TRES datos,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 con «API de turnos · Node.js · valida la franja y registra el turno» ya se puede discutir si esa frontera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lo que guarda datos no es una caja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ninguna flecha queda muda, y media etiqueta tampoco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cuarta condicion que no es del nivel sino de la continuidad del proyecto: los nombres tienen que ser IDENTICOS a los del C4 Context 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pedanteria de notacion; es lo unico que permite afirmar que los dos dibujos son el mismo sistema visto desde distinta altura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exactamente lo que se volvera a verificar en la Clase 7 contra el diagrama de despliegue y en la Clase 11 en la auditoria del paquete.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y los sistemas externos del Context siguen existiendo hoy y siguen estando FUERA del recuadro del sistema: abrir la caja no elimina lo que la rodeaba.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no se entrega como imagen: se entrega como codigo, y la plataforma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reglas de escritura y conviene recorrerlas sobre la diapositiva,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linea es exactamente C4Container, sin nada antes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C4Context es el nivel de la Clase 1 y graph TD es otro tipo de diagrama, y cualquiera de los dos deja la respuesta en el nivel equivocado.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propio se abre con System_Boundary y una llave, y dentro van las cajas: Container para lo que ejecuta y ContainerDb para lo que almacena, cada una con identificador, nombre, tecnologia y responsabilidad.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identificador corto de cada caja —en el molde proyectado son spa, api, db y worker— es el que usan las relaciones; si no coincide, no dibuja la flecha y tampoco avisa con claridad.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dia se dice como consecuencia y no como consejo: se pega el codigo, se mira renderizado, y solo entonces se envia.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codigo que no renderiza vale cero, y es el unico punto del taller donde el estudiante puede comprobar su propia nota antes de entregar.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CloudLite 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Turnos, el sistema de agendamiento de la barberia, empieza con tres contenedores: una aplicacion web que corre en el navegador del cliente, una API que atiende peticiones HTTP con cuerpo en formato JSON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base de datos relacional donde viven turnos, clientes y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entre dos piezas de un sistema tiene cuatro datos y los cuatro se piden por separado: como se llama la interaccion en terminos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es el que se olvida y el que hace util al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500 no es un error de negocio, es una falla del sistema; nadie lo disena, y por eso poner 500 en esa columna es la senal de que el estudiante no distinguio las dos cosas.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proyecta los tres contratos resueltos sobre CloudLite Turnos y conviene recorrerlos leyendo la cuarta columna en voz alta, porque es lo que hay que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al menos uno de los tres contratos tiene que ser un 409 de conflicto, y la razon es de dominio y no de capricho.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409 es la respuesta que dice «tu peticion es valida, pero el estado actual del sistema no la admite», y en cualquier dominio de reservas ese caso existe siempre: dos clientes quieren la misma franja.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encuentra ningun 409 en su sistema casi nunca tiene un dominio sin conflictos; lo que tiene es un diagrama que no modela ninguna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exigencia: los tres contratos no pueden ser entre el mismo par de cajas.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filas que digan «App web → API» describen un solo canal contado tres veces, y lo que se esta evaluando es si el estudiante entendio que su sistema tiene varias fronteras.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contrato es con la base de datos, en la columna del verbo va la sentencia (INSERT, SELECT) y no una ruta REST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base no expone rutas; ponerle POST /turnos a la base de datos es el error que delata que se lleno la tabla por analogia y no leyendo el propio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bloque de contenido es el mas importante del dia: que se paga al distribuir.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perderse, llegar duplicada o tardar indefinidamente.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aritmetica que conviene mostrar porque impresiona con razon: si una peticion del usuario atraviesa en cadena cinco servicios y cada uno esta disponible el 99,9 % del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disponibilidad del recorrido completo es 0,999 elevado a la quinta potencia, alrededor del 99,5 %, lo que pasa de unos 43 minutos de indisponibilidad al mes a mas de tres horas.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es exacto y no una convencion, y es el argumento mas contundente contra multiplicar servicios sin necesidad.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ortodoxa de los microservicios dice que cada servicio es dueno exclusivo de su base de datos y que nadie mas la consulta directamente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cumplir esa regla tiene un precio real: una consulta que antes era un join deja de existir y hay que resolverla llamando a otro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operacion que abarca dos servicios ya no puede ser una transaccion unica sino una secuencia de pasos con compensaciones.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honesta para este curso, y hay que enunciarla en voz alta, es que un CloudLite con una base de datos compartida y propiedad de tablas claramente documentada resulta aceptable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que el estudiante lo registre como un trade-off consciente en su informe y no lo presente como microservicios puros.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 entregable es lo que impide que la clase quede en pura teoria, y no es una tabla libre de riesgos: son TRES riesgos, cada uno responde una pregunta distinta, y estan elegidos para que ninguno se pueda contestar sin mirar el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cae todo» vale la mitad de los puntos, y con razon: en un sistema bien partido nunca se cae todo, y el ejercicio consiste precisamente en descubrir que algunas cosas sobreviven.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Turnos, si se cae el trabajador de notificaciones, los turnos se siguen reservando y lo que se pierde es el correo de confirmacion; si se cae la base de turnos, no se reserva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aplicacion web sigue cargando y puede mostrar un mensaje decente en lugar de una pantalla en blanco.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razonamiento es el que en la Clase 7 permite decidir que va en cada zona de red y en la Clase 13 que pieza vale la pena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importa por lo que se explico arriba: cada salto agrega latencia y una probabilidad de fallo, y esa aritmetica es la unica defensa contra multiplicar cajas por gusto.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puede contar sus saltos no esta leyendo su diagrama, esta recordandolo.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pregunta por un dato que se escribe en dos pasos, y es el mas dificil de los tres porque exige mirar la escritura y no la lectura.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ejemplo, el turno se escribe en la base y despues se publica el mensaje del correo: si el segundo paso falla, el turno existe y el cliente nunca se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problema de fondo de todo sistema distribuido, y hoy no se resuelve con una saga completa: se reconoce, se nombra el dato concreto y se dice que queda inconsistente.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estudiante dice que no encuentra ningun riesgo, casi siempre es porque su diagrama tiene flechas sin protocolo o sin formato: no sabe por donde puede romperse porque nunca definio como se comunican las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Devolverle el diagrama es mas util que darle un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 esta clase son predecibles y conviene responderlas con firmeza.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Cuantos microservicios son los correctos: no hay numero correcto, hay justificacion por frontera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rango de dos a cinco contenedores que exige el curso es una restriccion pedagogica pensada para proyectos de una a tres personas en doce semanas, no un hallazgo de la ingenieria.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Condiciones que un equipo de tres no tiene, y copiar la forma sin las condiciones produce lo que aqui se llama microservicios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tercera, que hay que responder sin ambiguedad: esta mal hacer un monolito.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aplaudir un diagrama con ocho microservicios sin preguntar por que existe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que ese estudiante llega a la Clase 7 con ocho cajas que no puede ubicar en zonas de red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 Clase 8 con ocho pipelines que nunca construira y a la Clase 12 sin poder identificar un cuello de botella, porque no entiende el flujo de su propio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tratar la latencia y los fallos parciales como un detalle de implementacion que se vera despues: si hoy no se dice que una flecha en el diagrama es una llamada de red que puede fallar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disenara como si distribuir fuera gratis, no incluira timeouts ni idempotencia en su tabla de riesgos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13 pedira autoescalado como solucion magica a un problema de diseno originado precisamente en esta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del C4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C4Container».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C4 Container en Mermaid + tabla de 3 contratos + 3 riesgos de distribución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o Excalidraw para bocetar · Mermaid dentro de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decida en la pregunta 12 si su CloudLite es un monolito modular o microservicios, con los dos criterios aplicados a su caso (tamano del equipo con numero y plazo, y que partes cambian juntas) y lo que gana y pierde; verifique que no escribio «un poco de los dos», porque eso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modele en la pregunta 13 el C4 Container partiendo del C4 Context de la pregunta 3, con entre 2 y 5 contenedores coherentes con la decision anterior, los almacenes de datos como ContainerDb y toda flecha con protocolo y formato; verifique que los nombres de sistema, actores y sistemas externos sean identicos a los del Context.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liste en la pregunta 14 los 3 contratos con quien llama a quien usando los nombres exactos del diagrama, el verbo y la ruta (o el evento) y el error de negocio con su codigo y su significado en el dominio; verifique que al menos uno sea un 409 de conflicto y que ninguno diga «500 error del servidor».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analice en la pregunta 15 los tres riesgos de distribucion nombrando una caja concreta que se cae, contando los saltos de red de una operacion de punta a punta y nombrando un dato expuesto a inconsistencia; con esto la actividad del Corte 1 queda completa y se entrega en la plataforma del curso antes del en la fecha que indique el docentede esta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 en Mermaid + tabla de 3 contratos + 3 riesgos de distribución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 en Mermaid + tabla de 3 contratos + 3 riesgos de distribución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