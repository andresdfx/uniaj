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743200"/>
            <a:ext cx="121916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828800" cy="7971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180015" y="32004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69CCB"/>
                </a:solidFill>
                <a:latin typeface="Calibri"/>
              </a:rPr>
              <a:t>Clase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77295" cy="13716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Microservicios · Arquitecturas distribuidas</a:t>
            </a:r>
          </a:p>
          <a:p>
            <a:pPr algn="ctr">
              <a:spcBef>
                <a:spcPts val="800"/>
              </a:spcBef>
            </a:pPr>
            <a:r>
              <a:rPr sz="1500" b="0" i="0">
                <a:solidFill>
                  <a:srgbClr val="269CCB"/>
                </a:solidFill>
                <a:latin typeface="Calibri"/>
              </a:rPr>
              <a:t>C4 Componentes CloudLite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200400"/>
            <a:ext cx="11277295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333333"/>
                </a:solidFill>
                <a:latin typeface="Calibri"/>
              </a:rPr>
              <a:t>Hoy avanzamos el PI en: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Diagramar componentes/servicios de CloudLite y sus contratos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Bloque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120 min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· Teoría breve · Taller PI · cierre.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Herramientas gratis + navegador · sin AWS/GCP/Oracle Cloud.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(120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0–10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Encuadre: hoy avanzamos el PI en… + entregable concreto.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10–40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Teoría Core breve (solo lo necesario para el taller PI).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40–100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Taller guiado PI (demo en vivo + trabajo de equipo).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100–115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Revisión de evidencias del PI.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115–120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Cierre: criterio de éxito + plazo domingo 23:59.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clase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Contrastar monolito vs microservicios con criterios de equipo y acoplamiento.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Modelar CloudLite en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C4 Container/Componentes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sin exceso de servicios.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Definir 3 contratos/API entre partes del sistema.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PI CloudLite — entregable de hoy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Entregable: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Diagrama C4 Container/Componentes v0.9 + lista de APIs entre servicios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Herramienta: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draw.io / diagrams.net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Todo lo que construyan hoy entra al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informe/repo del PI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(no es lab suelto).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Equipos 2–3 · todos deben poder explicar el artefacto.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Monolito vs microservicios (para el PI)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Monolito modular ≠ malo: a menudo mejor para equipos pequeños.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Microservicio: frontera de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despliegue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 independencia de datos (ideal).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Anti-patrón: 12 microservicios para 3 estudiantes = diagrama teatro.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Regla CloudLite: 2–5 contenedores lógicos con razón clara.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C4-lite en draw.io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Context (ya) → Containers → Components (si aporta).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Cada caja: nombre + responsabilidad + tecnología tentativas.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Flechas = protocolos (HTTPS/REST, eventos). Evite «líneas mágicas».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📸 [CAP: drawio-c4] Lienzo C4 de CloudLite.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Distribuido implica fallos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Latencia, reintentos, idempotencia, timeouts — anótenlos como riesgos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Consistencia eventual vs fuerte: elijan según el dominio (citas ≠ likes).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Hoy no implementan saga completa: solo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reconocen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el trade-off en el informe.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Ejemplo de diagrama C4 — nivel Containers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2–5 cajas justificadas, cada flecha con protocolo + verbo de negocio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3931920"/>
            <a:ext cx="2377440" cy="914400"/>
          </a:xfrm>
          <a:prstGeom prst="roundRect">
            <a:avLst>
              <a:gd name="adj" fmla="val 12000"/>
            </a:avLst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Cliente/App
(actor)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API CloudLite
(contenedor)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75488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Base de datos
(contenedor)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595360" y="2011680"/>
            <a:ext cx="2377440" cy="1097280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Servicio de
notificaciones</a:t>
            </a:r>
          </a:p>
        </p:txBody>
      </p:sp>
      <p:cxnSp>
        <p:nvCxnSpPr>
          <p:cNvPr id="10" name="Connector 9"/>
          <p:cNvCxnSpPr/>
          <p:nvPr/>
        </p:nvCxnSpPr>
        <p:spPr>
          <a:xfrm flipV="1">
            <a:off x="2011680" y="3108960"/>
            <a:ext cx="0" cy="82296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1188720" y="331927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HTTP/JSON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200400" y="2560320"/>
            <a:ext cx="155448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154679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SQL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3200400" y="2560320"/>
            <a:ext cx="5394960" cy="0"/>
          </a:xfrm>
          <a:prstGeom prst="line">
            <a:avLst/>
          </a:prstGeom>
          <a:ln w="22225">
            <a:solidFill>
              <a:srgbClr val="66666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5074920" y="2359152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666666"/>
                </a:solidFill>
                <a:latin typeface="Calibri"/>
              </a:rPr>
              <a:t>evento/cola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nombres de estas cajas deben reaparecer igual en el diagrama de Deployment (Clase 7) — es el mismo sistema visto desde otro ángulo.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Microservicios de verdad vs microservicios teatro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Teatro (lo que NO queremos)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12 servicios para un equipo de 3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Se separan por capricho tecnico, no por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Flechas sin protocolo ni verbo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Nadie sabe explicar por que ese corte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5867" y="1261872"/>
            <a:ext cx="5478627" cy="5093208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55867" y="1261872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3027" y="1353312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Frontera justificada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20459" y="1901952"/>
            <a:ext cx="5158587" cy="44988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2-5 contenedores logicos, cada uno con su razon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Frontera = responsabilidad de negocio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Cada flecha: protocolo + verbo (HTTP/JSON, 'reserva')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Cualquiera del equipo lo explica en 60 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PI (paso a paso)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1.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Abran draw.io y creen diagrama Containers/Componentes de CloudLite.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2.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Limiten a 2–5 servicios/contenedores lógicos justificados.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3.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Listen 3 contratos (quién llama a quién, verbo HTTP o evento).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4.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Exporten PNG + archivo .drawio al Drive/repo del PI.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333333"/>
                </a:solidFill>
                <a:latin typeface="Calibri"/>
              </a:rPr>
              <a:t>5.</a:t>
            </a:r>
            <a:r>
              <a:rPr sz="1600" b="0" i="0">
                <a:solidFill>
                  <a:srgbClr val="333333"/>
                </a:solidFill>
                <a:latin typeface="Calibri"/>
              </a:rPr>
              <a:t> En el informe: sección «Arquitectura lógica» + riesgos de distribución.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continuar (PI)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Entregable: Diagrama C4 Container/Componentes v0.9 + lista de APIs entre servicios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Subir evidencias al paquete CloudLite (Drive/repo) y a ExamLab domingo 23:59.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0" i="0">
                <a:solidFill>
                  <a:srgbClr val="333333"/>
                </a:solidFill>
                <a:latin typeface="Calibri"/>
              </a:rPr>
              <a:t>Sin cloud de pago ni instalaciones obligatorias de hipervisores/Docker Desktop.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Clase 4 · PI en movimiento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Diagramar componentes/servicios de CloudLite y sus contratos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Evidencia: Diagrama C4 Container/Componentes v0.9 + lista de APIs entre servicios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Siguiente paso = siguiente hito del PI CloudLite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Teoría al servicio del proyecto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