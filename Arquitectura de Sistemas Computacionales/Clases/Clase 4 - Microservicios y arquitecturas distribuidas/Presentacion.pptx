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Microservicios · Arquitecturas distribuidas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C4 Containers, contratos y riesgos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Diagramar componentes/servicios de CloudLite y sus contratos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Trabajo guiado del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Contrastar monolito vs microservicios con criterios de equipo y acoplamiento.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Modelar CloudLite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C4 Container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(Mermaid) con 2–5 cajas justificadas.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3 contratos con verbo, ruta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error de negocio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nombrar 3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riesgos de distribución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 vs microservicios (para el PI)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Monolito modular ≠ malo: a menudo mejor para equipos pequeños.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Microservicio: frontera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despliegue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 independencia de datos (ideal).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Anti-patrón: 12 microservicios para 3 estudiantes = diagrama teatro.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decisión se escribe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sola frase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se elige UNA: «un poco de los dos» no es una decisión.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sostiene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criterios: tamaño del equipo (con número y plazo) y acoplamiento (qué partes cambian juntas).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con lo que se gana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que se pierde: sin la segunda mitad, no hubo decisión.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C4-lite: del Context a los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abre la ÚNICA caja del Context de la Clase 1: los actores y los externos siguen ahí,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fuera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Tres datos por caja, obligatorios: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nombre · tecnología · responsabilidad en una frase.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guarda datos se marca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almacén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(«ContainerDb»), no como una caja más.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nombres son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idénticos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 los del C4 Context: si allí decía «Pasarela de pagos», aquí no puede decir «Pagos».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lleva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protocolo Y formato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(«HTTPS/JSON», «TCP/SQL»): una línea muda no cuenta.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Entre 2 y 5 cajas. El número tiene que ser coherente con la decisión de la diapositiva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contratos de CloudLite: cuatro datos por fila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09167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834640"/>
                <a:gridCol w="2651760"/>
                <a:gridCol w="3502152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Contrato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Quién llama a quién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Verbo y ruta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Error de negocio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Reservar turno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App web → API de 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POST /turnos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409 · la franja de las 10:00 ya la tomó otro cliente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Avisar al cliente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API de turnos → Correo transaccional (SaaS)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POST /v1/mensajes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422 · la dirección del cliente no existe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Guardar el turno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API de turnos → Base de 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INSERT INTO turno (es SQL, no una ruta REST)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Restricción única (barbero, franja) rechaza el duplicado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2918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Tres pares de cajas DISTINTOS, y al menos un 409 de conflicto: sin él se descuenta. Un 500 no es error de negocio, es una falla.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Distribuido implica fallos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del diagrama es una llamada de red: puede tardar, perderse o llegar dos veces.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1 · qué se cae: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nombra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caja, y di qué deja de funcionar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 qué sigue funcionando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«Se cae todo» vale la mitad.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2 · cuántos saltos de red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tiene una operación de punta a punta: cuéntalos sobre tu propio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3 · un dato escrito en dos pasos: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nómbralo y di qué pasa si el segundo falla.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Caja de herramientas para mitigarlos: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timeout · reintento con espera creciente · idempotencia · circuit breaker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«Los microservicios son más complejos» no es un riesgo: no nombra caja, ni salto, ni dato.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2–5 cajas justificadas, cada flecha con protocolo Y formato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App web
(Container · React)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API de turnos
(Container · Node.js)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Base de turnos
(ContainerDb · PostgreSQL)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93192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Cliente
(Person)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393192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Worker de avisos
(Container · cola)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011680" y="3108960"/>
            <a:ext cx="0" cy="82296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121408" y="33192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usa · HTTPS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0400" y="2560320"/>
            <a:ext cx="15544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154679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HTTPS/JSON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0" y="2560320"/>
            <a:ext cx="146304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040880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TCP/SQL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43600" y="3108960"/>
            <a:ext cx="0" cy="82296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053328" y="33192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evento/cola (AMQP)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Lo que guarda datos va como ContainerDb, no como un Container más. La cuarta caja (el worker) existe porque el correo tarda: sin esa razón, no va. Y estos nombres deben reaparecer igual en el Deployment (Clase 7).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Microservicios de verdad vs microservicios teatro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Teatro (lo que NO queremos)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12 servicios para un equipo de 3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separan por capricho tecnico, no por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Flechas sin protocolo ni verbo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sabe explicar por que ese corte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Frontera justificada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2-5 contenedores logicos, cada uno con su razon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Frontera = responsabilidad de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flecha: protocolo + verbo (HTTP/JSON, 'reserva')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explica en 60 s sin leer notas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C4Container en Mermaid: el molde que la plataforma del curso renderiza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C4Container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title Diagrama de contenedores - CloudLite Turnos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Person(cliente, "Cliente de la barberia", "Reserva y consulta sus turnos")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System_Boundary(cloudlite, "CloudLite App")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Container(spa, "App web", "React", "Muestra franjas libres y crea la reserva")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Container(api, "API de turnos", "Node.js", "Valida la franja y registra el turno")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ContainerDb(db, "Base de turnos", "PostgreSQL", "Turnos, clientes y horarios")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Container(worker, "Worker de avisos", "cola", "Envia el aviso, con reintentos")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System_Ext(correo, "Correo transaccional", "Entrega el correo al cliente")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Rel(cliente, spa, "Reserva un turno", "HTTPS")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Rel(spa, api, "POST /turnos", "HTTPS/JSON")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Rel(api, db, "INSERT / SELECT de turnos", "TCP/SQL")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Rel(api, worker, "Publica aviso-de-turno", "evento/cola (AMQP)")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Rel(worker, correo, "Envia la confirmacion", "API REST sobre HTTPS")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base va como «ContainerDb» y cada «Rel» lleva protocolo Y formato. Los externos, FUERA del «System_Boundary».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 del C4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 rapido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erma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la plataforma del curso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la plataforma del curso,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C4Container».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la plataforma del curso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la plataforma del curso.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Diagrama C4 Container en Mermaid + tabla de 3 contratos + 3 riesgos de distribución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o Excalidraw para bocetar · Mermaid dentro de la plataforma del curso para entregar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la plataforma del curso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Manos a la obra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1: decida en la pregunta 12 si su CloudLite es un monolito modular o microservicios, con los dos criterios aplicados a su caso (tamano del equipo con numero y plazo, y que partes cambian juntas) y lo que gana y pierde; verifique que no escribio «un poco de los dos», porque eso vale cero.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2: modele en la pregunta 13 el C4 Container partiendo del C4 Context de la pregunta 3, con entre 2 y 5 contenedores coherentes con la decision anterior, los almacenes de datos como ContainerDb y toda flecha con protocolo y formato; verifique que los nombres de sistema, actores y sistemas externos sean identicos a los del Context.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3: liste en la pregunta 14 los 3 contratos con quien llama a quien usando los nombres exactos del diagrama, el verbo y la ruta (o el evento) y el error de negocio con su codigo y su significado en el dominio; verifique que al menos uno sea un 409 de conflicto y que ninguno diga «500 error del servidor».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4: analice en la pregunta 15 los tres riesgos de distribucion nombrando una caja concreta que se cae, contando los saltos de red de una operacion de punta a punta y nombrando un dato expuesto a inconsistencia; con esto la actividad del Corte 1 queda completa y se entrega en la plataforma del curso antes del en la fecha que indique el docentede esta semana.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Diagrama C4 Container en Mermaid + tabla de 3 contratos + 3 riesgos de distribución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la plataforma del curso en la fecha que indique el docente.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Diagramar componentes/servicios de CloudLite y sus contratos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Diagrama C4 Container en Mermaid + tabla de 3 contratos + 3 riesgos de distribución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