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Componentes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Diagramar componentes/servicios de CloudLite y sus contratos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Quiz/cierre.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Quiz corto / revisión de evidencias.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C4 Container/Componentes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exceso de servicios.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3 contratos/API entre partes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C4 Container/Componentes v0.9 + lista de APIs entre servicios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Regla CloudLite: 2–5 contenedores lógicos con razón clara.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 en draw.io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Context (ya) → Containers → Components (si aporta).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caja: nombre + responsabilidad + tecnología tentativas.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Flechas = protocolos (HTTPS/REST, eventos). Evite «líneas mágicas».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📸 [CAP: drawio-c4] Lienzo C4 de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Latencia, reintentos, idempotencia, timeouts — anótenlos como riesgos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Consistencia eventual vs fuerte: elijan según el dominio (citas ≠ likes).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no implementan saga completa: solo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reconocen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trade-off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+ verbo de negocio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Cliente/App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API CloudLite
(contenedor)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Base de datos
(contenedor)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Servicio de
notificaciones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88720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HTTP/JSON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SQL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2560320"/>
            <a:ext cx="539496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7492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evento/cola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nombres de estas cajas deben reaparecer igual en el diagrama de Deployment (Clase 7) — es el mismo sistema visto desde otro ángulo.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Cualquiera del equipo lo explica en 60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Abran draw.io y creen diagrama Containers/Componentes de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Limiten a 2–5 servicios/contenedores lógicos justificados.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Listen 3 contratos (quién llama a quién, verbo HTTP o evento).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Exporten PNG + archivo .drawio al Drive/repo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informe: sección «Arquitectura lógica» + riesgos de distribución.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C4 Container/Componentes v0.9 + lista de APIs entre servicios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Diagramar componentes/servicios de CloudLite y sus contratos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C4 Container/Componentes v0.9 + lista de APIs entre servicios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