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Empecemos por el termino que el estudiante trae con mala fama.</a:t>
            </a:r>
          </a:p>
          <a:p/>
          <a:p>
            <a:r>
              <a:t>La palabra decisiva es independiente, y admite una prueba de una linea que el docente debe usar como criterio de correccion: si para poner en produccion el servicio A hay que desplegar tambien el servicio B, entonces A y B no son dos microservicios, son un solo sistema partido en dos repositorios, con todos los costos de la distribucion y ninguno de sus beneficios.</a:t>
            </a:r>
          </a:p>
          <a:p/>
          <a:p>
            <a:r>
              <a:t>La decision se sostiene con exactamente dos criterios.</a:t>
            </a:r>
          </a:p>
          <a:p/>
          <a:p>
            <a:r>
              <a:t>La razon de fondo es la que se repite en el cierre: la cantidad de servicios que una organizacion sostiene es funcion del numero de equipos autonomos, no del gusto por la modularidad.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Antes del ejemplo conviene fijar las tres reglas con las que se corrige el diagrama, porque cada una tiene puntos asignados y las tres se pierden por descuido y no por no saber.</a:t>
            </a:r>
          </a:p>
          <a:p/>
          <a:p>
            <a:r>
              <a:t>Nombre, tecnologia y responsabilidad en una frase.</a:t>
            </a:r>
          </a:p>
          <a:p/>
          <a:p>
            <a:r>
              <a:t>«HTTP» a secas no dice como viajan los datos y «SQL» a secas no dice sobre que transporte; con las dos mitades, cualquiera que lea el diagrama sabe por donde puede romperse.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Eso cambia lo que el docente tiene que ensenar, porque un boceto correcto escrito con la sintaxis equivocada no renderiza y entonces no hay diagrama que calificar.</a:t>
            </a:r>
          </a:p>
          <a:p/>
          <a:p>
            <a:r>
              <a:t>Vale la pena decir en voz alta que aqui el uso de una IA es legitimo y ademas recomendado: pasar un boceto a codigo Mermaid es justo la tarea mecanica en la que ayuda sin sustituir el criterio.</a:t>
            </a:r>
          </a:p>
          <a:p/>
          <a:p>
            <a:r>
              <a:t>Lo que NO delega el estudiante es la revision, y hay tres cosas que tiene que verificar el mismo antes de enviar, porque son las que la IA equivoca con frecuencia: que la primera linea sea C4Container, que la base de datos haya quedado como ContainerDb y no como Container, y que ninguna relacion haya perdido la mitad de su etiqueta.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 ejemplo concreto, y conviene construirlo en el tablero en vivo.</a:t>
            </a:r>
          </a:p>
          <a:p/>
          <a:p>
            <a:r>
              <a:t>La flecha entre la web y la API dice «HTTPS/JSON, consulta disponibilidad y crea reservas»; la flecha entre la API y la base de datos dice «TCP, lee y escribe turnos».</a:t>
            </a:r>
          </a:p>
          <a:p/>
          <a:p>
            <a:r>
              <a:t>Con eso ya existe un diagrama valido y defendible.</a:t>
            </a:r>
          </a:p>
          <a:p/>
          <a:p>
            <a:r>
              <a:t>Si la API espera ese envio antes de responder, la reserva de un turno hereda esa latencia y ese riesgo.</a:t>
            </a:r>
          </a:p>
          <a:p/>
          <a:p>
            <a:r>
              <a:t>Esa es una razon legitima para separar: se agrega una cola de mensajes y un trabajador de notificaciones, la API escribe el turno, publica un mensaje y responde en decenas de milisegundos, y el trabajador envia el correo despues, con reintentos si falla.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exigencias mas, que valen puntos y se pierden sin darse cuenta.</a:t>
            </a:r>
          </a:p>
          <a:p/>
          <a:p>
            <a:r>
              <a:t>Conviene tambien tener a mano la diferencia con sus vecinos, porque se confunden: 400 es que la peticion esta mal formada, 401 que no se sabe quien eres, 403 que se sabe y no te corresponde, 404 que no existe, 422 que esta bien formada pero sus datos no pasan una validacion, y 409 que choca con el estado actual.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ahi salen cuatro mecanismos que el diagrama y la tabla deben poder mencionar.</a:t>
            </a:r>
          </a:p>
          <a:p/>
          <a:p>
            <a:r>
              <a:t>Los reintentos exigen idempotencia, que significa que ejecutar la misma operacion dos veces produzca el mismo resultado que ejecutarla una vez.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Eso introduce consistencia eventual, es decir un lapso durante el cual dos partes del sistema tienen versiones distintas de la verdad, con consecuencias visibles para el usuario.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dictarlos asi, porque un estudiante que entiende por que son esos tres no escribe generalidades.</a:t>
            </a:r>
          </a:p>
          <a:p/>
          <a:p>
            <a:r>
              <a:t>El primero pregunta que se cae.</a:t>
            </a:r>
          </a:p>
          <a:p/>
          <a:p>
            <a:r>
              <a:t>El segundo pregunta cuantos saltos de red tiene una operacion de punta a punta, y se responde con un numero, contado sobre el propio dibujo.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No; esta mal hacerlo sin saber que se eligio, y un monolito modular bien argumentado recibe mejor calificacion que cinco servicios sin razon.</a:t>
            </a:r>
          </a:p>
          <a:p/>
          <a:p>
            <a:r>
              <a:t>Conviene cerrar ubicando el curso: este diagrama es el ultimo insumo del Parcial 1 de la Clase 5; en la Clase 6 cada flecha se convertira en una superficie de ataque que hay que proteger; en la Clase 7 estas mismas cajas se reubicaran en un diagrama de despliegue con zonas publicas y privadas, conservando exactamente los mismos nombres; en la Clase 8 cada contenedor implicara su propio pipeline de integracion continua; y en las Clases 12 y 13 se preguntara cual de estas piezas es el cuello de botella y cual se puede replicar.</a:t>
            </a:r>
          </a:p>
          <a:p/>
          <a:p>
            <a:r>
              <a:t>El numero de servicios no mide calidad arquitectonica; la justificacion de cada frontera 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Microservicios · Arquitecturas distribuidas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C4 Containers, contratos y riesgos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CloudLite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CloudLite.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 del docente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Contrastar monolito vs microservicios con criterios de equipo y acoplamiento.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Modelar CloudLite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C4 Container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(Mermaid) con 2–5 cajas justificadas.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3 contratos con verbo, ruta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error de negocio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nombrar 3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riesgos de distribución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 vs microservicios (para el PI)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Monolito modular ≠ malo: a menudo mejor para equipos pequeños.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Microservicio: frontera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despliegue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 independencia de datos (ideal).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Anti-patrón: 12 microservicios para 3 estudiantes = diagrama teatro.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decisión se escribe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sola frase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se elige UNA: «un poco de los dos» no es una decisión.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sostiene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criterios: tamaño del equipo (con número y plazo) y acoplamiento (qué partes cambian juntas).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con lo que se gana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que se pierde: sin la segunda mitad, no hubo decisión.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C4-lite: del Context a los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abre la ÚNICA caja del Context de la Clase 1: los actores y los externos siguen ahí,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fuera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Tres datos por caja, obligatorios: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nombre · tecnología · responsabilidad en una frase.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guarda datos se marca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almacén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(«ContainerDb»), no como una caja más.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nombres son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idénticos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 los del C4 Context: si allí decía «Pasarela de pagos», aquí no puede decir «Pagos».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lleva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protocolo Y formato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(«HTTPS/JSON», «TCP/SQL»): una línea muda no cuenta.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Entre 2 y 5 cajas. El número tiene que ser coherente con la decisión de la diapositiva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contratos de CloudLite: cuatro datos por fila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09167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834640"/>
                <a:gridCol w="2651760"/>
                <a:gridCol w="3502152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Contrato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Quién llama a quién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Verbo y ruta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Error de negocio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Reservar turno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App web → API de 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POST /turnos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409 · la franja de las 10:00 ya la tomó otro cliente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Avisar al cliente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API de turnos → Correo transaccional (SaaS)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POST /v1/mensajes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422 · la dirección del cliente no existe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Guardar el turno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API de turnos → Base de 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INSERT INTO turno (es SQL, no una ruta REST)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Restricción única (barbero, franja) rechaza el duplicado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2918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Tres pares de cajas DISTINTOS, y al menos un 409 de conflicto: sin él se descuenta. Un 500 no es error de negocio, es una falla.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Distribuido implica fallos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del diagrama es una llamada de red: puede tardar, perderse o llegar dos veces.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1 · qué se cae: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nombra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caja, y di qué deja de funcionar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 qué sigue funcionando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«Se cae todo» vale la mitad.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2 · cuántos saltos de red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tiene una operación de punta a punta: cuéntalos sobre tu propio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3 · un dato escrito en dos pasos: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nómbralo y di qué pasa si el segundo falla.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Caja de herramientas para mitigarlos: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timeout · reintento con espera creciente · idempotencia · circuit breaker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«Los microservicios son más complejos» no es un riesgo: no nombra caja, ni salto, ni dato.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donde viene la clase y que se abre hoy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3 dejo al estudiante con una unidad de despliegue concreta en las manos: una imagen que se ejecuta como contenedor.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1 le dejo una caja negra llamada CloudLite App con actores y sistemas externos alrededor.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se juntan las dos cosas: se abre la caja negra y se decide de cuantas piezas esta hecha por dentro y por que.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es el nivel 2 del modelo C4, el de contenedores, y el entregable son tres cosas: la decision de arquitectura en una frase con sus dos criterios, el diagrama de contenedores escrito en Mermaid, y una tabla de tres contratos mas tres riesgos de distribucion.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donde viene la clase y que se abre hoy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que organiza la clase no es que son los microservicios, sino una mas incomoda y mas util: cada vez que un sistema se parte en dos, se gana algo y se paga algo, y hoy hay que decir explicitamente que se gana y que se paga.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estudiante que solo aprende la primera mitad de esa frase sale convencido de que mas servicios es mejor arquitectura, que es exactamente el error que esta clase debe prevenir.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Monolito: lo que la palabra realmente significa (1/4)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monolito es un sistema que se despliega como una sola unidad: todo su codigo se construye junto y sale al aire junto.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 insulto ni un error, es la arquitectura correcta por defecto para la mayoria de los sistemas pequenos, y varios proyectos de este curso deberian ser monolitos bien organizados.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microservicio, en cambio, es una unidad de despliegue independiente con una frontera de responsabilidad de negocio propia.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senales de una frontera real: el servicio es dueno de sus propios datos, puede liberarse a su propio ritmo y corresponde a una capacidad de negocio que se puede nombrar sin usar palabras tecnicas.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cuanto a la notacion, el nivel de contenedores del modelo C4 pide dibujar, dentro del sistema, cada cosa que se ejecuta o almacena de forma independiente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Monolito: lo que la palabra realmente significa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tres datos obligatorios por caja (nombre, tecnologia y responsabilidad en una frase) y cada flecha etiquetada con protocolo y formato, nunca una linea muda.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hay que repetir la advertencia de la clase pasada, porque es la fuente numero uno de confusion: contenedor en C4 no significa contenedor de Docker.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aplicacion web de una sola pagina que corre en el navegador, una API, una base de datos gestionada, una cola de mensajes y un proceso trabajador en segundo plano son cinco contenedores C4, aunque solo dos de ellos esten dockerizados.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Confundirlo lleva al estudiante a creer que debe empaquetar cada caja con Docker para que el diagrama sea valido, lo cual no es cierto y desvia el trabajo de la semana hacia una tarea que nadie pidio.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Monolito: lo que la palabra realmente significa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eso claro, lo primero que el estudiante entrega hoy es la decision, y tiene una forma exigida que conviene dictar literal porque se corrige asi.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UNA frase y elige UNA de las dos opciones: monolito modular o microservicios.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«Un poco de los dos» vale cero, y hay que decir por que: no es una posicion intermedia sensata, es la frase de quien no decidio, y un sistema no se puede desplegar de las dos formas a la vez.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primero es el tamano del equipo, y se exige CON numero y CON plazo: «somos dos personas y tenemos doce semanas» es un criterio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«el equipo es pequeno» no lo es, porque no permite verificar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criterio es el acoplamiento, y se responde diciendo QUE partes cambian juntas: si al tocar el calendario de disponibilidad hay que tocar tambien el registro de clientes, esas dos cosas no son dos servicios.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Monolito: lo que la palabra realmente significa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frase se cierra con las dos mitades del trade-off: lo que se gana y lo que se pierde.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la segunda mitad no hubo decision, hubo una justificacion escrita despues de los hechos —el mismo defecto que la Clase 2 senalaba en los ADR sin consecuencias negativas—, y esa simetria entre las dos clases vale la pena nombrarla en voz alta.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tres reglas del nivel Container y la trazabilidad con el Context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primera: cada caja lleva TRES datos, no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caja que dice solo «API» no es un contenedor descrito, es una etiqueta; con «API de turnos · Node.js · valida la franja y registra el turno» ya se puede discutir si esa frontera tiene sentido.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segunda: lo que guarda datos no es una caja 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notacion se marca como almacen —en el codigo, ContainerDb en lugar de Container— y esa distincion no es cosmetica: un almacen no se replica igual que un servicio, no se despliega igual y no falla igual, y todo eso se retoma en las Clases 7 y 13.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tercera: ninguna flecha queda muda, y media etiqueta tampoco alcanza.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lleva protocolo Y formato: HTTPS/JSON, TCP/SQL.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tres reglas del nivel Container y la trazabilidad con el Context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una cuarta condicion que no es del nivel sino de la continuidad del proyecto: los nombres tienen que ser IDENTICOS a los del C4 Context de la Clase 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alli decia «Pasarela de pagos», aqui no puede decir «Pagos».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pedanteria de notacion; es lo unico que permite afirmar que los dos dibujos son el mismo sistema visto desde distinta altura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 exactamente lo que se volvera a verificar en la Clase 7 contra el diagrama de despliegue y en la Clase 11 en la auditoria del paquete.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actores y los sistemas externos del Context siguen existiendo hoy y siguen estando FUERA del recuadro del sistema: abrir la caja no elimina lo que la rodeaba.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es el error de dibujo mas comun de la clase, meter al usuario o a la pasarela de pagos dentro del sistema propio, y se detecta en dos segundos preguntando quien lo opera.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C4Container en Mermaid: la sintaxis que la plataforma renderiza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no se entrega como imagen: se entrega como codigo, y la plataforma lo renderiza.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cinco reglas de escritura y conviene recorrerlas sobre la diapositiva, linea por linea.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linea es exactamente C4Container, sin nada antes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C4Context es el nivel de la Clase 1 y graph TD es otro tipo de diagrama, y cualquiera de los dos deja la respuesta en el nivel equivocado.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actores se declaran con Person y los sistemas ajenos con System_Ext, los dos por fuera del bloque del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sistema propio se abre con System_Boundary y una llave, y dentro van las cajas: Container para lo que ejecuta y ContainerDb para lo que almacena, cada una con identificador, nombre, tecnologia y responsabilidad.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C4Container en Mermaid: la sintaxis que la plataforma renderiza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llave se cierra, y las relaciones van despues, con Rel y cuatro datos: origen, destino, que hace y con que protocolo y formato.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identificador corto de cada caja —en el molde proyectado son spa, api, db y worker— es el que usan las relaciones; si no coincide, no dibuja la flecha y tampoco avisa con claridad.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operativa del dia se dice como consecuencia y no como consejo: se pega el codigo, se mira renderizado, y solo entonces se envia.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codigo que no renderiza vale cero, y es el unico punto del taller donde el estudiante puede comprobar su propia nota antes de entregar.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los tres contenedores de CloudLite Turnos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CloudLite Turnos, el sistema de agendamiento de la barberia, empieza con tres contenedores: una aplicacion web que corre en el navegador del cliente, una API que atiende peticiones HTTP con cuerpo en formato JSON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una base de datos relacional donde viven turnos, clientes y horarios.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Ahora viene la parte interesante: la cuarta caja aparece solo si hay una razon.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envio del correo de confirmacion tarda, con proveedores reales de correo, entre 300 y 2000 milisegundos, y puede fallar por causas ajenas al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Cuatro contenedores con una justificacion medible es mejor arquitectura que ocho por moda.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contratos: cuatro datos por fila y un 409 obligatorio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cada flecha del diagrama lleva protocolo y formato, el paso siguiente es decir QUE se negocia por esa flecha, y eso es un contrato.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contrato entre dos piezas de un sistema tiene cuatro datos y los cuatro se piden por separado: como se llama la interaccion en terminos de negocio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llama a quien, con que verbo y ruta —o con que nombre de evento, si es asincrono—, y cual es el error de negocio que puede devolver.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cuarto es el que se olvida y el que hace util al contrato.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error de negocio es una respuesta prevista, que forma parte del diseno: la franja ya esta tomada, el cupo se agoto, el usuario no tiene permiso.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500 no es un error de negocio, es una falla del sistema; nadie lo disena, y por eso poner 500 en esa columna es la senal de que el estudiante no distinguio las dos cosas.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contratos: cuatro datos por fila y un 409 obligatorio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diapositiva proyecta los tres contratos resueltos sobre CloudLite Turnos y conviene recorrerlos leyendo la cuarta columna en voz alta, porque es lo que hay que replicar.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primera: al menos uno de los tres contratos tiene que ser un 409 de conflicto, y la razon es de dominio y no de capricho.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409 es la respuesta que dice «tu peticion es valida, pero el estado actual del sistema no la admite», y en cualquier dominio de reservas ese caso existe siempre: dos clientes quieren la misma franja.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estudiante que no encuentra ningun 409 en su sistema casi nunca tiene un dominio sin conflictos; lo que tiene es un diagrama que no modela ninguna regla de negocio.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exigencia: los tres contratos no pueden ser entre el mismo par de cajas.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contratos: cuatro datos por fila y un 409 obligatorio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filas que digan «App web → API» describen un solo canal contado tres veces, y lo que se esta evaluando es si el estudiante entendio que su sistema tiene varias fronteras.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si el contrato es con la base de datos, en la columna del verbo va la sentencia (INSERT, SELECT) y no una ruta REST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la base no expone rutas; ponerle POST /turnos a la base de datos es el error que delata que se lleno la tabla por analogia y no leyendo el propio diagrama.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se paga al distribuir: la red no es una llamada de funcion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bloque de contenido es el mas importante del dia: que se paga al distribuir.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llamada a una funcion dentro del mismo proceso cuesta del orden de nanosegundos y no puede fallar por causas de red.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misma llamada convertida en peticion HTTP entre dos contenedores de la misma maquina o del mismo centro de datos cuesta tipicamente entre 1 y 5 milisegundos, y entre regiones geograficas distintas puede subir a 50 o 200 milisegundos.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decir, convertir una llamada local en remota empeora el costo en varios ordenes de magnitud, y a eso se suma que ahora la llamada puede perderse, llegar duplicada o tardar indefinidamente.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se paga al distribuir: la red no es una llamada de funcion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una aritmetica que conviene mostrar porque impresiona con razon: si una peticion del usuario atraviesa en cadena cinco servicios y cada uno esta disponible el 99,9 % del tiempo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disponibilidad del recorrido completo es 0,999 elevado a la quinta potencia, alrededor del 99,5 %, lo que pasa de unos 43 minutos de indisponibilidad al mes a mas de tres horas.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calculo es exacto y no una convencion, y es el argumento mas contundente contra multiplicar servicios sin necesidad.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Timeout, reintento, idempotencia y circuit breaker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timeout es el tiempo maximo que un servicio espera respuesta antes de darse por vencido; sin timeout explicito, un servicio lento no falla sino que deja colgado a quien lo llamo, y el bloqueo se propaga hacia arriba hasta tumbar el sistema completo.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valores tipicos para llamadas internas estan entre 2 y 5 segundos, y son convencion, no ley.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reintento es volver a intentar la llamada fallida, y trae una trampa: si todos los clientes reintentan de inmediato contra un servicio ya saturado, lo hunden mas, por lo que se limita a dos o tres reintentos con espera creciente entre uno y otro.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Timeout, reintento, idempotencia y circuit breaker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CloudLite eso es literal: si el reintento de crear turno no es idempotente, el cliente termina con dos reservas para el mismo horario, y la solucion habitual es que la peticion lleve un identificador unico que el servidor reconozca como repetido.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cuarto mecanismo es el interruptor de circuito, o circuit breaker, que tras varias fallas consecutivas deja de intentar por un rato y responde de inmediato con un error controlado, para no gastar recursos golpeando algo que esta caido.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datos: donde se rompen los proyectos academicos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donde los proyectos academicos se rompen es el de los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ortodoxa de los microservicios dice que cada servicio es dueno exclusivo de su base de datos y que nadie mas la consulta directamente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dos servicios comparten tablas, estan acoplados y no pueden desplegarse por separado, lo que contradice la definicion.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cumplir esa regla tiene un precio real: una consulta que antes era un join deja de existir y hay que resolverla llamando a otro servicio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una operacion que abarca dos servicios ya no puede ser una transaccion unica sino una secuencia de pasos con compensaciones.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datos: donde se rompen los proyectos academicos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postura honesta para este curso, y hay que enunciarla en voz alta, es que un CloudLite con una base de datos compartida y propiedad de tablas claramente documentada resulta aceptable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Siempre que el estudiante lo registre como un trade-off consciente en su informe y no lo presente como microservicios puros.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Fingir ortodoxia es peor que documentar una concesion.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tercer entregable: los tres riesgos, y por que son esos tres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tercer entregable es lo que impide que la clase quede en pura teoria, y no es una tabla libre de riesgos: son TRES riesgos, cada uno responde una pregunta distinta, y estan elegidos para que ninguno se pueda contestar sin mirar el propio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nombra UNA caja del diagrama y se dice que deja de funcionar y —esta es la mitad que se olvida— que SIGUE funcionando.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«Se cae todo» vale la mitad de los puntos, y con razon: en un sistema bien partido nunca se cae todo, y el ejercicio consiste precisamente en descubrir que algunas cosas sobreviven.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CloudLite Turnos, si se cae el trabajador de notificaciones, los turnos se siguen reservando y lo que se pierde es el correo de confirmacion; si se cae la base de turnos, no se reserva nada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tercer entregable: los tres riesgos, y por que son esos tres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la aplicacion web sigue cargando y puede mostrar un mensaje decente en lugar de una pantalla en blanco.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razonamiento es el que en la Clase 7 permite decidir que va en cada zona de red y en la Clase 13 que pieza vale la pena replicar.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Reservar un turno en el ejemplo de tres cajas son tres saltos: el navegador a la aplicacion web, la aplicacion web a la API, y la API a la base de datos; si se agrega el correo son cuatro, y si el correo se envia por cola, cinco.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numero importa por lo que se explico arriba: cada salto agrega latencia y una probabilidad de fallo, y esa aritmetica es la unica defensa contra multiplicar cajas por gusto.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estudiante que no puede contar sus saltos no esta leyendo su diagrama, esta recordandolo.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tercero pregunta por un dato que se escribe en dos pasos, y es el mas dificil de los tres porque exige mirar la escritura y no la lectura.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tercer entregable: los tres riesgos, y por que son esos tres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ejemplo, el turno se escribe en la base y despues se publica el mensaje del correo: si el segundo paso falla, el turno existe y el cliente nunca se entero.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es el problema de fondo de todo sistema distribuido, y hoy no se resuelve con una saga completa: se reconoce, se nombra el dato concreto y se dice que queda inconsistente.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estudiante dice que no encuentra ningun riesgo, casi siempre es porque su diagrama tiene flechas sin protocolo o sin formato: no sabe por donde puede romperse porque nunca definio como se comunican las piezas.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Devolverle el diagrama es mas util que darle un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preguntas de esta clase son predecibles y conviene responderlas con firmeza.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Cuantos microservicios son los correctos: no hay numero correcto, hay justificacion por frontera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rango de dos a cinco contenedores que exige el curso es una restriccion pedagogica pensada para proyectos de una a tres personas en doce semanas, no un hallazgo de la ingenieria.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las empresas grandes tienen cientos de servicios, por que nosotros solo tres: porque el numero de servicios que una organizacion puede sostener es funcion del numero de equipos autonomos y de la madurez de su automatizacion de despliegue y observabilidad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Condiciones que un equipo de tres no tiene, y copiar la forma sin las condiciones produce lo que aqui se llama microservicios teatro.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tercera, que hay que responder sin ambiguedad: esta mal hacer un monolito.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tipico del docente que no domina el tema: aplaudir un diagrama con ocho microservicios sin preguntar por que existe cada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aguas abajo es que ese estudiante llega a la Clase 7 con ocho cajas que no puede ubicar en zonas de red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 la Clase 8 con ocho pipelines que nunca construira y a la Clase 12 sin poder identificar un cuello de botella, porque no entiende el flujo de su propio sistema.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error es tratar la latencia y los fallos parciales como un detalle de implementacion que se vera despues: si hoy no se dice que una flecha en el diagrama es una llamada de red que puede fallar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estudiante disenara como si distribuir fuera gratis, no incluira timeouts ni idempotencia en su tabla de riesgos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la Clase 13 pedira autoescalado como solucion magica a un problema de diseno originado precisamente en esta clase.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C4 Container en Mermaid: la forma que la plataforma del curso renderiza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flowchart TB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usuario([Usuario &lt;rol de su dominio&gt;])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subgraph cloudlite[CloudLite App]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web[Web SPA&lt;br/&gt;React]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api[API REST&lt;br/&gt;Node + Express]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db[(Base de datos&lt;br/&gt;PostgreSQL)]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cola[[Cola de trabajos&lt;br/&gt;Redis]]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correo[Servicio de correo&lt;br/&gt;externo]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usuario --&gt;|HTTPS| web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web --&gt;|JSON/HTTPS| api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api --&gt;|SQL| db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api --&gt;|encola| cola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cola --&gt;|SMTP| correo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se califica del diagrama, y no es el dibujo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Cada caja lleva TECNOLOGIA, no solo nombre: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mal:  api[API]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bien: api[API REST&lt;br/&gt;Node + Express]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Cada flecha lleva PROTOCOLO y sentido: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mal:  web --- api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bien: web --&gt;|JSON/HTTPS| api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Lo externo va FUERA del subgraph del sistema: es la frontera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que define de que se es responsable.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Y los nombres tienen que ser LOS MISMOS en el C4, en el Despliegue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(Clase 7) y en el Component (Clase 11). Reconciliarlos es la P2 del hito.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2–5 cajas justificadas, cada flecha con protocolo Y formato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App web
(Container · React)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API de turnos
(Container · Node.js)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Base de turnos
(ContainerDb · PostgreSQL)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93192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Cliente
(Person)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393192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Worker de avisos
(Container · cola)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2011680" y="3108960"/>
            <a:ext cx="0" cy="82296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121408" y="33192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usa · HTTPS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0400" y="2560320"/>
            <a:ext cx="15544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154679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HTTPS/JSON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0" y="2560320"/>
            <a:ext cx="146304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040880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TCP/SQL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43600" y="3108960"/>
            <a:ext cx="0" cy="82296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053328" y="33192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evento/cola (AMQP)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Lo que guarda datos va como ContainerDb, no como un Container más. La cuarta caja (el worker) existe porque el correo tarda: sin esa razón, no va. Y estos nombres deben reaparecer igual en el Deployment (Clase 7).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Microservicios de verdad vs microservicios teatro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Teatro (lo que NO queremos)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12 servicios para un equipo de 3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separan por capricho tecnico, no por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Flechas sin protocolo ni verbo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sabe explicar por que ese corte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Frontera justificada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2-5 contenedores logicos, cada uno con su razon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Frontera = responsabilidad de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flecha: protocolo + verbo (HTTP/JSON, 'reserva')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explica en 60 s sin leer notas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C4Container en Mermaid: el molde que la plataforma del curso renderiza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C4Container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title Diagrama de contenedores - CloudLite Turnos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Person(cliente, "Cliente de la barberia", "Reserva y consulta sus turnos")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System_Boundary(cloudlite, "CloudLite App")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Container(spa, "App web", "React", "Muestra franjas libres y crea la reserva")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Container(api, "API de turnos", "Node.js", "Valida la franja y registra el turno")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ContainerDb(db, "Base de turnos", "PostgreSQL", "Turnos, clientes y horarios")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Container(worker, "Worker de avisos", "cola", "Envia el aviso, con reintentos")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System_Ext(correo, "Correo transaccional", "Entrega el correo al cliente")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Rel(cliente, spa, "Reserva un turno", "HTTPS")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Rel(spa, api, "POST /turnos", "HTTPS/JSON")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Rel(api, db, "INSERT / SELECT de turnos", "TCP/SQL")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Rel(api, worker, "Publica aviso-de-turno", "evento/cola (AMQP)")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Rel(worker, correo, "Envia la confirmacion", "API REST sobre HTTPS")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base va como «ContainerDb» y cada «Rel» lleva protocolo Y formato. Los externos, FUERA del «System_Boundary».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Contrastar monolito vs microservicios con criterios de equipo y acoplamiento.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Modelar CloudLite en C4 Container (Mermaid) con 2–5 cajas justificadas.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Definir 3 contratos con verbo, ruta y error de negocio, y nombrar 3 riesgos de distribución.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