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Costos y sostenibilidad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Estimación cualitativa de costos + notas de sostenibilidad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Identificar drivers de costo (cómputo, datos, transferencia, idle).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Proponer 3 apalancamientos de ahorro sin romper el diseño.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Costos/Sostenibilidad del informe (bajo/medio + drivers)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Costos sin factura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Escala cualitativa: Bajo / Medio / Alto por componente.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Drivers: siempre-on, egress, storage caliente, builds CI frecuentes.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justifiquen por qué su diseño no es «siempre XL».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Menos capas innecesarias · imágenes slim · apagar labs · right-sizing.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Relación con escalabilidad: escala cuando hay carga, no por vanidad.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Tabla componente → driver de costo → nivel (B/M/A) → apalancamiento.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3 acciones de sostenibilidad aplicables al diseño.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Integre en el informe PI (1 página).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Costos/Sostenibilidad del informe (bajo/medio + drivers)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Estimación cualitativa de costos + notas de sostenibilidad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Costos/Sostenibilidad del informe (bajo/medio + drivers)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