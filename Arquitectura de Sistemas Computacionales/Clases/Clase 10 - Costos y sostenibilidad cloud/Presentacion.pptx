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empezar por la economia, porque sin ella el tema suena a contabilidad.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impide el analisis de costo, solo cambia la escala de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contenedor de la API queda en Medio, con driver instancias por horas encendidas.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tres acciones de right-sizing.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las mismas tres acciones sirven a la vez para la factura y para la huella.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siempre.</a:t>
            </a:r>
          </a:p>
          <a:p/>
          <a:p>
            <a:r>
              <a:t>Conviene advertir que en la Clase 11 la auditoria exigira que los componentes de esta tabla se llamen igual que los contenedores del C4 de la Clase 4 y las piezas del despliegue de la Clase 7, y que en la Clase 13 el limite maximo del autoescalado sera el techo de costo que se decide hoy.</a:t>
            </a:r>
          </a:p>
          <a:p/>
          <a:p>
            <a:r>
              <a:t>Con eso la clase se vuelve una caceria de calculadoras de precios, el estudiante copia numeros que no entiende y las acciones de right-sizing quedan cosmeticas.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la base de datos siempre encendida es costo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 worker que solo corre cuando hay mensajes en cola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Egress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datos que salen del proveedor hacia internet; suele cobrarse por gigabyte, y la entrada casi nunca.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Sostenibilidad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que el equipo pueda operar el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consumir cómputo que nadie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una imagen slim pesa decenas de MB frente a cerca de 1 GB de una completa: menos almacenamiento, menos transferencia y despliegues más rápidos.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CloudLite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conductores que explican casi toda la factura son: computo siempre encendido, transferencia de salida o egress, almacenamiento caliente y volumen de logs.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costear solo el computo y olvidar el egress: en servicios que entregan archivos a muchos usuarios, la transferencia de salida puede superar al computo.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CloudLite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en CloudLite: un monolito modular de un solo contenedor es mas sostenible para un equipo de 1 o 2 personas que cinco microservicios, porque tiene 1 pipeline, 1 despliegue y 1 lugar donde buscar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cara ambiental tambien es medible: un entorno de pruebas apagado fuera del horario de trabajo consume menos de la mitad de las horas de computo de uno encendido todo 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