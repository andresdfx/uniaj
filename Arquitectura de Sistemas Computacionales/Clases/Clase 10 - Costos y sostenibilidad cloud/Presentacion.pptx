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del entregable,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la plataforma del curso antes del en la fecha que indique el docente.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