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costos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construya en la pregunta 11 la tabla de costos con una fila por cada componente de su despliegue y las columnas componente, driver, nivel B/M/A y apalancamiento; verifique que cada driver sea una variable contable (horas encendidas, GB de salida, GB almacenados, minutos de CI) y no «el uso».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fuerce al menos un Alto y un Bajo con su justificacion. Marcar todo como Medio para no decidir es lo que la pregunta busca descartar, y ese criterio vale cero si todas las filas quedan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12 tres acciones de sostenibilidad, cada una con el artefacto donde se comprueba y como se comprueba; aplique la prueba de que otra persona pueda decir en seis meses, mirando el repositorio, si la accion se aplico.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ate al menos una de las tres acciones a un driver de costo de la pregunta 11 y suba la actividad completa del Corte 2 a ExamLab antes del domingo 23:59. Es una clase autonoma: no hay encuentro sincrono, y las dudas van por el foro.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