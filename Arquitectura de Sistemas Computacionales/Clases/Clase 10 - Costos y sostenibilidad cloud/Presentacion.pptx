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empezar por la economia, porque sin ella el tema suena a contabilidad.</a:t>
            </a:r>
          </a:p>
          <a:p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impide el analisis de costo, solo cambia la escala de medida.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  <a:p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contenedor de la API queda en Medio, con driver instancias por horas encendidas.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tres acciones de right-sizing.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las mismas tres acciones sirven a la vez para la factura y para la huella.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siempre.</a:t>
            </a:r>
          </a:p>
          <a:p/>
          <a:p>
            <a:r>
              <a:t>Conviene advertir que en la Clase 11 la auditoria exigira que los componentes de esta tabla se llamen igual que los contenedores del C4 de la Clase 4 y las piezas del despliegue de la Clase 7, y que en la Clase 13 el limite maximo del autoescalado sera el techo de costo que se decide hoy.</a:t>
            </a:r>
          </a:p>
          <a:p/>
          <a:p>
            <a:r>
              <a:t>Con eso la clase se vuelve una caceria de calculadoras de precios, el estudiante copia numeros que no entiende y las acciones de right-sizing quedan cosmeticas.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no hay encuentro sincronico y este fundamento se publica tal cual como material de lectura, asi que debe sostener por si solo la comprension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componente al que el estudiante no le sabe poner driver es un componente que todavia no entiende.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que el docente debe poder citar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 ejemplo anclado en CloudLite es la tabla de costos, recorrida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componente que sorprende, el monitoreo de la Clase 8: un sistema que registra cada peticion con detalle puede generar mas gigabytes de logs que de datos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ingesta de logs se cobra por gigabyte; existen casos reales de equipos cuya observabilidad costaba mas que la aplicacion observada.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CloudLite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es contraintuitiva y por eso vale en clase: el driver del componente "almacenamiento de archivos" no es el almacenamiento, es el trafico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mitigacion no es contable sino arquitectonica, poner una cache o una red de distribucion de contenido delante para que el mismo archivo no salga del origen veinte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adelgazar el artefacto, que amarra con la Clase 3: una imagen basada en python:3.12 pesa del orden de 1 GB, la variante slim unos 150 MB y una construida sobre alpine puede bajar a decenas de megabytes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menos registro, menos transferencia en cada despliegue y menos tiempo de arranque, dato que reaparece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sostenibilidad en este curso es tecnica antes que ambiental, y conviene decirlo asi para no caer en discurso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tercera cara que el estudiante ignora: el costo humano de mantener el diseno.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el costo es un atributo de calidad como la latencia, de los enumerados en la Clase 1, y compite con los demas: el objetivo de p95 que se definira en la Clase 12 casi siempre se compra con dinero.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tratar el costo como asunto "de negocio, no tecnico" y despacharlo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decisiones que mas mueven la factura son decisiones de arquitectura, tomadas por quien dibuja el diagrama: gestionado o autoadministrado, con cache o sin cache, sincronico o con cola, replicas fijas o autoescalado.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esta clase se salta, la consecuencia aparece dos clases despues: en la Clase 13 los estudiantes escriben politicas de autoescalado sin limite superior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15 defienden arquitecturas que nadie podria pagar y en el Parcial 3 responden la pregunta de drivers con generalidades sobre "optimizar recursos".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el opuesto e igual de danino: exigir cifras exactas en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aprobacion no es la precision del numero sino que cada componente tenga driver nombrado y que cada accion sea verificable: "reducir a una replica el worker de notificaciones y usar imagen slim" se puede revisar, "optimizar el codigo"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