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cada recurso tiene precio unitario, casi cualquier decision de diseno se convierte en una cifra mensual y el arquitecto pasa a ser corresponsable del gasto.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es la razon por la que este tema vive en un curso de arquitectura y no en uno de administracion.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no impide el analisis de costo, solo cambia la escala de medida.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base de datos gestionada cuesta entre dos y tres veces la maquina desnuda equivalente, porque incluye respaldos, parches y conmutacion por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funcion serverless suele traer free tier de alrededor de un millon de invocaciones mensuales, asi que un componente poco usado cuesta cero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de la API queda en Medio, con driver instancias por horas encendidas.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ejemplo muestra por que el driver importa mas que el nivel.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tambien desarma la intuicion mas comun del estudiante, que si nadie usa el sistema el sistema no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 el segundo bloque del entregable: tres acciones de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las mismas tres acciones sirven a la vez para la factura y para la huella.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la clase se vuelve una caceria de calculadoras de precios, el estudiante copia numeros que no entiende y las acciones de right-sizing quedan cosmeticas.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la plataforma del curso antes del en la fecha que indique el docente.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