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empezar por la economia, porque sin ella el tema suena a contabilidad.</a:t>
            </a:r>
          </a:p>
          <a:p/>
          <a:p>
            <a:r>
              <a:t>Cuando cada recurso tiene precio unitario, casi cualquier decision de diseno se convierte en una cifra mensual y el arquitecto pasa a ser corresponsable del gasto.</a:t>
            </a:r>
          </a:p>
          <a:p/>
          <a:p>
            <a:r>
              <a:t>Esa es la razon por la que este tema vive en un curso de arquitectura y no en uno de administracion.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no impide el analisis de costo, solo cambia la escala de medida.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docente debe poder citar ordenes de magnitud, y conviene decir en voz alta que son convenciones aproximadas de precios de lista y no reglas duras: las cifras cambian por proveedor, region y ano, pero las proporciones se mantienen estables.</a:t>
            </a:r>
          </a:p>
          <a:p/>
          <a:p>
            <a:r>
              <a:t>Una base de datos gestionada cuesta entre dos y tres veces la maquina desnuda equivalente, porque incluye respaldos, parches y conmutacion por falla.</a:t>
            </a:r>
          </a:p>
          <a:p/>
          <a:p>
            <a:r>
              <a:t>Una funcion serverless suele traer free tier de alrededor de un millon de invocaciones mensuales, asi que un componente poco usado cuesta cero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contenedor de la API queda en Medio, con driver instancias por horas encendidas.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segundo ejemplo muestra por que el driver importa mas que el nivel.</a:t>
            </a:r>
          </a:p>
          <a:p/>
          <a:p>
            <a:r>
              <a:t>Esto tambien desarma la intuicion mas comun del estudiante, que si nadie usa el sistema el sistema no cuesta.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salen tres acciones de right-sizing.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eso las mismas tres acciones sirven a la vez para la factura y para la huella.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preguntas aparecen siempre.</a:t>
            </a:r>
          </a:p>
          <a:p/>
          <a:p>
            <a:r>
              <a:t>Conviene advertir que en la Clase 11 la auditoria exigira que los componentes de esta tabla se llamen igual que los contenedores del C4 de la Clase 4 y las piezas del despliegue de la Clase 7, y que en la Clase 13 el limite maximo del autoescalado sera el techo de costo que se decide hoy.</a:t>
            </a:r>
          </a:p>
          <a:p/>
          <a:p>
            <a:r>
              <a:t>Con eso la clase se vuelve una caceria de calculadoras de precios, el estudiante copia numeros que no entiende y las acciones de right-sizing quedan cosmeticas.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justifiquen por qué su diseño no es «siempre XL».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la base de datos siempre encendida es costo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un worker que solo corre cuando hay mensajes en cola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Egress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datos que salen del proveedor hacia internet; suele cobrarse por gigabyte, y la entrada casi nunca.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Sostenibilidad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técnica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que el equipo pueda operar el diseño.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consumir cómputo que nadie 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una imagen slim pesa decenas de MB frente a cerca de 1 GB de una completa: menos almacenamiento, menos transferencia y despliegues más rápidos.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es autonoma por festivo: no hay encuentro sincronico y este fundamento se publica tal cual como material de lectura, asi que debe sostener por si solo la comprension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 peticion atendida.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no tiene factura real, y por que igual se estima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no tiene facturacion real y no la va a tener: el curso prohibe cuentas cloud de pago y tarjetas de credito, y todo se trabaja con draw.io, Excalidraw, Killercoda y el free tier de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escala ordinal ordena pero no mide distancias: decir que la base de datos es Alto y el frontend estatico es Bajo afirma que uno cuesta mas que el otro, no cuantas veces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no tiene factura real, y por que igual se estima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Alcanza de sobra para el objetivo real, que es identificar el driver de costo de cada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driver de costo es la variable concreta que, si crece, hace crecer la factura de ese componente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"el uso" en abstracto sino algo contable: instancias encendidas, horas encendidas, gigabytes almacenados, gigabytes de trafico de salida, numero de peticiones, gigabytes de logs ingeridos.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componente al que el estudiante no le sabe poner driver es un componente que todavia no entiende.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que el docente debe poder citar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 que guardarlo un mes entero.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balanceador de carga cobra una tarifa fija de 18 a 25 dolares al mes incluso con cero trafico.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leccion durable son tres proporciones: guardar es barato, mover datos hacia afuera es caro, y estar prendido sin hacer nada tambien cuesta.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 ejemplo anclado en la app es la tabla de costos, recorrida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 baja, mas respaldos.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notificaciones quedan en Bajo si se modelan como funcion serverless de volumen pequeno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pasan a Medio si se implementan como un worker encendido de forma permanente: el mismo requisito con dos disenos y dos costos, que es exactamente el razonamiento que se evalua.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componente que sorprende, el monitoreo de la Clase 8: un sistema que registra cada peticion con detalle puede generar mas gigabytes de logs que de datos de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ingesta de logs se cobra por gigabyte; existen casos reales de equipos cuya observabilidad costaba mas que la aplicacion observada.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conductores que explican casi toda la factura son: computo siempre encendido, transferencia de salida o egress, almacenamiento caliente y volumen de logs.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costear solo el computo y olvidar el egress: en servicios que entregan archivos a muchos usuarios, la transferencia de salida puede superar al computo.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que la app permite subir comprobantes en PDF o imagenes y que en un semestre acumula 5000 archivos de 2 MB, o sea 10 GB.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Guardarlos cuesta unos 0.25 dolares al mes, despreciable.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si cada archivo se descarga en promedio 20 veces, el sistema mueve 200 GB de egress al mes, que a 0.09 dolares por gigabyte son unos 18 dolares: setenta veces mas que el almacenamiento.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conclusion es contraintuitiva y por eso vale en clase: el driver del componente "almacenamiento de archivos" no es el almacenamiento, es el trafico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mitigacion no es contable sino arquitectonica, poner una cache o una red de distribucion de contenido delante para que el mismo archivo no salga del origen veinte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familias de recursos: los que cobran por uso y los que cobran por existir.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gestionada, el balanceador, las IP reservadas, los volumenes huerfanos y las instantaneas viejas son de la segunda y facturan aunque el ultimo usuario se haya ido hace meses.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 una maquina al 5 por ciento de CPU durante un mes desperdicia el 95 por ciento de lo pagado.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 sobreaprovisionamiento y por encima no queda holgura para picos.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accion tipica es reducir tamano o numero de replicas hasta acercarse a ese rango.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adelgazar el artefacto, que amarra con la Clase 3: una imagen basada en python:3.12 pesa del orden de 1 GB, la variante slim unos 150 MB y una construida sobre alpine puede bajar a decenas de megabytes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menos registro, menos transferencia en cada despliegue y menos tiempo de arranque, dato que reaparece en la Clase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de validos son fijar retencion de logs a 30 dias en vez de para siempre y borrar volumenes e instantaneas sin dueno.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sostenibilidad en este curso es tecnica antes que ambiental, y conviene decirlo asi para no caer en discurso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energia que consume un servidor depende sobre todo de la capacidad encendida, no de la usada: una maquina al 5 por ciento no consume el 5 por ciento de la energia, consume mucho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consumo en reposo de un servidor moderno ronda la mitad del consumo a plena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ademas una decision de arquitectura con efecto directo: la intensidad de carbono de la electricidad varia fuerte entre regiones, asi que elegir region no es solo latencia y cumplimiento normativo.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tercera cara que el estudiante ignora: el costo humano de mantener el diseno.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 tecnica antes que ambiental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arquitectura de ocho servicios que un equipo de tres personas no puede operar es insostenible aunque la infraestructura sea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en la app: un monolito modular de un solo contenedor es mas sostenible para un equipo de 1 o 2 personas que cinco microservicios, porque tiene 1 pipeline, 1 despliegue y 1 lugar donde buscar un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cara ambiental tambien es medible: un entorno de pruebas apagado fuera del horario de trabajo consume menos de la mitad de las horas de computo de uno encendido todo 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el costo es un atributo de calidad como la latencia, de los enumerados en la Clase 1, y compite con los demas: el objetivo de p95 que se definira en la Clase 12 casi siempre se compra con dinero.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si entonces lo mas barato es siempre lo mejor, y la respuesta es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lo mas barato suele mover el costo hacia la operacion humana; el concepto a nombrar es costo total de propiedad, que suma infraestructura mas operacion mas incidentes mas migraciones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bajo esa lente una base de datos autoadministrada en una maquina desnuda es mas barata al mes y mas cara al ano cuando alguien debe parcharla, respaldarla y atender su caida a las tres de la manana.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es como asignar los niveles sin factura: se asignan comparando componentes entre si con el driver como argumento y escribiendo el supuesto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"Alto porque es computo 24/7 mas almacenamiento acumulativo mas respaldos" es defendible, "Alto porque suena caro"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tratar el costo como asunto "de negocio, no tecnico" y despacharlo en cinco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decisiones que mas mueven la factura son decisiones de arquitectura, tomadas por quien dibuja el diagrama: gestionado o autoadministrado, con cache o sin cache, sincronico o con cola, replicas fijas o autoescalado.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esta clase se salta, la consecuencia aparece dos clases despues: en la Clase 13 los estudiantes escriben politicas de autoescalado sin limite superior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15 defienden arquitecturas que nadie podria pagar y en el Parcial 3 responden la pregunta de drivers con generalidades sobre "optimizar recursos".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el opuesto e igual de danino: exigir cifras exactas en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aprobacion no es la precision del numero sino que cada componente tenga driver nombrado y que cada accion sea verificable: "reducir a una replica el worker de notificaciones y usar imagen slim" se puede revisar, "optimizar el codigo"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Identificar drivers de costo (cómputo, datos, transferencia, idle).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Proponer 3 apalancamientos de ahorro sin romper el diseño.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