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En un centro de datos propio el gasto es de capital: se compra un servidor, se paga por adelantado, su costo se reparte en tres o cinco anos, y desde ese momento dejarlo encendido una hora mas no aparece en ninguna factura visible.</a:t>
            </a:r>
          </a:p>
          <a:p/>
          <a:p>
            <a:r>
              <a:t>En la nube el gasto es operativo y medido: se paga por segundo de computo, por gigabyte almacenado al mes, por gigabyte que sale hacia internet y por peticion atendida.</a:t>
            </a:r>
          </a:p>
          <a:p/>
          <a:p>
            <a:r>
              <a:t>El cambio no es contable sino arquitectonico.</a:t>
            </a:r>
          </a:p>
          <a:p/>
          <a:p>
            <a:r>
              <a:t>NOTAS:</a:t>
            </a:r>
          </a:p>
          <a:p/>
          <a:p>
            <a:r>
              <a:t>Cuando cada recurso tiene precio unitario, casi cualquier decision de diseno se convierte en una cifra mensual y el arquitecto pasa a ser corresponsable del gasto.</a:t>
            </a:r>
          </a:p>
          <a:p/>
          <a:p>
            <a:r>
              <a:t>Esa es la razon por la que este tema vive en un curso de arquitectura y no en uno de administracion.</a:t>
            </a:r>
          </a:p>
          <a:p/>
          <a:p>
            <a:r>
              <a:t>(No se proyecta) Esta clase es autonoma por festivo: no hay encuentro sincronico y este fundamento se publica tal cual como material de lectura, asi que debe sostener por si solo la comprension del tema.</a:t>
            </a:r>
          </a:p>
          <a:p/>
          <a:p>
            <a:r>
              <a:t>(No se proyecta) Conviene empezar por la economia, porque sin ella el tema suena a contabilidad.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CloudLite App no tiene facturacion real y no la va a tener: el curso prohibe cuentas cloud de pago y tarjetas de credito, y todo se trabaja con draw.io, Excalidraw, Killercoda y el free tier de GitHub Actions.</a:t>
            </a:r>
          </a:p>
          <a:p/>
          <a:p>
            <a:r>
              <a:t>En vez de pesos se usa una escala ordinal de tres niveles, Bajo, Medio y Alto, asignada componente por componente.</a:t>
            </a:r>
          </a:p>
          <a:p/>
          <a:p>
            <a:r>
              <a:t>DESARROLLO (para explicarlo, no se proyecta):</a:t>
            </a:r>
          </a:p>
          <a:p/>
          <a:p>
            <a:r>
              <a:t>CloudLite App no tiene facturacion real y no la va a tener: el curso prohibe cuentas cloud de pago y tarjetas de credito, y todo se trabaja con draw.io, Excalidraw, Killercoda y el free tier de GitHub Actions.</a:t>
            </a:r>
          </a:p>
          <a:p/>
          <a:p>
            <a:r>
              <a:t>En vez de pesos se usa una escala ordinal de tres niveles, Bajo, Medio y Alto, asignada componente por componente.</a:t>
            </a:r>
          </a:p>
          <a:p/>
          <a:p>
            <a:r>
              <a:t>Una escala ordinal ordena pero no mide distancias: decir que la base de datos es Alto y el frontend estatico es Bajo afirma que uno cuesta mas que el otro, no cuantas veces mas.</a:t>
            </a:r>
          </a:p>
          <a:p/>
          <a:p>
            <a:r>
              <a:t>Alcanza de sobra para el objetivo real, que es identificar el driver de costo de cada componente.</a:t>
            </a:r>
          </a:p>
          <a:p/>
          <a:p>
            <a:r>
              <a:t>Un driver de costo es la variable concreta que, si crece, hace crecer la factura de ese componente</a:t>
            </a:r>
          </a:p>
          <a:p/>
          <a:p>
            <a:r>
              <a:t>No es "el uso" en abstracto sino algo contable: instancias encendidas, horas encendidas, gigabytes almacenados, gigabytes de trafico de salida, numero de peticiones, gigabytes de logs ingeridos.</a:t>
            </a:r>
          </a:p>
          <a:p/>
          <a:p>
            <a:r>
              <a:t>NOTAS:</a:t>
            </a:r>
          </a:p>
          <a:p/>
          <a:p>
            <a:r>
              <a:t>Eso no impide el analisis de costo, solo cambia la escala de medida.</a:t>
            </a:r>
          </a:p>
          <a:p/>
          <a:p>
            <a:r>
              <a:t>(No se proyecta) Un componente al que el estudiante no le sabe poner driver es un componente que todavia no entiende.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Escala cualitativa: Bajo / Medio / Alto por componente.</a:t>
            </a:r>
          </a:p>
          <a:p/>
          <a:p>
            <a:r>
              <a:t>Drivers: siempre-on, egress, storage caliente, builds CI frecuentes.</a:t>
            </a:r>
          </a:p>
          <a:p/>
          <a:p>
            <a:r>
              <a:t>CloudLite: justifiquen por qué su diseño no es «siempre XL».</a:t>
            </a:r>
          </a:p>
          <a:p/>
          <a:p>
            <a:r>
              <a:t>Ejemplo: la base de datos siempre encendida es costo Medio; un worker que solo corre cuando hay mensajes en cola es Bajo.</a:t>
            </a:r>
          </a:p>
          <a:p/>
          <a:p>
            <a:r>
              <a:t>Egress = datos que salen del proveedor hacia internet; suele cobrarse por gigabyte, y la entrada casi nunca.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Una instancia pequena de 2 vCPU y 4 GB encendida todo el mes cuesta del orden de 25 a 40 dolares.</a:t>
            </a:r>
          </a:p>
          <a:p/>
          <a:p>
            <a:r>
              <a:t>El almacenamiento de objetos cuesta del orden de 0.02 a 0.03 dolares por gigabyte al mes, es decir casi nada.</a:t>
            </a:r>
          </a:p>
          <a:p/>
          <a:p>
            <a:r>
              <a:t>El trafico de salida hacia internet, llamado egress, cuesta del orden de 0.08 a 0.12 dolares por gigabyte: unas cuatro veces mas caro por gigabyte que guardarlo un mes entero.</a:t>
            </a:r>
          </a:p>
          <a:p/>
          <a:p>
            <a:r>
              <a:t>Un balanceador de carga cobra una tarifa fija de 18 a 25 dolares al mes incluso con cero trafico.</a:t>
            </a:r>
          </a:p>
          <a:p/>
          <a:p>
            <a:r>
              <a:t>La leccion durable son tres proporciones: guardar es barato, mover datos hacia afuera es caro, y estar prendido sin hacer nada tambien cuesta.</a:t>
            </a:r>
          </a:p>
          <a:p/>
          <a:p>
            <a:r>
              <a:t>NOTAS:</a:t>
            </a:r>
          </a:p>
          <a:p/>
          <a:p>
            <a:r>
              <a:t>Una base de datos gestionada cuesta entre dos y tres veces la maquina desnuda equivalente, porque incluye respaldos, parches y conmutacion por falla.</a:t>
            </a:r>
          </a:p>
          <a:p/>
          <a:p>
            <a:r>
              <a:t>Una funcion serverless suele traer free tier de alrededor de un millon de invocaciones mensuales, asi que un componente poco usado cuesta cero de verdad.</a:t>
            </a:r>
          </a:p>
          <a:p/>
          <a:p>
            <a:r>
              <a:t>(No se proyecta) El docente debe poder citar ordenes de magnitud, y conviene decir en voz alta que son convenciones aproximadas de precios de lista y no reglas duras: las cifras cambian por proveedor, region y ano, pero las proporciones se mantienen estables.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El primer ejemplo anclado en CloudLite es la tabla de costos, recorrida componente por componente.</a:t>
            </a:r>
          </a:p>
          <a:p/>
          <a:p>
            <a:r>
              <a:t>La base de datos queda en Alto con un argumento preciso: paga computo las 24 horas de los 30 dias aunque nadie consulte, mas almacenamiento que nunca baja, mas respaldos.</a:t>
            </a:r>
          </a:p>
          <a:p/>
          <a:p>
            <a:r>
              <a:t>El frontend estatico queda en Bajo porque es almacenamiento mas trafico y no tiene computo propio.</a:t>
            </a:r>
          </a:p>
          <a:p/>
          <a:p>
            <a:r>
              <a:t>Las notificaciones quedan en Bajo si se modelan como funcion serverless de volumen pequeno</a:t>
            </a:r>
          </a:p>
          <a:p/>
          <a:p>
            <a:r>
              <a:t>Y pasan a Medio si se implementan como un worker encendido de forma permanente: el mismo requisito con dos disenos y dos costos, que es exactamente el razonamiento que se evalua.</a:t>
            </a:r>
          </a:p>
          <a:p/>
          <a:p>
            <a:r>
              <a:t>Los cuatro conductores que explican casi toda la factura son: computo siempre encendido, transferencia de salida o egress, almacenamiento caliente y volumen de logs.</a:t>
            </a:r>
          </a:p>
          <a:p/>
          <a:p>
            <a:r>
              <a:t>Un error comun es calcular solo el costo del computo y olvidar el egress: en servicios que entregan archivos a muchos usuarios, la transferencia de salida puede superar al computo.</a:t>
            </a:r>
          </a:p>
          <a:p/>
          <a:p>
            <a:r>
              <a:t>Un ejemplo de fila es: API de turnos, nivel Medio, driver computo siempre encendido; si se mueve a un servicio que escala a cero fuera de horario, baja a Bajo.</a:t>
            </a:r>
          </a:p>
          <a:p/>
          <a:p>
            <a:r>
              <a:t>NOTAS:</a:t>
            </a:r>
          </a:p>
          <a:p/>
          <a:p>
            <a:r>
              <a:t>El contenedor de la API queda en Medio, con driver instancias por horas encendidas.</a:t>
            </a:r>
          </a:p>
          <a:p/>
          <a:p>
            <a:r>
              <a:t>(No se proyecta) Y hay un componente que sorprende, el monitoreo de la Clase 8: un sistema que registra cada peticion con detalle puede generar mas gigabytes de logs que de datos de negocio, y la ingesta de logs se cobra por gigabyte; existen casos reales de equipos cuya observabilidad costaba mas que la aplicacion observada.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Suponga que CloudLite permite subir comprobantes en PDF o imagenes y que en un semestre acumula 5000 archivos de 2 MB, o sea 10 GB.</a:t>
            </a:r>
          </a:p>
          <a:p/>
          <a:p>
            <a:r>
              <a:t>Guardarlos cuesta unos 0.25 dolares al mes, despreciable.</a:t>
            </a:r>
          </a:p>
          <a:p/>
          <a:p>
            <a:r>
              <a:t>Pero si cada archivo se descarga en promedio 20 veces, el sistema mueve 200 GB de egress al mes, que a 0.09 dolares por gigabyte son unos 18 dolares: setenta veces mas que el almacenamiento.</a:t>
            </a:r>
          </a:p>
          <a:p/>
          <a:p>
            <a:r>
              <a:t>Hay dos familias de recursos: los que cobran por uso y los que cobran por existir.</a:t>
            </a:r>
          </a:p>
          <a:p/>
          <a:p>
            <a:r>
              <a:t>La base de datos gestionada, el balanceador, las IP reservadas, los volumenes huerfanos y las instantaneas viejas son de la segunda y facturan aunque el ultimo usuario se haya ido hace meses.</a:t>
            </a:r>
          </a:p>
          <a:p/>
          <a:p>
            <a:r>
              <a:t>NOTAS:</a:t>
            </a:r>
          </a:p>
          <a:p/>
          <a:p>
            <a:r>
              <a:t>El segundo ejemplo muestra por que el driver importa mas que el nivel.</a:t>
            </a:r>
          </a:p>
          <a:p/>
          <a:p>
            <a:r>
              <a:t>Esto tambien desarma la intuicion mas comun del estudiante, que si nadie usa el sistema el sistema no cuesta.</a:t>
            </a:r>
          </a:p>
          <a:p/>
          <a:p>
            <a:r>
              <a:t>(No se proyecta) La conclusion sorprende y por eso vale en clase: el driver del componente "almacenamiento de archivos" no es el almacenamiento, es el trafico, y la mitigacion no es contable sino arquitectonica, poner una cache o una red de distribucion de contenido delante para que el mismo archivo no salga del origen veinte veces.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La metrica que lo gobierna es la utilizacion, el porcentaje de la capacidad pagada que efectivamente se usa; una maquina al 5 por ciento de CPU durante un mes desperdicia el 95 por ciento de lo pagado.</a:t>
            </a:r>
          </a:p>
          <a:p/>
          <a:p>
            <a:r>
              <a:t>La convencion de industria, que es convencion y no regla, apunta a una utilizacion sostenida entre el 40 y el 70 por ciento: por debajo hay sobreaprovisionamiento y por encima no queda holgura para picos.</a:t>
            </a:r>
          </a:p>
          <a:p/>
          <a:p>
            <a:r>
              <a:t>La primera accion tipica es reducir tamano o numero de replicas hasta acercarse a ese rango.</a:t>
            </a:r>
          </a:p>
          <a:p/>
          <a:p>
            <a:r>
              <a:t>La segunda es apagar por horario lo que no es produccion: un ambiente encendido las 24 horas los siete dias consume 168 horas semanales, y encendido solo de 8 a 6 en dias habiles consume 50, un ahorro cercano al 70 por ciento sin tocar codigo.</a:t>
            </a:r>
          </a:p>
          <a:p/>
          <a:p>
            <a:r>
              <a:t>Igual de validos son fijar retencion de logs a 30 dias en vez de para siempre y borrar volumenes e instantaneas sin dueno.</a:t>
            </a:r>
          </a:p>
          <a:p/>
          <a:p>
            <a:r>
              <a:t>La tercera accion es reducir lo que esta sobredimensionado: una instancia que nunca pasa del 20 por ciento de CPU puede bajar a la mitad de su capacidad sin que nadie lo note.</a:t>
            </a:r>
          </a:p>
          <a:p/>
          <a:p>
            <a:r>
              <a:t>El orden correcto es: medir durante al menos 2 semanas, reducir un escalon y volver a medir; reducir sin datos es adivinar.</a:t>
            </a:r>
          </a:p>
          <a:p/>
          <a:p>
            <a:r>
              <a:t>NOTAS:</a:t>
            </a:r>
          </a:p>
          <a:p/>
          <a:p>
            <a:r>
              <a:t>De ahi salen tres acciones de right-sizing.</a:t>
            </a:r>
          </a:p>
          <a:p/>
          <a:p>
            <a:r>
              <a:t>(No se proyecta) Right-sizing es ajustar la capacidad aprovisionada a la demanda observada, y la palabra clave es observada: sin medicion es adivinanza, y la medicion viene de las senales doradas de la Clase 8, en particular la saturacion.</a:t>
            </a:r>
          </a:p>
          <a:p/>
          <a:p>
            <a:r>
              <a:t>(No se proyecta) La tercera es adelgazar el artefacto, que amarra con la Clase 3: una imagen basada en python:3.12 pesa del orden de 1 GB, la variante slim unos 150 MB y una construida sobre alpine puede bajar a decenas de megabytes; eso es menos registro, menos transferencia en cada despliegue y menos tiempo de arranque, dato que reaparece en la Clase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Menos capas innecesarias · imágenes slim · apagar labs · right-sizing.</a:t>
            </a:r>
          </a:p>
          <a:p/>
          <a:p>
            <a:r>
              <a:t>Relación con escalabilidad: escala cuando hay carga, no por vanidad.</a:t>
            </a:r>
          </a:p>
          <a:p/>
          <a:p>
            <a:r>
              <a:t>Sostenibilidad técnica: que el equipo pueda operar el diseño. Ambiental: no consumir cómputo que nadie usa.</a:t>
            </a:r>
          </a:p>
          <a:p/>
          <a:p>
            <a:r>
              <a:t>Ejemplo: una imagen slim pesa decenas de MB frente a cerca de 1 GB de una completa: menos almacenamiento, menos transferencia y despliegues más rápidos.</a:t>
            </a:r>
          </a:p>
          <a:p/>
          <a:p>
            <a:r>
              <a:t>DESARROLLO (para explicarlo, no se proyecta):</a:t>
            </a:r>
          </a:p>
          <a:p/>
          <a:p>
            <a:r>
              <a:t>La energia que consume un servidor depende sobre todo de la capacidad encendida, no de la usada: una maquina al 5 por ciento no consume el 5 por ciento de la energia, consume mucho mas</a:t>
            </a:r>
          </a:p>
          <a:p/>
          <a:p>
            <a:r>
              <a:t>Porque el consumo en reposo de un servidor moderno ronda la mitad del consumo a plena carga.</a:t>
            </a:r>
          </a:p>
          <a:p/>
          <a:p>
            <a:r>
              <a:t>Hay ademas una decision de arquitectura con efecto directo: la intensidad de carbono de la electricidad varia fuerte entre regiones, asi que elegir region no es solo latencia y cumplimiento normativo.</a:t>
            </a:r>
          </a:p>
          <a:p/>
          <a:p>
            <a:r>
              <a:t>Una arquitectura de ocho servicios que un equipo de tres personas no puede operar es insostenible aunque la infraestructura sea gratis.</a:t>
            </a:r>
          </a:p>
          <a:p/>
          <a:p>
            <a:r>
              <a:t>Un ejemplo en CloudLite: un monolito modular de un solo contenedor es mas sostenible para un equipo de 1 o 2 personas que cinco microservicios, porque tiene 1 pipeline, 1 despliegue y 1 lugar donde buscar un error.</a:t>
            </a:r>
          </a:p>
          <a:p/>
          <a:p>
            <a:r>
              <a:t>La cara ambiental tambien es medible: un entorno de pruebas apagado fuera del horario de trabajo consume menos de la mitad de las horas de computo de uno encendido todo el dia.</a:t>
            </a:r>
          </a:p>
          <a:p/>
          <a:p>
            <a:r>
              <a:t>Un error comun es medir la sostenibilidad solo en emisiones: un diseno que nadie del equipo entiende termina reescrito, y reescribir consume mas recursos que operarlo bien.</a:t>
            </a:r>
          </a:p>
          <a:p/>
          <a:p>
            <a:r>
              <a:t>NOTAS:</a:t>
            </a:r>
          </a:p>
          <a:p/>
          <a:p>
            <a:r>
              <a:t>Por eso las mismas tres acciones sirven a la vez para la factura y para la huella.</a:t>
            </a:r>
          </a:p>
          <a:p/>
          <a:p>
            <a:r>
              <a:t>PREGUNTAS FRECUENTES Y CIERRE CONCEPTUAL ()</a:t>
            </a:r>
          </a:p>
          <a:p/>
          <a:p>
            <a:r>
              <a:t>La primera es si tiene sentido estimar costos cuando nadie va a pagar nada; la respuesta es que la estimacion no cambia la factura, cambia el diseno, y que en un trabajo real la segunda pregunta despues de "funciona" es "cuanto cuesta al mes".</a:t>
            </a:r>
          </a:p>
          <a:p/>
          <a:p>
            <a:r>
              <a:t>La segunda es si entonces lo mas barato es siempre lo mejor, y la respuesta es no</a:t>
            </a:r>
          </a:p>
          <a:p/>
          <a:p>
            <a:r>
              <a:t>Porque lo mas barato suele mover el costo hacia la operacion humana; el concepto a nombrar es costo total de propiedad, que suma infraestructura mas operacion mas incidentes mas migraciones</a:t>
            </a:r>
          </a:p>
          <a:p/>
          <a:p>
            <a:r>
              <a:t>Y bajo esa lente una base de datos autoadministrada en una maquina desnuda es mas barata al mes y mas cara al ano cuando alguien debe parcharla, respaldarla y atender su caida a las tres de la manana.</a:t>
            </a:r>
          </a:p>
          <a:p/>
          <a:p>
            <a:r>
              <a:t>La tercera es como asignar los niveles sin factura: se asignan comparando componentes entre si con el driver como argumento y escribiendo el supuesto</a:t>
            </a:r>
          </a:p>
          <a:p/>
          <a:p>
            <a:r>
              <a:t>"Alto porque es computo 24/7 mas almacenamiento acumulativo mas respaldos" es defendible, "Alto porque suena caro" no.</a:t>
            </a:r>
          </a:p>
          <a:p/>
          <a:p>
            <a:r>
              <a:t>Tres preguntas aparecen siempre.</a:t>
            </a:r>
          </a:p>
          <a:p/>
          <a:p>
            <a:r>
              <a:t>(No se proyecta) La sostenibilidad en este curso es tecnica antes que ambiental, y conviene decirlo asi para no caer en discurso vacio.</a:t>
            </a:r>
          </a:p>
          <a:p/>
          <a:p>
            <a:r>
              <a:t>(No se proyecta) Y hay una tercera cara que el estudiante ignora: el costo humano de mantener el diseno.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828800" cy="7971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69CCB"/>
                </a:solidFill>
                <a:latin typeface="Calibri"/>
              </a:rPr>
              <a:t>Clase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Costos y sostenibilidad cloud</a:t>
            </a:r>
          </a:p>
          <a:p>
            <a:pPr algn="ctr">
              <a:spcBef>
                <a:spcPts val="800"/>
              </a:spcBef>
            </a:pPr>
            <a:r>
              <a:rPr sz="1500" b="0" i="0">
                <a:solidFill>
                  <a:srgbClr val="269CCB"/>
                </a:solidFill>
                <a:latin typeface="Calibri"/>
              </a:rPr>
              <a:t>Actividad autónoma · sección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772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Bloque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120 min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· sesión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virtual síncrona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por Google Meet.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Conceptos del tema, ejemplos resueltos sobre la app y cierre conceptual.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Agenda de hoy (120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0–10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Encuadre del tema y objetivos de la clase.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10–70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Conceptos del tema, uno por lámina, con ejemplos sobre la app.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70–100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Ejemplos resueltos y demostración sobre el tema.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100–115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Práctica (opcional, guía en la carpeta de la clase).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115–120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Preguntas y cierre conceptual.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Objetivos de la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Identificar drivers de costo (cómputo, datos, transferencia, idle).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Proponer 3 medidas de ahorro sin romper el diseño.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Redactar sostenibilidad (apagado de labs, imágenes ligeras, sobredimensionamiento).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Clase autonoma: de gasto de capital a gasto operativo medido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pex-opex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capex-opex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capex-opex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la nube el gasto es operativo y medido: se paga por segundo de computo, por gigabyte almacenado al mes, por gigabyte que sale hacia internet y por…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cambio no es contable sino arquitectonico.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app no tiene factura real, y por que igual se estima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estimar-sin-factur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app no tiene facturacion real y no la va a tener: el curso prohibe cuentas cloud de pago y tarjetas de credito, y todo se trabaja con…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vez de pesos se usa una escala ordinal de tres niveles, Bajo, Medio y Alto, asignada componente por componente.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Costos sin factura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drivers-cost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Escala cualitativa: Bajo / Medio / Alto por componente.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Drivers: siempre-on, egress, storage caliente, builds CI frecuentes.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app: justifiquen por qué su diseño no es «siempre XL».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Ejemplo: la base de datos siempre encendida es costo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Medio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; un worker que solo corre cuando hay mensajes en cola es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Bajo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Ordenes de magnitud de costo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rdenes-magnitud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ordenes-magnitud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ordenes-magnitud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instancia pequena de 2 vCPU y 4 GB encendida todo el mes cuesta del orden de 25 a 40 dolares.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almacenamiento de objetos cuesta del orden de 0.02 a 0.03 dolares por gigabyte al mes, es decir casi nada.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trafico de salida hacia internet, llamado egress, cuesta del orden de 0.08 a 0.12 dolares por gigabyte: unas cuatro veces mas caro por gigabyte…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Primer ejemplo: la tabla de costos, componente por componente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scala-ordinal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escala-ordinal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escala-ordinal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primer ejemplo anclado en la app es la tabla de costos, recorrida componente por componente.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base de datos queda en Alto con un argumento preciso: paga computo las 24 horas de los 30 dias aunque nadie consulte, mas almacenamiento que nunca…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frontend estatico queda en Bajo porque es almacenamiento mas trafico y no tiene computo propio.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Segundo ejemplo: por que el driver importa mas que el nivel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gress-driver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egress-driver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egress-driver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5000 archivos de 2 MB son 10 GB: guardarlos cuesta unos US$ 0.25 al mes.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cada uno se descarga 20 veces, salen 200 GB al mes: a US$ 0.09 el GB, unos US$ 18, setenta veces más.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driver es el tráfico, y la mitigación es de arquitectura: una caché o una CDN delante.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Unos recursos cobran por uso y otros por existir, aunque nadie use el sistema.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Right-sizing: tres acciones ancladas en observacion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ight-sizing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right-sizing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right-sizing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metrica que lo gobierna es la utilizacion, el porcentaje de la capacidad pagada que efectivamente se usa;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convencion de industria, que es convencion y no regla, apunta a una utilizacion sostenida entre el 40 y el 70 por ciento: por debajo hay…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Sostenibilidad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sostenibilidad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Menos capas innecesarias · imágenes slim · apagar labs · right-sizing.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Relación con escalabilidad: escala cuando hay carga, no por vanidad.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Sostenibilidad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técnica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que el equipo pueda operar el diseño.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Ambiental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no consumir cómputo que nadie usa.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Ejemplo: una imagen slim pesa decenas de MB frente a cerca de 1 GB de una completa: menos almacenamiento, menos transferencia y despliegues más…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10 · cierre conceptual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Identificar drivers de costo (cómputo, datos, transferencia, idle).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Proponer 3 medidas de ahorro sin romper el diseño.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Redactar sostenibilidad (apagado de labs, imágenes ligeras, sobredimensionamiento).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Teoría al servicio del diseño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