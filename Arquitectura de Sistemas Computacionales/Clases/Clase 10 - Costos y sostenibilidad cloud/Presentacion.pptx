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Tabla componente → driver de costo → nivel (B/M/A) → apalancamiento.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 acciones de sostenibilidad aplicables al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Integre en el informe PI (1 página).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