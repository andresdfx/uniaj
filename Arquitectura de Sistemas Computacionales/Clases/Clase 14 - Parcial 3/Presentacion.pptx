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Parcial 3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es el parcial: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no hay tema nuevo.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hasta hoy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Sesión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enunciado y el canal de entrega se comparten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 empezar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 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