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3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 · sin tema de trabajo dirigido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Sin trabajo dirigido nuevo de PI (evaluación del corte)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Quiz/cierre.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(presencial síncrono).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taller ni avance dirigido del PI en esta clase.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evaluación en carpeta docente de Parciales (no se distribuye antes).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prep del PI / pitch quedó en la clase regular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·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evaluación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PI CloudLite continúa en la siguiente clase regular/autónoma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