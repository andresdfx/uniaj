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ni taller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solo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 ni taller del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El enunciado se comparte al empezar ·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distribuye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11 · Clase 12 · Clase 13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Emparejamiento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Rendimiento y escalabilidad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de sustentación arquitectónica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15% del Corte 3 (40%).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Tiempo previsto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minutos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15: sustentación del PI CloudLite, no hay tema nuevo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