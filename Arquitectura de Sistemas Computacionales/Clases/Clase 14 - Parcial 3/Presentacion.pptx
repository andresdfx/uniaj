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Parcial 3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Solo evaluación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Hoy es el parcial: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no hay tema nuevo.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parcial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hay tema nuevo en esta sesión.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hasta hoy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Sesión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Duración aproximada: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90–100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enunciado y el canal de entrega se comparten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al empezar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Hoy solo se evalúa el corte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continúa la próxima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