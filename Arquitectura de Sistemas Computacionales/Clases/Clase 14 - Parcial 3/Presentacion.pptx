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Hoy es el parcial: no hay tema nuevo en esta sesión.</a:t>
            </a:r>
          </a:p>
          <a:p/>
          <a:p>
            <a:r>
              <a:t>Entra lo visto en el corte hasta hoy.</a:t>
            </a:r>
          </a:p>
          <a:p/>
          <a:p>
            <a:r>
              <a:t>Sesión virtual síncrona por Google Meet.</a:t>
            </a:r>
          </a:p>
          <a:p/>
          <a:p>
            <a:r>
              <a:t>Duración aproximada: 90–100 min dentro del bloque de 120.</a:t>
            </a:r>
          </a:p>
          <a:p/>
          <a:p>
            <a:r>
              <a:t>El enunciado y el canal de entrega se comparten al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hasta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