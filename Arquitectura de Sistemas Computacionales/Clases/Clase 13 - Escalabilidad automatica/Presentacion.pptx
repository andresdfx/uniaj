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escalabilidad no es rendimiento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el estudiante trabaja solo y este fundamento se publica como material de lectura, asi que esta escrito para explicar el tema completo sin apoyo de un encuentro sincronico.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es la capacidad de un sistema de sostener mas carga agregando recursos, y la primera precision importante es que no es lo mismo que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rendimiento, tema de la Clase 12, pregunta cuanto tarda una peticion con la carga actual.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pregunta que pasa cuando la carga se multiplica: si al duplicar los recursos el sistema atiende cerca del doble de trabajo, escala bien; si atiende un 20 por ciento mas, escala mal, y ninguna cantidad de dinero lo va a arreglar.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formas de agregar capacidad y el estudiante debe poder definirlas sin dudar.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verticalmente, o hacia arriba, es darle mas recursos a la MISMA maquina: mas CPU, mas memoria, disco mas rapido.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opcion simple porque no exige cambiar el codigo, y tiene tres limites reales: existe un techo fisico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instancia mas grande disponible se acaba en algun punto; el precio crece peor que linealmente, ya que las instancias grandes cuestan mas por unidad de capacidad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cambio suele requerir reiniciar el servicio, lo que implica una ventana de indisponibilidad del orden de 30 segundos a 2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horizontalmente, o hacia afuera, es agregar MAS instancias iguales trabajando en paralelo, con el balanceador de carga de la Clase 7 repartiendo peticiones entre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precio es un requisito de diseno no negociable: la aplicacion tiene que poder correr en varias copias sin pisarse.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requisito se llama ausencia de estado, o statelessness, y es donde mas estudiantes fallan.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en CloudLite es facil de narrar: si la API guarda la sesion en un diccionario en memoria de la instancia que atendio el login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balanceador manda la siguiente peticion del mismo usuario a la segunda instancia, esa instancia no lo conoce y lo expulsa; el usuario percibe que la aplicacion lo saca al azar.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parcial que casi todos proponen es la sesion pegajosa, que amarra al usuario a una instancia, y hay que decir por que es un parche: si esa instancia se cae la sesion se pierde igual, y el balanceo se vuelve desigual.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arquitectonica es sacar el estado del proceso: guardar la sesion en un almacen compartido o usar un token firmado que el cliente presenta en cada peticion.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aplica a los archivos subidos de CloudLite: si se escriben en el disco local del contenedor, la mitad de las descargas fallara porque el archivo esta en la otra instancia, y por eso van a almacenamiento de objetos, que fue la decision de la Clase 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que el entregable debe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autoescalado es la automatizacion del escalado horizontal y consta de cinco piezas que el entregable debe nombrar: una metrica que se observa, un umbral que dispara la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periodo de evaluacion durante el cual el umbral debe sostenerse, un enfriamiento o cooldown que impide actuar de nuevo de inmediato, y un rango con minimo y maximo de instancias.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politica completa para CloudLite se lee asi: metrica CPU promedio del grupo de instancias de la API, umbral 70 por ciento sostenido durante 5 minutos, accion agregar una instancia, cooldown de 5 minutos, minimo 2 y maximo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70 por ciento deja holgura para el pico que llega mientras la instancia nueva arranca.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5 minutos evitan reaccionar a un ruido de 20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minimo es 2 y no 1 porque con una sola instancia no hay tolerancia a fallas ni despliegue sin caida.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que el entregable debe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maximo es la pieza mas olvidada y la mas importante: es el techo de costo decidido en la Clase 10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sin el, un error de programacion o un ataque puede escalar la factura sin limite; hay casos documentados de facturas de miles de dolares generadas en horas por autoescalado sin tope.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una simetria que casi nadie escribe: la politica de reduccion.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escala hacia afuera al 70 por ciento no se puede escalar hacia adentro tambien al 70, porque el sistema oscilaria agregando y quitando instancias sin parar, fenomeno llamado flapping.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es usar umbrales asimetricos, por ejemplo salir al 70 y entrar al 30, y hacer la reduccion mas lenta que la expansion, porque equivocarse agregando cuesta dinero y equivocarse quitando cuesta una caida.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limite fisico del autoescalado que desarma la idea de que es magia: la instancia nueva no aparece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liviano tarda del orden de 10 a 60 segundos entre que se decide crearlo y que recibe trafico util, contando descarga de imagen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Arranque del proceso, conexion a la base de datos y aprobacion del chequeo de salud; una maquina virtual completa puede tardar de 2 a 5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Sume el periodo de evaluacion y el sistema reacciona entre 5 y 10 minutos despues de que empezo el problema, asi que un pico subito del tipo que la prueba de spike de la Clase 12 simula ocurre y termina antes de que llegue la ayuda.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respuestas correctas son tres y ninguna es "poner mas autoescalado": mantener holgura permanente por encima de la demanda habitual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una cola delante para absorber la rafaga y procesarla al ritmo que el sistema aguante, o degradar con gracia devolviendo una version reducida de la respuesta.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reaparece la Clase 3: una imagen slim arranca mas rapido que una de un gigabyte, asi que adelgazar la imagen no es solo ahorro de costo, es tiempo de reaccion.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bien la metrica es la decision mas fina del tema, y el ejemplo de CloudLite es contundente.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CPU es la metrica por defecto y es la equivocada para la mayoria de las APIs, porque una API que sobre todo espera respuestas de la base de datos esta limitada por entrada y salida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por procesador: cuando la latencia se dispara a 3 segundos porque el pool de conexiones esta agotado, la CPU puede seguir marcando un tranquilo 20 por ciento, el umbral del 70 nunca se cruza y el autoescalado no hace nada mientras los usuarios sufren.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Metricas mejores para ese caso son las peticiones por segundo por instancia, que se deriva del calculo hecho en la Clase 12, la latencia p95 del propio servicio, o la longitud de la cola pendiente.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el componente de notificaciones de CloudLite la metrica natural es el numero de mensajes esperando en la cola, no la CPU del worker: si hay 500 mensajes acumulados hay que agregar workers, y da igual cuanta CPU usen.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escala: la mitad del entregable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capa de datos es el caso central: agregar instancias de API es casi gratis conceptualmente, pero una base de datos relacional que debe mantener consistencia tiene un unico escritor, y ese escritor no se multiplica sin cambiar el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pueden agregar replicas de lectura, y ahi entra un concepto a definir: el retraso de replicacion, esos milisegundos o segundos en que la replica todavia no tiene el ultimo cambio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produce el sintoma de que el usuario guarda un dato, la pagina lo relee de una replica y el dato no aparece.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alternativas mas agresivas, particionar los datos por clave o cambiar a un modelo sin esquema fijo, son decisiones de arquitectura mayores y estan fuera del alcance de CloudLite v1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Decirlo explicitamente en el informe es una respuesta correcta, no una debilidad.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escala: la mitad del entregable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aritmetico que es la mejor leccion del dia: si cada instancia de la API abre un pool de 20 conexiones y el autoescalado sube a 6 instancias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pide 120 conexiones, mientras que una base de datos gestionada pequena suele admitir del orden de 100; el resultado es que escalar la API tumba la base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conviene enumerar otras piezas que no escalan por replicacion: los limites de terceros, como un proveedor de correo que acepta 100 envios por minuto y rechaza el exceso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diez workers no envian diez veces mas rapido sino que generan diez veces mas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sistemas de archivos compartidos; y las tareas programadas de tipo singleton, que si corren en seis instancias hacen el mismo trabajo seis veces y pueden duplicar cobros o correos.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por que documentar limites si el autoescalado es automatico; la respuesta es que automatico significa que ejecuta la politica que alguien escribio, no que decide bien: sin maximo escala el costo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minimo pierde disponibilidad, con la metrica equivocada no reacciona y con umbrales simetricos oscila; el automatismo amplifica la calidad de la decision humana en ambos sentidos.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no seria mejor serverless, que "escala infinito"; la respuesta reconoce la ventaja real, que escala por peticion y no cobra en reposo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nombra los tres costos: el arranque en frio, esa demora extra de cientos de milisegundos a segundos cuando una funcion se invoca despues de estar inactiva; el agotamiento de conexiones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mil funciones concurrentes matan a la base de datos igual que mil contenedores; y el costo por invocacion, que a volumen alto puede superar el de instancias fijas.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cuantas instancias poner, y la respuesta sale de la aritmetica de la Clase 12 y no del gusto: si el pico estimado es de 5 RPS y una instancia sostiene con holgura unos 3 RPS dentro del objetivo de p95, se necesitan 2 con una de margen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maximo se fija donde el costo mensual deja de ser defendible o donde choca con el limite de conexiones, el que llegue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verificar el diseno sin gastar un peso alcanza Killercoda con docker compose para levantar dos o tres replicas del stub detras de un balanceador y comprobar que la sesion no se rompe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formal es una nota sobre el diagrama de despliegue y la seccion escrita con estrategia, trigger, limite y lo que no escala, que la Clase 14 evaluara y la Clase 15 exigira sustentar.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el autoescalado como solucion general a los problemas de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identifico primero el cuello de botella, escalar la pieza equivocada no mejora nada y sube el costo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mas ilustrativo es la API limitada por la base de datos, donde agregar instancias empeora la situacion porque suma presion sobre el recurso ya saturado.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pedagogica es que el estudiante sale creyendo que la escalabilidad se compra con configuracion, y en el Parcial 3 responde con la definicion de vertical y horizontal sin poder decidir cual aplica a un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celebrar el escalado horizontal como si fuera gratis: presentarlo solo como "agregar instancias" sin exigir la revision del estado en memoria, ni el limite de conexiones, ni la capa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deja pasar, el entregable llega con la seccion de "que no escala" vacia o rellenada con una frase generica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15 el estudiante afirma que su sistema soporta cualquier crecimiento mientras el diagrama muestra una unica base de datos con la sesion guardada en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contradiccion mas facil de detectar y la mas costosa de explicar en ese momento.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Politica de escalado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Nota en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tome los 5 componentes de su C4Deployment de la Clase 7 y clasifique cada uno como escala horizontal, escala vertical o no escala, verificando que al menos uno quede en no escala con justificacion tecnica, porque una politica donde todo escala no es una politica; el resultado abre la seccion Escalabilidad del informe.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la tabla de politica de escalado con 6 columnas y 5 filas (componente, tipo de escala, disparador de subida, disparador de bajada, minimo y maximo, tiempo de enfriamiento), verificando que cada disparador tenga metrica, umbral numerico y ventana de tiempo, y que ningun maximo quede en infinito o sin definir.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escriba en la plataforma del curso el diagrama Mermaid de la maquina de decision del autoescalado con el nodo de observacion, los dos rombos de decision, las acciones de subida y bajada, el enfriamiento y el nodo de lo que no escala, verificando al renderizar que el ciclo se cierre sobre el nodo de observacion y que los umbrales del diagrama sean los mismos numeros de la tabla.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escriba los 3 componentes que NO escalan con su justificacion tecnica y su plan alterno, y la tabla de impacto en costos que enlaza con la Clase 10, verificando que cada plan alterno sea ejecutable sin cloud de pago y que el impacto de costo use los mismos niveles bajo, medio o alto de la seccion de costos.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5: integre la politica en la seccion Escalabilidad del informe, anote la marca de replicas en el diagrama de despliegue si aplica y suba las 5 preguntas a la plataforma del curso (modulo Talleres) antes del en la fecha que indique el docente, verificando que la politica no prometa nada que la arquitectura dibujada no pueda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