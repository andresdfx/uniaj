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ExamLab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ExamLab (modulo Talleres) antes del domingo 23:59,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