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916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828800" cy="79710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180015" y="3200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269CCB"/>
                </a:solidFill>
                <a:latin typeface="Calibri"/>
              </a:rPr>
              <a:t>Clase 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14400"/>
            <a:ext cx="1127729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Escalabilidad automática</a:t>
            </a:r>
          </a:p>
          <a:p>
            <a:pPr algn="ctr">
              <a:spcBef>
                <a:spcPts val="800"/>
              </a:spcBef>
            </a:pPr>
            <a:r>
              <a:rPr sz="1500" b="0" i="0">
                <a:solidFill>
                  <a:srgbClr val="269CCB"/>
                </a:solidFill>
                <a:latin typeface="Calibri"/>
              </a:rPr>
              <a:t>Actividad autónoma · escenario de escala PI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00400"/>
            <a:ext cx="11277295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333333"/>
                </a:solidFill>
                <a:latin typeface="Calibri"/>
              </a:rPr>
              <a:t>Hoy avanzamos el PI en: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Documentar política de autoescalado conceptual de CloudLite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Bloque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Teoría breve · Taller PI · Quiz/cierre.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Herramientas gratis + navegador · sin AWS/GCP/Oracle Cloud.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Agenda de hoy (120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0–10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Encuadre: hoy avanzamos el PI en… + entregable concreto.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10–40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Teoría Core breve (solo lo necesario para el taller PI).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40–100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Taller guiado PI (demo en vivo + trabajo de equipo).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100–115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Quiz corto / revisión de evidencias.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115–120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Cierre: criterio de éxito + plazo domingo 23:59.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Objetivos de la clase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Distinguir escala vertical vs horizontal y cuándo aplicarlas.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Definir triggers cualitativos (CPU, cola, RPS) sin cloud de pago.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Actualizar el informe PI con la política de escala.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PI CloudLite — entregable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Sección Escalabilidad: triggers, límites, qué escala y qué no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Google Docs · draw.io (opcional nota en Deployment)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Todo lo que construyan hoy entra al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informe/repo del PI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(no es lab suelto).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Equipos 2–3 · todos deben poder explicar el artefacto.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Escala para CloudLite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Horizontal: más réplicas del API. Vertical: más CPU/RAM a un nodo.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Datos: escala distinta (read replicas conceptuales / partición — solo si aplica).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Triggers: RPS, latencia p95, profundidad de cola, CPU.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Límites y costos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max replicas · min replicas · cooldown — anótenlos aunque sean hipotéticos.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Escalar mal = costo (enlace con Clase 10).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Politica de autoescalado (tabla, no prosa)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Componente   | Tipo        | Trigger up      | Min | Max | Cooldown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-------------|-------------|-----------------|-----|-----|---------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API          | Horizontal  | CPU &gt; 70% / 5m  |  2  |  6  | 5 min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Worker cola  | Horizontal  | cola &gt; 100 msg  |  1  |  4  | 3 min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BD primaria  | NO escala   | -               |  1  |  1  | -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El 'max' es lo que evita que la factura escale sola. La BD primaria casi nunca escala horizontal.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(paso a paso)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Describan qué componente escala y por qué.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2.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Definan 2 triggers + min/max + qué NO se escala.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3.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Anoten impacto en costos/sostenibilidad.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4.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Opcional: marca «ASG/replicas» en diagrama Deployment.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5.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Entrega domingo 23:59 (sección Escalabilidad).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continuar (PI)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Entregable: Sección Escalabilidad: triggers, límites, qué escala y qué no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Subir evidencias al paquete CloudLite (Drive/repo) y a ExamLab domingo 23:59.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Sin cloud de pago ni instalaciones obligatorias de hipervisores/Docker Desktop.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13 · PI en movimiento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Documentar política de autoescalado conceptual de CloudLite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Evidencia: Sección Escalabilidad: triggers, límites, qué escala y qué no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paso = siguiente hito del PI CloudLite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Teoría al servicio del proyecto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