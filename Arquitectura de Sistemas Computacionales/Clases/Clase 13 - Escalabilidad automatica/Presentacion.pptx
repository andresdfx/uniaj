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La escalabilidad es la capacidad de un sistema de sostener mas carga agregando recursos, y la primera precision importante es que no es lo mismo que rendimiento.</a:t>
            </a:r>
          </a:p>
          <a:p/>
          <a:p>
            <a:r>
              <a:t>La escalabilidad pregunta que pasa cuando la carga se multiplica: si al duplicar los recursos el sistema atiende cerca del doble de trabajo, escala bien.</a:t>
            </a:r>
          </a:p>
          <a:p/>
          <a:p>
            <a:r>
              <a:t>Si atiende un 20 por ciento mas, escala mal, y ninguna cantidad de dinero lo va a arreglar.</a:t>
            </a:r>
          </a:p>
          <a:p/>
          <a:p>
            <a:r>
              <a:t>DESARROLLO (para explicarlo, no se proyecta):</a:t>
            </a:r>
          </a:p>
          <a:p/>
          <a:p>
            <a:r>
              <a:t>La escalabilidad es la capacidad de un sistema de sostener mas carga agregando recursos, y la primera precision importante es que no es lo mismo que rendimiento.</a:t>
            </a:r>
          </a:p>
          <a:p/>
          <a:p>
            <a:r>
              <a:t>La escalabilidad pregunta que pasa cuando la carga se multiplica: si al duplicar los recursos el sistema atiende cerca del doble de trabajo, escala bien; si atiende un 20 por ciento mas, escala mal, y ninguna cantidad de dinero lo va a arreglar.</a:t>
            </a:r>
          </a:p>
          <a:p/>
          <a:p>
            <a:r>
              <a:t>NOTAS:</a:t>
            </a:r>
          </a:p>
          <a:p/>
          <a:p>
            <a:r>
              <a:t>Un sistema puede ser rapido y no escalar, y puede escalar y ser lento.</a:t>
            </a:r>
          </a:p>
          <a:p/>
          <a:p>
            <a:r>
              <a:t>Por eso el orden del temario no es casual: primero se mide y se identifica el cuello de botella, y solo despues se decide como agregar capacidad.</a:t>
            </a:r>
          </a:p>
          <a:p/>
          <a:p>
            <a:r>
              <a:t>(No se proyecta) Esta clase es autonoma por festivo: el estudiante trabaja solo y este fundamento se publica como material de lectura, asi que esta escrito para explicar el tema completo sin apoyo de un encuentro sincronico.</a:t>
            </a:r>
          </a:p>
          <a:p/>
          <a:p>
            <a:r>
              <a:t>(No se proyecta) El rendimiento, tema de la Clase 12, pregunta cuanto tarda una peticion con la carga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Escalar verticalmente, o hacia arriba, es darle mas recursos a la MISMA maquina: mas CPU, mas memoria, disco mas rapido.</a:t>
            </a:r>
          </a:p>
          <a:p/>
          <a:p>
            <a:r>
              <a:t>Es la opcion simple porque no exige cambiar el codigo, y tiene tres limites reales: existe un techo fisico</a:t>
            </a:r>
          </a:p>
          <a:p/>
          <a:p>
            <a:r>
              <a:t>Porque la instancia mas grande disponible se acaba en algun punto; el precio crece peor que linealmente, ya que las instancias grandes cuestan mas por unidad de capacidad</a:t>
            </a:r>
          </a:p>
          <a:p/>
          <a:p>
            <a:r>
              <a:t>Y el cambio suele requerir reiniciar el servicio, lo que implica una ventana de indisponibilidad del orden de 30 segundos a 2 minutos.</a:t>
            </a:r>
          </a:p>
          <a:p/>
          <a:p>
            <a:r>
              <a:t>Su precio es un requisito de diseno no negociable: la aplicacion tiene que poder correr en varias copias sin pisarse.</a:t>
            </a:r>
          </a:p>
          <a:p/>
          <a:p>
            <a:r>
              <a:t>NOTAS:</a:t>
            </a:r>
          </a:p>
          <a:p/>
          <a:p>
            <a:r>
              <a:t>Ademas una sola maquina grande sigue siendo un unico punto de falla.</a:t>
            </a:r>
          </a:p>
          <a:p/>
          <a:p>
            <a:r>
              <a:t>No tiene techo cercano, mejora la disponibilidad porque si una instancia muere las otras siguen atendiendo, y permite crecer en pasos pequenos y baratos.</a:t>
            </a:r>
          </a:p>
          <a:p/>
          <a:p>
            <a:r>
              <a:t>(No se proyecta) Hay dos formas de agregar capacidad y el estudiante debe poder definirlas sin dudar.</a:t>
            </a:r>
          </a:p>
          <a:p/>
          <a:p>
            <a:r>
              <a:t>(No se proyecta) Escalar horizontalmente, o hacia afuera, es agregar MAS instancias iguales trabajando en paralelo, con el balanceador de carga de la Clase 7 repartiendo peticiones entre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Ese requisito se llama ausencia de estado, o statelessness, y es donde mas estudiantes fallan.</a:t>
            </a:r>
          </a:p>
          <a:p/>
          <a:p>
            <a:r>
              <a:t>El sintoma en CloudLite es facil de narrar: si la API guarda la sesion en un diccionario en memoria de la instancia que atendio el login</a:t>
            </a:r>
          </a:p>
          <a:p/>
          <a:p>
            <a:r>
              <a:t>Y el balanceador manda la siguiente peticion del mismo usuario a la segunda instancia, esa instancia no lo conoce y lo expulsa; el usuario percibe que la aplicacion lo saca al azar.</a:t>
            </a:r>
          </a:p>
          <a:p/>
          <a:p>
            <a:r>
              <a:t>La solucion arquitectonica es sacar el estado del proceso: guardar la sesion en un almacen compartido o usar un token firmado que el cliente presenta en cada peticion.</a:t>
            </a:r>
          </a:p>
          <a:p/>
          <a:p>
            <a:r>
              <a:t>NOTAS:</a:t>
            </a:r>
          </a:p>
          <a:p/>
          <a:p>
            <a:r>
              <a:t>Un servicio sin estado no guarda en la memoria de su propio proceso ninguna informacion que necesite en la siguiente peticion; todo lo que deba persistir vive en un almacen compartido, sea la base de datos, una cache comun o el token que trae el cliente.</a:t>
            </a:r>
          </a:p>
          <a:p/>
          <a:p>
            <a:r>
              <a:t>(No se proyecta) La solucion parcial que casi todos proponen es la sesion pegajosa, que amarra al usuario a una instancia, y hay que decir por que es un parche: si esa instancia se cae la sesion se pierde igual, y el balanceo se vuelve desigual.</a:t>
            </a:r>
          </a:p>
          <a:p/>
          <a:p>
            <a:r>
              <a:t>(No se proyecta) Lo mismo aplica a los archivos subidos de CloudLite: si se escriben en el disco local del contenedor, la mitad de las descargas fallara porque el archivo esta en la otra instancia, y por eso van a almacenamiento de objetos, que fue la decision de la Clase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Horizontal: más réplicas del API. Vertical: más CPU/RAM a un nodo.</a:t>
            </a:r>
          </a:p>
          <a:p/>
          <a:p>
            <a:r>
              <a:t>Datos: escala distinta (read replicas conceptuales / partición — solo si aplica).</a:t>
            </a:r>
          </a:p>
          <a:p/>
          <a:p>
            <a:r>
              <a:t>Triggers: RPS, latencia p95, profundidad de cola, CPU.</a:t>
            </a:r>
          </a:p>
          <a:p/>
          <a:p>
            <a:r>
              <a:t>Escalar en horizontal exige una API sin estado: la sesión vive en un token o en un almacén compartido, no en la memoria de una instancia.</a:t>
            </a:r>
          </a:p>
          <a:p/>
          <a:p>
            <a:r>
              <a:t>Ejemplo CloudLite: la API escala de 2 a 6 réplicas; la base de datos no escala igual y suele ser 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autoescalado es la automatizacion del escalado horizontal y consta de cinco piezas: una metrica que se observa, un umbral que dispara la accion</a:t>
            </a:r>
          </a:p>
          <a:p/>
          <a:p>
            <a:r>
              <a:t>Un periodo de evaluacion durante el cual el umbral debe sostenerse, un enfriamiento o cooldown que impide actuar de nuevo de inmediato, y un rango con minimo y maximo de instancias.</a:t>
            </a:r>
          </a:p>
          <a:p/>
          <a:p>
            <a:r>
              <a:t>Una politica completa para CloudLite se lee asi: metrica CPU promedio del grupo de instancias de la API, umbral 70 por ciento sostenido durante 5 minutos, accion agregar una instancia, cooldown de 5 minutos, minimo 2 y maximo 6.</a:t>
            </a:r>
          </a:p>
          <a:p/>
          <a:p>
            <a:r>
              <a:t>El 70 por ciento deja holgura para el pico que llega mientras la instancia nueva arranca.</a:t>
            </a:r>
          </a:p>
          <a:p/>
          <a:p>
            <a:r>
              <a:t>Los 5 minutos evitan reaccionar a un ruido de 20 segundos.</a:t>
            </a:r>
          </a:p>
          <a:p/>
          <a:p>
            <a:r>
              <a:t>El minimo es 2 y no 1 porque con una sola instancia no hay tolerancia a fallas ni despliegue sin caida.</a:t>
            </a:r>
          </a:p>
          <a:p/>
          <a:p>
            <a:r>
              <a:t>Falta una simetria que casi nadie escribe: la politica de reduccion.</a:t>
            </a:r>
          </a:p>
          <a:p/>
          <a:p>
            <a:r>
              <a:t>Si se escala hacia afuera al 70 por ciento no se puede escalar hacia adentro tambien al 70, porque el sistema oscilaria agregando y quitando instancias sin parar, fenomeno llamado flapping.</a:t>
            </a:r>
          </a:p>
          <a:p/>
          <a:p>
            <a:r>
              <a:t>La convencion es usar umbrales asimetricos, por ejemplo salir al 70 y entrar al 30, y hacer la reduccion mas lenta que la expansion, porque equivocarse agregando cuesta dinero y equivocarse quitando cuesta una caida.</a:t>
            </a:r>
          </a:p>
          <a:p/>
          <a:p>
            <a:r>
              <a:t>NOTAS:</a:t>
            </a:r>
          </a:p>
          <a:p/>
          <a:p>
            <a:r>
              <a:t>Cada numero se justifica.</a:t>
            </a:r>
          </a:p>
          <a:p/>
          <a:p>
            <a:r>
              <a:t>(No se proyecta) Y el maximo es la pieza mas olvidada y la mas importante: es el techo de costo decidido en la Clase 10, y sin el, un error de programacion o un ataque puede escalar la factura sin limite; hay casos documentados de facturas de miles de dolares generadas en horas por autoescalado sin tope.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Hay un limite fisico del autoescalado que desarma la idea de que es magia: la instancia nueva no aparece al instante.</a:t>
            </a:r>
          </a:p>
          <a:p/>
          <a:p>
            <a:r>
              <a:t>Un contenedor liviano tarda del orden de 10 a 60 segundos entre que se decide crearlo y que recibe trafico util, contando descarga de imagen</a:t>
            </a:r>
          </a:p>
          <a:p/>
          <a:p>
            <a:r>
              <a:t>Arranque del proceso, conexion a la base de datos y aprobacion del chequeo de salud; una maquina virtual completa puede tardar de 2 a 5 minutos.</a:t>
            </a:r>
          </a:p>
          <a:p/>
          <a:p>
            <a:r>
              <a:t>Las respuestas correctas son tres y ninguna es "poner mas autoescalado": mantener holgura permanente por encima de la demanda habitual</a:t>
            </a:r>
          </a:p>
          <a:p/>
          <a:p>
            <a:r>
              <a:t>Poner una cola delante para absorber la rafaga y procesarla al ritmo que el sistema aguante, o degradar con gracia devolviendo una version reducida de la respuesta.</a:t>
            </a:r>
          </a:p>
          <a:p/>
          <a:p>
            <a:r>
              <a:t>(No se proyecta) Sume el periodo de evaluacion y el sistema reacciona entre 5 y 10 minutos despues de que empezo el problema, asi que un pico repentino del tipo que la prueba de spike de la Clase 12 simula ocurre y termina antes de que llegue la ayuda.</a:t>
            </a:r>
          </a:p>
          <a:p/>
          <a:p>
            <a:r>
              <a:t>(No se proyecta) Aqui reaparece la Clase 3: una imagen slim arranca mas rapido que una de un gigabyte, asi que adelgazar la imagen no es solo ahorro de costo, es tiempo de reaccion.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Elegir bien la metrica es la decision mas fina del tema, y el ejemplo de CloudLite es contundente.</a:t>
            </a:r>
          </a:p>
          <a:p/>
          <a:p>
            <a:r>
              <a:t>La CPU es la metrica por defecto y es la equivocada para la mayoria de las APIs, porque una API que sobre todo espera respuestas de la base de datos esta limitada por entrada y salida</a:t>
            </a:r>
          </a:p>
          <a:p/>
          <a:p>
            <a:r>
              <a:t>No por procesador: cuando la latencia se dispara a 3 segundos porque el pool de conexiones esta agotado, la CPU puede seguir marcando un tranquilo 20 por ciento, el umbral del 70 nunca se cruza y el autoescalado no hace nada mientras los usuarios sufren.</a:t>
            </a:r>
          </a:p>
          <a:p/>
          <a:p>
            <a:r>
              <a:t>Para el componente de notificaciones de CloudLite la metrica natural es el numero de mensajes esperando en la cola, no la CPU del worker: si hay 500 mensajes acumulados hay que agregar workers, y da igual cuanta CPU usen.</a:t>
            </a:r>
          </a:p>
          <a:p/>
          <a:p>
            <a:r>
              <a:t>(No se proyecta) Metricas mejores para ese caso son las peticiones por segundo por instancia, que se deriva del calculo hecho en la Clase 12, la latencia p95 del propio servicio, o la longitud de la cola pendiente.</a:t>
            </a:r>
          </a:p>
          <a:p/>
          <a:p>
            <a:r>
              <a:t>(No se proyecta) Regla de bolsillo: la metrica correcta es la que mide el recurso que se agota primero, es decir el cuello de botella identificado en la clase anterior.</a:t>
            </a:r>
          </a:p>
          <a:p/>
          <a:p>
            <a:r>
              <a:t>(No se proyecta) De ahi que el entregable de hoy no se pueda hacer bien si el de la Clase 12 quedo vacio.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capa de datos es el caso central: agregar instancias de API es casi gratis conceptualmente, pero una base de datos relacional que debe mantener consistencia tiene un unico escritor, y ese escritor no se multiplica sin cambiar el modelo.</a:t>
            </a:r>
          </a:p>
          <a:p/>
          <a:p>
            <a:r>
              <a:t>Se pueden agregar replicas de lectura, y ahi entra un concepto a definir: el retraso de replicacion, esos milisegundos o segundos en que la replica todavia no tiene el ultimo cambio</a:t>
            </a:r>
          </a:p>
          <a:p/>
          <a:p>
            <a:r>
              <a:t>Que produce el sintoma de que el usuario guarda un dato, la pagina lo relee de una replica y el dato no aparece.</a:t>
            </a:r>
          </a:p>
          <a:p/>
          <a:p>
            <a:r>
              <a:t>Las alternativas mas agresivas, particionar los datos por clave o cambiar a un modelo sin esquema fijo, son decisiones de arquitectura mayores y estan fuera del alcance de CloudLite v1</a:t>
            </a:r>
          </a:p>
          <a:p/>
          <a:p>
            <a:r>
              <a:t>Decirlo explicitamente en el informe es una respuesta correcta, no una debilidad.</a:t>
            </a:r>
          </a:p>
          <a:p/>
          <a:p>
            <a:r>
              <a:t>Hay un detalle aritmetico que es la mejor leccion del dia: si cada instancia de la API abre un pool de 20 conexiones y el autoescalado sube a 6 instancias</a:t>
            </a:r>
          </a:p>
          <a:p/>
          <a:p>
            <a:r>
              <a:t>El sistema pide 120 conexiones, mientras que una base de datos gestionada pequena suele admitir del orden de 100; el resultado es que escalar la API tumba la base de datos.</a:t>
            </a:r>
          </a:p>
          <a:p/>
          <a:p>
            <a:r>
              <a:t>NOTAS:</a:t>
            </a:r>
          </a:p>
          <a:p/>
          <a:p>
            <a:r>
              <a:t>Declarar lo que NO escala separa un diseno serio de una lista de deseos.</a:t>
            </a:r>
          </a:p>
          <a:p/>
          <a:p>
            <a:r>
              <a:t>Multiplicar la capa sin verificar el limite del recurso compartido no mejora el sistema, lo rompe.</a:t>
            </a:r>
          </a:p>
          <a:p/>
          <a:p>
            <a:r>
              <a:t>PREGUNTAS FRECUENTES Y CIERRE CONCEPTUAL ()</a:t>
            </a:r>
          </a:p>
          <a:p/>
          <a:p>
            <a:r>
              <a:t>La primera es por que documentar limites si el autoescalado es automatico; la respuesta es que automatico significa que ejecuta la politica que alguien escribio, no que decide bien: sin maximo escala el costo</a:t>
            </a:r>
          </a:p>
          <a:p/>
          <a:p>
            <a:r>
              <a:t>Sin minimo pierde disponibilidad, con la metrica equivocada no reacciona y con umbrales simetricos oscila; el automatismo amplifica la calidad de la decision humana en ambos sentidos.</a:t>
            </a:r>
          </a:p>
          <a:p/>
          <a:p>
            <a:r>
              <a:t>La segunda es si no seria mejor serverless, que "escala infinito"; la respuesta reconoce la ventaja real, que escala por peticion y no cobra en reposo</a:t>
            </a:r>
          </a:p>
          <a:p/>
          <a:p>
            <a:r>
              <a:t>Y nombra los tres costos: el arranque en frio, esa demora extra de cientos de milisegundos a segundos cuando una funcion se invoca despues de estar inactiva; el agotamiento de conexiones</a:t>
            </a:r>
          </a:p>
          <a:p/>
          <a:p>
            <a:r>
              <a:t>Porque mil funciones concurrentes matan a la base de datos igual que mil contenedores; y el costo por invocacion, que a volumen alto puede superar el de instancias fijas.</a:t>
            </a:r>
          </a:p>
          <a:p/>
          <a:p>
            <a:r>
              <a:t>Una regla de bolsillo: serverless sirve para cargas intermitentes y cortas; para trafico sostenido, una instancia fija suele ser mas barata y predecible.</a:t>
            </a:r>
          </a:p>
          <a:p/>
          <a:p>
            <a:r>
              <a:t>(No se proyecta) Tambien conviene enumerar otras piezas que no escalan por replicacion: los limites de terceros, como un proveedor de correo que acepta 100 envios por minuto y rechaza el exceso, de modo que diez workers no envian diez veces mas rapido sino que generan diez veces mas errores; los sistemas de archivos compartidos; y las tareas programadas de tipo singleton, que si corren en seis instancias hacen el mismo trabajo seis veces y pueden duplicar cobros o correos.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max replicas · min replicas · cooldown — se definen aunque sean hipotéticos.</a:t>
            </a:r>
          </a:p>
          <a:p/>
          <a:p>
            <a:r>
              <a:t>Escalar mal = costo (enlace con Clase 10).</a:t>
            </a:r>
          </a:p>
          <a:p/>
          <a:p>
            <a:r>
              <a:t>min = capacidad base siempre encendida, y su costo fijo · max = techo de gasto y de conexiones a la base.</a:t>
            </a:r>
          </a:p>
          <a:p/>
          <a:p>
            <a:r>
              <a:t>Cooldown = espera tras escalar (por ejemplo 5 minutos) para no subir y bajar en ciclos.</a:t>
            </a:r>
          </a:p>
          <a:p/>
          <a:p>
            <a:r>
              <a:t>Error común: max sin límite; un pico o un ataque se convierte en factura.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Escalabilidad automática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Actividad autónoma · escenario de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Distinguir escala vertical vs horizontal y cuándo aplicarlas.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Definir triggers cualitativos (CPU, cola, RPS) sin cloud de pago.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Actualizar el informe con la política de escala.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Clase autonoma: escalabilidad no es rendimiento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escala-vs-rendimi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escalabilidad es la capacidad de un sistema de sostener mas carga agregando recursos, y la primera precision importante es que no es lo mismo que…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escalabilidad pregunta que pasa cuando la carga se multiplica: si al duplicar los recursos el sistema atiende cerca del doble de trabajo, escala…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atiende un 20 por ciento mas, escala mal, y ninguna cantidad de dinero lo va a arreglar.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Escalar vertical y horizontalmente: las dos formas de agregar capacidad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tical-horizonta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vertical-horizonta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Escalar vertical es dar más recursos a la MISMA máquina: simple, pero con techo físico y reinicio de 30 s a 2 min.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Escalar horizontal es agregar MÁS instancias iguales detrás del balanceador.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horizontal no tiene techo cercano y mejora la disponibilidad.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 precio: la aplicación tiene que poder correr en varias copias sin pisarse.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Ausencia de estado: donde mas estudiantes fallan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sion-en-memori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sion-en-memori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sion-en-memori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servicio sin estado no guarda en su propia memoria nada que necesite en la siguiente petición.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sesión vive en la instancia 1 y el balanceador manda la siguiente petición a la 2, el usuario es expulsado.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sesión pegajosa es un parche: si esa instancia cae, la sesión se pierde igual.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solución es sacar el estado del proceso: un almacén compartido o un token firmado.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Escala para la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escala-app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Horizontal: más réplicas del API. Vertical: más CPU/RAM a un nodo.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Datos: escala distinta (read replicas conceptuales / partición — solo si aplica).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Triggers: RPS, latencia p95, profundidad de cola, CPU.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Escalar en horizontal exige una API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sin estado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la sesión vive en un token o en un almacén compartido, no en la memoria de una instancia.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cinco piezas del autoescalado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nco-piezas-autoescal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inco-piezas-autoescala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inco-piezas-autoescala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Cinco piezas: métrica, umbral, periodo de evaluación, enfriamiento y rango mínimo-máximo.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Ejemplo: CPU de la API al 70 % sostenido 5 min, enfriamiento de 5 min, mínimo 2 y máximo 6.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mínimo es 2 para tolerar fallas; el máximo es el techo de costo.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reduce con otro umbral (30 %) y más despacio: si no, oscila.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Politica de autoescalado (tabla, no prosa)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247993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188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188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Componente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Tipo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Trigger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Max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Cooldown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-----------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--|-------------|-----------------|-----|-----|---------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Horizontal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CPU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&gt;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70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% / 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6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min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Worker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Horizontal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&gt;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100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msg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4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min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BD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primaria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escala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| -             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|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El 'max' es lo que evita que la factura escale sola. La BD primaria casi nunca escala horizontal.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regla de autoescalado, escrita como configuracion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3100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# Lo que un autoescalador necesita para no oscilar: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autoescalado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servicio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turnos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api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minimo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                  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# 1 no da tolerancia a fallo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maximo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6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                  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# tope que el presupuesto aguanta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metrica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cpu_promedio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subir_si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'&gt; 70% durante 5 min'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bajar_si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'&lt; 30% durante 10 min'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# bajar mas lento que subir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enfriamiento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# sin esto, arranques en cadena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# Y el limite honesto: escalar la API no escala la BASE. Si el cuello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# de botella es PostgreSQL, seis instancias lo empeoran.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maquina de decision del autoescalado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507653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8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448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TD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obs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"Observar CPU cada 60 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"CPU sobre 70 por ciento 5 min?"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down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"CPU bajo 30 por ciento 10 min?"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out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"Scale out: +1, max 6"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inn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"Scale in: -1, min 2"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cool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"Enfriamiento 5 min"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bd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"No escala: base primaria"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obs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up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"Si"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out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"No"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down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down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"Si"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inn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down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"No"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obs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out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cool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inn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cool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cool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obs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bd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-.-&gt;|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"limite del diseno"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autoescal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limite fisico: la instancia nueva no aparece al instante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ranque-no-instantane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rranque-no-instantane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instancia nueva no aparece al instante: un contenedor liviano tarda de 10 a 60 s; una máquina virtual, de 2 a 5 min.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el periodo de evaluación, el sistema reacciona minutos después de que empezó el problema.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Respuestas: holgura permanente, una cola delante o degradar con gracia.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Elegir la metrica: la decision mas fina del 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ica-correc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etrica-correc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etrica-correc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CPU es la métrica por defecto y la equivocada para una API que espera a la base de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el pool agotado, la latencia sube a 3 s y la CPU sigue en 20 %: el umbral nunca se cruza.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la API: latencia p95 o peticiones por segundo por instancia; para el worker: mensajes en la cola.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métrica correcta mide el recurso que se agota primero.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NO escala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-que-no-escal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lo-que-no-escal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lo-que-no-escal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base relacional tiene un único escritor: más instancias de la API no la multiplican.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6 instancias con 20 conexiones piden 120; una base pequeña admite del orden de 100: escalar la API tumba la base.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réplicas de lectura ayudan, con retraso de replicación.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Declarar lo que no escala es una respuesta correcta, no una debilidad.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Límites y costos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limit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max replicas · min replicas · cooldown — se definen aunque sean hipotéticos.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Escalar mal = costo (enlace con Clase 10).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capacidad base siempre encendida, y su costo fijo ·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max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techo de gasto y de conexiones a la base.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Cooldown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espera tras escalar (por ejemplo 5 minutos) para no subir y bajar en ciclos.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al código Mermaid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se escribe como código: se versiona, se compara y se corrige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Diseña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más rápido arrastrar cajas que escribir código, y ahí es donde se piensa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Describe tu boceto a una IA y pídele el código Mermaid usando flowchart.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Renderiza en un visor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el código en un visor Mermaid (mermaid.live o la vista previa de tu editor) y míralo dibujado. Si no renderiza, corrige ahí: un end faltante o un rótulo sin comillas.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código e imagen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código es la fuente del diagrama: guárdalo con tu proyecto junto con el PNG exportado.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13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Distinguir escala vertical vs horizontal y cuándo aplicarlas.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Definir triggers cualitativos (CPU, cola, RPS) sin cloud de pago.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Actualizar el informe con la política de escala.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