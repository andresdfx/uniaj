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Documentar política de autoescalado conceptual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Escalabilidad: triggers, límites, qué escala y qué no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 nota en Deployment)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max replicas · min replicas · cooldown — anótenlos aunque sean hipotéticos.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Describan qué componente escala y por qué.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Definan 2 triggers + min/max + qué NO se escala.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Anoten impacto en costos/sostenibilidad.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Opcional: marca «ASG/replicas» en diagrama Deployment.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domingo 23:59 (sección Escalabilidad).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Escalabilidad: triggers, límites, qué escala y qué 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política de autoescalado conceptual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Escalabilidad: triggers, límites, qué escala y qué 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