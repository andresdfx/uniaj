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Escalabilidad automática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escenario de escala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Documentar política de autoescalado conceptual de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Distinguir escala vertical vs horizontal y cuándo aplicarlas.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Definir triggers cualitativos (CPU, cola, RPS) sin cloud de pago.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el informe PI con la política de escala.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Sección Escalabilidad: triggers, límites, qué escala y qué no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draw.io (opcional nota en Deployment)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Escala para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Horizontal: más réplicas del API. Vertical: más CPU/RAM a un nodo.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Datos: escala distinta (read replicas conceptuales / partición — solo si aplica).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Triggers: RPS, latencia p95, profundidad de cola, CPU.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Límites y costos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max replicas · min replicas · cooldown — anótenlos aunque sean hipotéticos.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Escalar mal = costo (enlace con Clase 10).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Politica de autoescalado (tabla, no prosa)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Componente   | Tipo        | Trigger up      | Min | Max | Cooldown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-------------|-------------|-----------------|-----|-----|---------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API          | Horizontal  | CPU &gt; 70% / 5m  |  2  |  6  | 5 min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Worker cola  | Horizontal  | cola &gt; 100 msg  |  1  |  4  | 3 min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BD primaria  | NO escala   | -               |  1  |  1  | 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'max' es lo que evita que la factura escale sola. La BD primaria casi nunca escala horizontal.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tome los 5 componentes de su C4Deployment de la Clase 7 y clasifique cada uno como escala horizontal, escala vertical o no escala, verificando que al menos uno quede en no escala con justificacion tecnica, porque una politica donde todo escala no es una politica; el resultado abre la seccion Escalabilidad del informe.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complete la tabla de politica de escalado con 6 columnas y 5 filas (componente, tipo de escala, disparador de subida, disparador de bajada, minimo y maximo, tiempo de enfriamiento), verificando que cada disparador tenga metrica, umbral numerico y ventana de tiempo, y que ningun maximo quede en infinito o sin definir.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escriba en ExamLab el diagrama Mermaid de la maquina de decision del autoescalado con el nodo de observacion, los dos rombos de decision, las acciones de subida y bajada, el enfriamiento y el nodo de lo que no escala, verificando al renderizar que el ciclo se cierre sobre el nodo de observacion y que los umbrales del diagrama sean los mismos numeros de la tabla.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escriba los 3 componentes que NO escalan con su justificacion tecnica y su plan alterno, y la tabla de impacto en costos que enlaza con la Clase 10, verificando que cada plan alterno sea ejecutable sin cloud de pago y que el impacto de costo use los mismos niveles bajo, medio o alto de la seccion de costos.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integre la politica en la seccion Escalabilidad del informe, anote la marca de replicas en el diagrama de despliegue si aplica y suba las 5 preguntas a ExamLab (modulo Talleres) antes del domingo 23:59, verificando que la politica no prometa nada que la arquitectura dibujada no pueda cumplir.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Escalabilidad: triggers, límites, qué escala y qué 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(https://examlab.lovable.app/)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Documentar política de autoescalado conceptual de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Escalabilidad: triggers, límites, qué escala y qué no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