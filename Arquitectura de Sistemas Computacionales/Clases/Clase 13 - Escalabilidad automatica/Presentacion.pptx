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el estudiante trabaja solo y este fundamento se publica como material de lectura, asi que esta escrito para explicar el tema completo sin apoyo de un encuentro 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rendimiento, tema de la Clase 12, pregunta cuanto tarda una peticion con la carga actual.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formas de agregar capacidad y el estudiante debe poder definirlas sin dudar.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horizontalmente, o hacia afuera, es agregar MAS instancias iguales trabajando en paralelo, con el balanceador de carga de la Clase 7 repartiendo peticiones entre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CloudLite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 que el entregable debe nombrar: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es la pieza mas olvidada y la mas importante: es el techo de costo decidido en la Clase 10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el, un error de programacion o un ataque puede escalar la factura sin limite; hay casos documentados de facturas de miles de dolares generadas en horas por autoescalado sin tope.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CloudLite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Metricas mejores para ese caso son las peticiones por segundo por instancia, que se deriva del calculo hecho en la Clase 12, la latencia p95 del propio servicio, o la longitud de la cola 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CloudLite la metrica natural es el numero de mensajes esperando en la cola, no la CPU del worker: si hay 500 mensajes acumulados hay que agregar workers, y da igual cuanta CPU usen.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CloudLite v1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conviene enumerar otras piezas que no escalan por replicacion: los limites de terceros, como un proveedor de correo que acepta 100 envios por minuto y rechaza el exceso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diez workers no envian diez veces mas rapido sino que generan diez veces mas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cuantas instancias poner, y la respuesta sale de la aritmetica de la Clase 12 y no del gusto: si el pico estimado es de 5 RPS y una instancia sostiene con holgura unos 3 RPS dentro del objetivo de p95, se necesitan 2 con una de margen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se fija donde el costo mensual deja de ser defendible o donde choca con el limite de conexiones, el que llegue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 el diseno sin gastar un peso alcanza Killercoda con docker compose para levantar dos o tres replicas del stub detras de un balanceador y comprobar que la sesion no se 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formal es una nota sobre el diagrama de despliegue y la seccion escrita con estrategia, trigger, limite y lo que no escala, que la Clase 14 evaluara y la Clase 15 exigira sustentar.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el autoescalado como solucion general a los problemas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identifico primero el cuello de botella, escalar la pieza equivocada no mejora nada y sube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mas ilustrativo es la API limitada por la base de datos, donde agregar instancias empeora la situacion porque suma presion sobre el recurso ya saturado.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pedagogica es que el estudiante sale creyendo que la escalabilidad se compra con configuracion, y en el Parcial 3 responde con la definicion de vertical y horizontal sin poder decidir cual aplica a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celebrar el escalado horizontal como si fuera gratis: presentarlo solo como "agregar instancias" sin exigir la revision del estado en memoria, ni el limite de conexiones, ni la capa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deja pasar, el entregable llega con la seccion de "que no escala" vacia o rellenada con una frase generica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15 el estudiante afirma que su sistema soporta cualquier crecimiento mientras el diagrama muestra una unica base de datos con la sesion guardada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contradiccion mas facil de detectar y la mas costosa de explicar en ese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 que un autoescalador necesita para no oscilar: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autoescalado: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servicio: cloudlite-api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minimo: 2                  # 1 no da tolerancia a fallo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maximo: 6                  # tope que el presupuesto aguanta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metrica: cpu_promedio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objetivo: 65               # por debajo del 70% de la Clase 12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subir_si:   '&gt; 65% durante 3 min'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bajar_si:   '&lt; 35% durante 10 min'   # bajar mas lento que subir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enfriamiento: 5 min        # sin esto entra en bandada de arranques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Y el limite honesto: escalar la API no escala la BASE. Si el cuello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 botella es PostgreSQL, seis instancias lo empeoran.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en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editores de texto y de diagramas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