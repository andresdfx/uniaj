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  <a:p/>
          <a:p>
            <a:r>
              <a:t>(No se proyecta) Esta clase es autonoma por festivo: el estudiante trabaja solo y este fundamento se publica como material de lectura, asi que esta escrito para explicar el tema completo sin apoyo de un encuentro sincronico.</a:t>
            </a:r>
          </a:p>
          <a:p/>
          <a:p>
            <a:r>
              <a:t>(No se proyecta) El rendimiento, tema de la Clase 12, pregunta cuanto tarda una peticion con la carga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  <a:p/>
          <a:p>
            <a:r>
              <a:t>(No se proyecta) Hay dos formas de agregar capacidad y el estudiante debe poder definirlas sin dudar.</a:t>
            </a:r>
          </a:p>
          <a:p/>
          <a:p>
            <a:r>
              <a:t>(No se proyecta) Escalar horizontalmente, o hacia afuera, es agregar MAS instancias iguales trabajando en paralelo, con el balanceador de carga de la Clase 7 repartiendo peticiones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/>
          <a:p>
            <a:r>
              <a:t>(No se proyecta)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/>
          <a:p>
            <a:r>
              <a:t>(No se proyecta)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numero se justifica.</a:t>
            </a:r>
          </a:p>
          <a:p/>
          <a:p>
            <a:r>
              <a:t>(No se proyecta) Y el maximo es la pieza mas olvidada y la mas importante: es el techo de costo decidido en la Clase 10, y sin el, un error de programacion o un ataque puede escalar la factura sin limite; hay casos documentados de facturas de miles de dolares generadas en horas por autoescalado sin tope.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/>
          <a:p>
            <a:r>
              <a:t>(No se proyecta)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Metricas mejores para ese caso son las peticiones por segundo por instancia, que se deriva del calculo hecho en la Clase 12, la latencia p95 del propio servicio, o la longitud de la cola pendiente.</a:t>
            </a:r>
          </a:p>
          <a:p/>
          <a:p>
            <a:r>
              <a:t>(No se proyecta) Regla de bolsillo: la metrica correcta es la que mide el recurso que se agota primero, es decir el cuello de botella identificado en la clase anterior.</a:t>
            </a:r>
          </a:p>
          <a:p/>
          <a:p>
            <a:r>
              <a:t>(No se proyecta) 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Declarar lo que NO escala separa un diseno serio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  <a:p/>
          <a:p>
            <a:r>
              <a:t>(No se proyecta) Tambien conviene enumerar otras piezas que no escalan por replicacion: los limites de terceros, como un proveedor de correo que acepta 100 envios por minuto y rechaza el exceso, de modo que diez workers no envian diez veces mas rapido sino que generan diez veces mas errores;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en horizontal exige una API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sesión vive en un token o en un almacén compartido, no en la memoria de una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la app: la API escala de 2 a 6 réplicas; la base de datos no escala igual y suele ser el límite.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se definen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capacidad base siempre encendida, y su costo fijo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techo de gasto y de conexiones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Cooldown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espera tras escalar (por ejemplo 5 minutos) para no subir y bajar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max sin límite; un pico o un ataque se convierte en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la app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la app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la app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la app la metrica natural es el numero de mensajes esperando en la cola, no la CPU del worker: si hay 500 mensajes acumulados hay que agregar workers, y da igual cuanta CPU usen.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la app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regla de bolsillo: serverless sirve para cargas intermitentes y cortas; para trafico sostenido, una instancia fija suele ser mas barata y predecible.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 que un autoescalador necesita para no oscilar: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autoescalado: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servicio: turnos-api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minimo: 2                  # 1 no da tolerancia a fallo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maximo: 6                  # tope que el presupuesto aguanta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metrica: cpu_promedio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objetivo: 65               # por debajo del 70% de la Clase 12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subir_si:   '&gt; 65% durante 3 min'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bajar_si:   '&lt; 35% durante 10 min'   # bajar mas lento que subir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enfriamiento: 5 min        # sin esto entra en bandada de arranques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Y el limite honesto: escalar la API no escala la BASE. Si el cuello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 botella es PostgreSQL, seis instancias lo empeoran.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