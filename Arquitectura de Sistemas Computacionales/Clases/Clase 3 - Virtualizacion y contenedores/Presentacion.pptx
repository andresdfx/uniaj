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Play with Docker → stub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Contenerizar un stub del servicio principal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Ejecutar un contenedor en lab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navegador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(sin Docker Desktop obligatorio).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evidencia PI: Dockerfile del stub CloudLite + captura.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Dockerfile (+ compose opcional) + captura/enlace lab navegador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Play with Docker (PWD) · alterna si no carga: Killercoda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CloudLite: contenerizamos al menos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Lab en navegador (pasos 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Abrir Play with Docker (labs.play-with-docker.com) → Add new instance.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`docker run` de un nginx/hello y luego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imagen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📸 [CAP: pwd-home] Home del lab · 📸 [CAP: docker-ps] `docker ps`.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Sesion de PWD dura 4h y se autodestruye: guardar Dockerfile + capturas con timestamp antes de que expire. Si PWD esta caido: Killercoda (ubuntu/docker) como alterna.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FROM imagen base ligera → COPY → EXPOSE → CMD.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secretos en la imagen. Un proceso principal por contenedor (regla práctica).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Compose (opcional): API + fake DB solo si aporta al diagrama.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CloudLite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node:20-alpine          # base slim: arranca rapido, pesa poco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WORKDIR /app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package*.json ./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npm ci --omit=dev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COPY . 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EXPOSE 8080                  # el puerto que documentan en el C4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CMD ["node", "server.js"]    # UN proceso principal por contenedor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Nunca COPY de un .env con secretos: queda en las capas de la imagen para siempre.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Definan qué servicio contenerizan hoy (API stub o front estático del dominio).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Play with Docker: construyan y corran el contenedor (si no carga, Killercoda como alterna).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Documenten Dockerfile (y compose si aplica) en el repo/ZIP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Capturen evidencia (PNG) o enlace de sesión + nota de caducidad.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Actualicen informe: sección Contenedores + enlace a diagrama de despliegue futuro.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Dockerfile (+ compose opcional) + captura/enlace lab navegador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Contenerizar un stub del servicio principal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Dockerfile (+ compose opcional) + captura/enlace lab navegador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