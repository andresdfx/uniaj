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Killercoda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evidencia PI: Dockerfile del stub CloudLite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Dockerfile (+ compose opcional) + captura/enlace lab navegador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Killercoda · alterna si no carga: LabEx Docker Playground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Abrir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Killercoda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(killercoda.com, escenario Ubuntu) con cuenta gratuita.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`docker run` de un nginx/hello y luego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`docker ps` con el contenedor arriba.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 sesión caduca a 1 h: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Dockerfile se escribe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carpeta del PI y se pega en el lab, nunca al contrario. Guarda capturas antes de cerrar.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Killercoda no carga: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LabEx Docker Playground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como alterna (misma hora de sesión, pero solo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 al día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plan gratuito).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salida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668558"/>
            <a:ext cx="3108960" cy="7322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FROM imagen base ligera → COPY → EXPOSE → CMD.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secretos en la imagen. Un proceso principal por contenedor (regla práctica).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Compose (opcional): API + fake DB solo si aporta al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slim: arranca rapido, pesa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. 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el puerto que documentan en el C4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Nunca COPY de un .env con secretos: queda en las capas de la imagen para siempre.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illerco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Killercoda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del dia · sesion 1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b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LabEx Docker Playground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 · 3 al dia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elija en la pregunta 8 cual servicio de su C4 Context va a contenedorizar y justifiquelo en 2 o 3 frases; escriba a continuacion el Dockerfile completo con la imagen base ligera y con etiqueta fija, el COPY de dependencias antes del COPY del codigo, el EXPOSE y el CMD, verificando que no copie el .env ni ninguna clave.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explique en la pregunta 9, sobre su propio Dockerfile, la diferencia entre imagen y contenedor, que instrucciones de SU archivo crean capa, por que el orden aprovecha el cache y en que se diferencia su contenedor de una maquina virtual; verifique que no escribio que un contenedor es una VM ligera.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describa en la pregunta 10 el ciclo completo con los comandos exactos de build y de run, explicando que lado del mapeo de puertos es el anfitrion y que lado el contenedor, y cierre con el contrato del endpoint de salud (ruta, codigo de estado y cuerpo); verifique que el puerto sea el mismo que puso en el EXPOSE.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ejecute de verdad el ciclo en Killercoda y reporte en la pregunta 11 la tabla de 5 filas con la salida real pegada textualmente, la descripcion de la captura con prompt, docker ps y hora del sistema, y una fila de incidente; recuerde que la sesion caduca a 1 hora, asi que capture la evidencia ANTES de cerrarla.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(+ compose opcional) + captura/enlace lab navegador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(+ compose opcional) + captura/enlace lab navegador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