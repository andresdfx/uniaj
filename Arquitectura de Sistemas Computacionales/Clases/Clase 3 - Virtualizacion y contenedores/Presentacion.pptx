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Play with Docker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Play with Docker (PWD)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Play with Docker (labs.play-with-docker.com) → Add new instance.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pwd-home] Home del lab · 📸 [CAP: docker-ps]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Sesion de PWD dura 4h y se autodestruye: guardar Dockerfile + capturas con timestamp antes de que expire. Si PWD esta caido: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qué servicio contenerizan hoy (API stub o front estático del dominio).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Play with Docker: construyan y corran el contenedor (si no carga, Killercoda como alterna).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Documenten Dockerfile (y compose si aplica) en el repo/ZIP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Capturen evidencia (PNG) o enlace de sesión + nota de caducidad.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Contenedores + enlace a diagrama de despliegue futuro.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