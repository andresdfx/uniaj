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 PI: Dockerfile del stub CloudLite + bitácora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Dockerfile del stub + bitácora de 5 comandos con la salida real + captura del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run» de un nginx/hello y luego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ps» con el contenedor arriba.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457008"/>
            <a:ext cx="3108960" cy="9437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haces «COPY . .», va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cloudlite-api:0.1.0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cloudlite-api:0.1.0».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ligera y etiqueta FIJA: nunca 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        # dependencias PRIMERO: cambian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        # se instalan DENTRO de la imagen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                     # el codigo despues: cambia en cada commit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documenta el puerto; NO lo publica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.dockerignore  &lt;- archivo aparte, en la misma carpeta que el Dockerfile.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Sin el, el COPY . . de arriba se lleva el .env a las capas de la imagen.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node_modules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.env.*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del stub + bitácora de 5 comandos con la salida real + captura del lab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del stub + bitácora de 5 comandos con la salida real + captura del 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