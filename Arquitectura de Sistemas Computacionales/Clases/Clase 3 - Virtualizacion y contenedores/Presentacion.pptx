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 PI: Dockerfile del stub CloudLite + bitácora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«docker run» de un nginx/hello y luego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«docker ps» con el contenedor arriba.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457008"/>
            <a:ext cx="3108960" cy="9437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Nunca un secreto en la imagen: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capas se acumulan y «docker history» las lee aunque el archivo se borre después.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haces «COPY. .», va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«.dockerignore»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lado («.env», «node_modules», «.git») —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«EXPOSE»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documenta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publica. Publicar es el «-p» del «docker run».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cloudlite-api:0.1.0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cloudlite-api:0.1.0».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petición muere sin respuesta: el síntoma no dice la causa.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Verificar: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contrato de salud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ruta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(«GET /health»),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(«200» vivo · «503» sin base)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cuerpo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«200» con cuerpo vacío no distingue «vivo» de «vivo pero roto»: el cuerpo lleva al menos un campo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ligera y etiqueta FIJA: nunca 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        # dependencias PRIMERO: cambian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        # se instalan DENTRO de la imagen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COPY..                     # el codigo despues: cambia en cada commit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documenta el puerto; NO lo publica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.dockerignore  &lt;- archivo aparte, en la misma carpeta que el Dockerfile.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Sin el, el COPY.. de arriba se lleva el .env a las capas de la imagen.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node_modules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.env.*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EXPOSE, CMD y el «-p» del run llevan el MISMO puerto. Y el «COPY. .» solo es seguro con «.dockerignore» al lado.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Dockerfile del stub + bitácora de 5 comandos con la salida real + captura del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elija en la pregunta 8 cual servicio de su C4 Context va a contenedorizar y justifiquelo en 2 o 3 frases; escriba a continuacion el Dockerfile completo con la imagen base ligera y con etiqueta fija, el COPY de dependencias antes del COPY del codigo, el EXPOSE y el CMD, verificando que no copie el .env ni ninguna clave.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explique en la pregunta 9, sobre su propio Dockerfile, la diferencia entre imagen y contenedor, que instrucciones de SU archivo crean capa, por que el orden aprovecha el cache y en que se diferencia su contenedor de una maquina virtual; verifique que no escribio que un contenedor es una VM ligera.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describa en la pregunta 10 el ciclo completo con los comandos exactos de build y de run, explicando que lado del mapeo de puertos es el anfitrion y que lado el contenedor, y cierre con el contrato del endpoint de salud (ruta, codigo de estado y cuerpo); verifique que el puerto sea el mismo que puso en el EXPOSE.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ejecute de verdad el ciclo en Killercoda y reporte en la pregunta 11 la tabla de 5 filas con la salida real pegada textualmente, la descripcion de la captura con prompt, docker ps y hora del sistema, y una fila de incidente; recuerde que la sesion caduca a 1 hora, asi que capture la evidencia ANTES de cerrarla.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del stub + bitácora de 5 comandos con la salida real + captura del lab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del stub + bitácora de 5 comandos con la salida real + captura del 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