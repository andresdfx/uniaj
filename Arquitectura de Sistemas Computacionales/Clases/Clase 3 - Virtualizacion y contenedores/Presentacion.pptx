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Virtualización y contenedores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Lab Killercoda → stub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Contenerizar un stub del servicio principal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Diferenciar VM vs contenedor y el rol de la imagen.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Ejecutar un contenedor en lab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Docker Desktop obligatorio).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evidencia PI: Dockerfile del stub CloudLite + captura.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Dockerfile (+ compose opcional) + captura/enlace lab navegador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Killercoda · alterna si no carga: LabEx Docker Playground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VM vs contenedor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VM: hipervisor + SO completo → aislamiento fuerte, más pesado.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Contenedor: comparte kernel del host → portable y rápido para demos.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Imagen = capas inmutables; contenedor = instancia en ejecución.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CloudLite: contenerizamos al menos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un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servicio (API stub o front estático).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Lab en navegador (pasos demo)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Abrir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Killercoda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(killercoda.com, escenario Ubuntu) con cuenta gratuita.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«docker run» de un nginx/hello y luego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imagen stub.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«docker ps» con el contenedor arriba.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La sesión caduca a 1 h: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Dockerfile se escribe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tu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carpeta del PI y se pega en el lab, nunca al contrario. Guarda capturas antes de cerrar.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Killercoda no carga: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LabEx Docker Playground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como alterna (misma hora de sesión, pero solo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 al día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plan gratuito).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pic>
        <p:nvPicPr>
          <p:cNvPr id="7" name="Picture 6" descr="salida-docker-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5535" y="5668558"/>
            <a:ext cx="3108960" cy="7322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mínimo para el stub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FROM imagen base ligera → COPY → EXPOSE → CMD.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secretos en la imagen. Un proceso principal por contenedor (regla práctica).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Compose (opcional): API + fake DB solo si aporta al diagrama.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Máquinas virtuales vs. contenedores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capacidad de cómputo, distinto nivel de aislamiento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Máquinas virtuales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Hipervisor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A
(completo)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B
(completo)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Contenedores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 anfitrión + motor de contenedores (kernel compartido)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A
(App 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B
(App 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VM: cada instancia carga un SO completo (aislamiento fuerte, más pesado). Contenedor: comparte el kernel del anfitrión y solo empaqueta app + dependencias (arranca en segundos, pesa MB no GB).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Maquina virtual vs contenedor — que cambia de verdad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Maquina virtual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instancia trae un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 completo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(kernel propio)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Aislamiento fuerte a nivel de hardware 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minutos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cuando se necesitan SO distintos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Contenedor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Comparte el kernel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del anfitrion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Empaqueta solo app + dependencias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segundos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para desplegar el mismo servicio muchas veces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minimo del stub CloudLite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node:20-alpine          # base slim: arranca rapido, pesa poco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WORKDIR /app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package*.json ./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npm ci --omit=dev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. 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EXPOSE 8080                  # el puerto que documentan en el C4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CMD ["node", "server.js"]    # UN proceso principal por contenedor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Nunca COPY de un .env con secretos: queda en las capas de la imagen para siempre.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killerco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Killercoda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Lab del dia · sesion 1 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ab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LabEx Docker Playground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Alterna · 3 al dia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elija en la pregunta 8 cual servicio de su C4 Context va a contenedorizar y justifiquelo en 2 o 3 frases; escriba a continuacion el Dockerfile completo con la imagen base ligera y con etiqueta fija, el COPY de dependencias antes del COPY del codigo, el EXPOSE y el CMD, verificando que no copie el .env ni ninguna clave.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explique en la pregunta 9, sobre su propio Dockerfile, la diferencia entre imagen y contenedor, que instrucciones de SU archivo crean capa, por que el orden aprovecha el cache y en que se diferencia su contenedor de una maquina virtual; verifique que no escribio que un contenedor es una VM ligera.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describa en la pregunta 10 el ciclo completo con los comandos exactos de build y de run, explicando que lado del mapeo de puertos es el anfitrion y que lado el contenedor, y cierre con el contrato del endpoint de salud (ruta, codigo de estado y cuerpo); verifique que el puerto sea el mismo que puso en el EXPOSE.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ejecute de verdad el ciclo en Killercoda y reporte en la pregunta 11 la tabla de 5 filas con la salida real pegada textualmente, la descripcion de la captura con prompt, docker ps y hora del sistema, y una fila de incidente; recuerde que la sesion caduca a 1 hora, asi que capture la evidencia ANTES de cerrarla.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Dockerfile (+ compose opcional) + captura/enlace lab navegador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Contenerizar un stub del servicio principal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Dockerfile (+ compose opcional) + captura/enlace lab navegador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