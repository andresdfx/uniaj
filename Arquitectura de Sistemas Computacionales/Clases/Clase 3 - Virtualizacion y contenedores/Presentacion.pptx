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Killercoda → stub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Contenerizar un stub del servicio principal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Ejecutar un contenedor en lab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Docker Desktop obligatorio).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Publicar el puerto y verificar el servicio con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endpoint de salud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(ruta, código, cuerpo).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evidencia PI: Dockerfile del stub CloudLite + bitácora +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Dockerfile del stub + bitácora de 5 comandos con la salida real + captura del 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Killercoda · alterna si no carga: LabEx Docker Playground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contenerizamos al menos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Lab en navegador (pasos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Abrir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Killercoda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(killercoda.com, escenario Ubuntu) con cuenta gratuita.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«docker run» de un nginx/hello y luego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imagen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«docker ps» con el contenedor arriba.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 sesión caduca a 1 h: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Dockerfile se escribe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carpeta del PI y se pega en el lab, nunca al contrario. Guarda capturas antes de cerrar.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Killercoda no carga: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LabEx Docker Playground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como alterna (misma hora de sesión, pero solo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 al día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plan gratuito).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salida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457008"/>
            <a:ext cx="3108960" cy="9437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Siete instrucciones: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FROM · WORKDIR · COPY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dependencias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· RUN · COPY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código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· EXPOSE · CMD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«FROM»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etiqueta fija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(«node:20-alpine», «python:3.12-slim»): con «latest», la imagen de hoy no es la de mañana.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Dependencias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 el código: así cambiar una línea no reinstala nada (es la caché por capas).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Nunca un secreto en la imagen: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capas se acumulan y «docker history» las lee aunque el archivo se borre después.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haces «COPY . .», va con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«.dockerignore»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lado («.env», «node_modules», «.git») — y se menciona en la entrega.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«EXPOSE»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documenta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publica. Publicar es el «-p» del «docker run».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Construir, correr y verificar el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Construir: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«docker build -t cloudlite-api:0.1.0 .» — nombre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etiqueta; sin etiqueta vale la mitad.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Correr: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«docker run -d -p 8081:8080 --name api cloudlite-api:0.1.0».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«-p 8081:8080»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izquierda es el anfitrión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(por donde entras tú) y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derecha es el contenedor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(la del «EXPOSE»).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 los inviertes,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«docker ps» muestra el contenedor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Up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la petición muere sin respuesta: el síntoma no dice la causa.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Verificar: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contrato de salud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datos —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ruta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(«GET /health»),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código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(«200» vivo · «503» sin base)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cuerpo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su formato.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 «200» con cuerpo vacío no distingue «vivo» de «vivo pero roto»: el cuerpo lleva al menos un campo verificable.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CloudLite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ligera y etiqueta FIJA: nunca latest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        # dependencias PRIMERO: cambian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        # se instalan DENTRO de la imagen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. .                     # el codigo despues: cambia en cada commit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documenta el puerto; NO lo publica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.dockerignore  &lt;- archivo aparte, en la misma carpeta que el Dockerfile.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Sin el, el COPY . . de arriba se lleva el .env a las capas de la imagen.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node_modules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.env.*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EXPOSE, CMD y el «-p» del run llevan el MISMO puerto. Y el «COPY . .» solo es seguro con «.dockerignore» al lado.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illerco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Killercoda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del dia · sesion 1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b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LabEx Docker Playground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 · 3 al dia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elija en la pregunta 8 cual servicio de su C4 Context va a contenedorizar y justifiquelo en 2 o 3 frases; escriba a continuacion el Dockerfile completo con la imagen base ligera y con etiqueta fija, el COPY de dependencias antes del COPY del codigo, el EXPOSE y el CMD, verificando que no copie el .env ni ninguna clave.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explique en la pregunta 9, sobre su propio Dockerfile, la diferencia entre imagen y contenedor, que instrucciones de SU archivo crean capa, por que el orden aprovecha el cache y en que se diferencia su contenedor de una maquina virtual; verifique que no escribio que un contenedor es una VM ligera.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describa en la pregunta 10 el ciclo completo con los comandos exactos de build y de run, explicando que lado del mapeo de puertos es el anfitrion y que lado el contenedor, y cierre con el contrato del endpoint de salud (ruta, codigo de estado y cuerpo); verifique que el puerto sea el mismo que puso en el EXPOSE.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ejecute de verdad el ciclo en Killercoda y reporte en la pregunta 11 la tabla de 5 filas con la salida real pegada textualmente, la descripcion de la captura con prompt, docker ps y hora del sistema, y una fila de incidente; recuerde que la sesion caduca a 1 hora, asi que capture la evidencia ANTES de cerrarla.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Dockerfile del stub + bitácora de 5 comandos con la salida real + captura del lab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Contenerizar un stub del servicio principal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Dockerfile del stub + bitácora de 5 comandos con la salida real + captura del lab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