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Virtualización y contenedores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Lab LabEx Docker Playground → stub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Contenerizar un stub del servicio principal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Diferenciar VM vs contenedor y el rol de la imagen.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Ejecutar un contenedor en lab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Docker Desktop obligatorio).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evidencia PI: Dockerfile del stub CloudLite + captura.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Dockerfile (+ compose opcional) + captura/enlace lab navegador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LabEx Docker Playground · alterna si no carga: Killercoda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VM vs contenedor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VM: hipervisor + SO completo → aislamiento fuerte, más pesado.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Contenedor: comparte kernel del host → portable y rápido para demos.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Imagen = capas inmutables; contenedor = instancia en ejecución.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CloudLite: contenerizamos al menos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servicio (API stub o front estático).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Lab en navegador (pasos demo)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Abrir LabEx Docker Playground (labex.io, inicie sesión con su cuenta de Google o Microsoft).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`docker run` de un nginx/hello y luego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imagen stub.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Home del lab · `docker ps`.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sesión de LabEx es temporal: guardar Dockerfile + capturas con timestamp antes de cerrarla. Si LabEx está caído: Killercoda (ubuntu/docker) como alterna.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pic>
        <p:nvPicPr>
          <p:cNvPr id="7" name="Picture 6" descr="salida-docker-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5535" y="5668558"/>
            <a:ext cx="3108960" cy="7322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mínimo para el stub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FROM imagen base ligera → COPY → EXPOSE → CMD.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secretos en la imagen. Un proceso principal por contenedor (regla práctica).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Compose (opcional): API + fake DB solo si aporta al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Máquinas virtuales vs. contenedores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capacidad de cómputo, distinto nivel de aislamiento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Máquinas virtuales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Hipervisor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A
(completo)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B
(completo)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Contenedores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 anfitrión + motor de contenedores (kernel compartido)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A
(App 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B
(App 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VM: cada instancia carga un SO completo (aislamiento fuerte, más pesado). Contenedor: comparte el kernel del anfitrión y solo empaqueta app + dependencias (arranca en segundos, pesa MB no GB).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Maquina virtual vs contenedor — que cambia de verdad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Maquina virtual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instancia trae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 completo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(kernel propio)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Aislamiento fuerte a nivel de hardware 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minutos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cuando se necesitan SO distintos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Contenedor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Comparte el kernel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del anfitrion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Empaqueta solo app + dependencias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segundos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para desplegar el mismo servicio muchas veces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minimo del stub CloudLite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node:20-alpine          # base slim: arranca rapido, pesa poco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WORKDIR /app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package*.json ./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npm ci --omit=dev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. 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EXPOSE 8080                  # el puerto que documentan en el C4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CMD ["node", "server.js"]    # UN proceso principal por contenedor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Nunca COPY de un .env con secretos: queda en las capas de la imagen para siempre.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decidan cual de los contenedores de CloudLite se contenerizara hoy (la API stub o el front estatico) y escriban en la seccion Contenedores del informe el nombre exacto del servicio, el puerto que expondra y la ruta de salud que responderan (por ejemplo api-citas, puerto 8080, ruta /health), verificando que ese nombre sea el mismo que usaran en el C4 de la Clase 4 y en el despliegue de la Clase 7.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en la consola Linux de ExamLab arme el contexto de build con 5 archivos (app/main.py, requirements.txt con 2 dependencias fijadas por version, Dockerfile, .dockerignore con 4 entradas) y verifique con ls -la que los 5 existen y con un grep de PASSWORD, SECRET, TOKEN y api_key que la salida sea vacia, confirmando que no hay ningun secreto en el contexto.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 el Dockerfile con exactamente 7 instrucciones (FROM con tag fijo y variante slim, WORKDIR, COPY de requirements, RUN pip install --no-cache-dir, COPY del codigo, EXPOSE del puerto declarado en el paso 1, CMD) y verifique que el puerto de EXPOSE, el del CMD y el documentado en el informe sean el mismo numero; el Dockerfile se pega completo en la pregunta 2 de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abra LabEx Docker Playground en labex.io con su cuenta de Google o Microsoft (o Killercoda si no carga), ejecute docker build -t cloudlite-api:v1 . y docker run -d -p 8080:8080 cloudlite-api:v1, compruebe con curl que la ruta de salud devuelve 200 y llene la bitacora de 5 filas comando / que esperaba / que salio / evidencia, verificando que la captura muestre a la vez el prompt del lab, la salida del docker ps y la hora del sistema.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complete el diagrama Mermaid del ciclo Dockerfile a contenedor, adjunte la captura del lab con su nota de caducidad y suba las 5 preguntas del taller a ExamLab (modulo Talleres) antes del domingo 23:59, verificando que la seccion Contenedores del informe cite el mismo tag de imagen cloudlite-api:v1 que aparece en la captura.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Dockerfile (+ compose opcional) + captura/enlace lab navegador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Contenerizar un stub del servicio principal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Dockerfile (+ compose opcional) + captura/enlace lab navegador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