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Modelo de amenazas mínimo + controles para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Aplicar un modelo de amenazas simple al dominio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Seguridad PI: 5 amenazas STRIDE-lite + controles + secretos/CI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 al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HTTPS en diagrama · tokens/JWT conceptual · least privilege en roles.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Secretos: variables de entorno / GitHub Actions secrets (no en Dockerfile).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Superficie: qué puertos expone el contenedor del lab.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Amenaza → activo → control → evidencia en diagrama/informe.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Ej.: Spoofing de API → tokens → caja Auth en C4.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 -&gt; control -&gt; evidencia (una fila por amenaza)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STRIDE  | Amenaza concreta del dominio      | Control            | Evidencia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--------|-----------------------------------|--------------------|-------------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Spoof   | Cualquiera llama la API sin auth   | Token/JWT          | C4: flecha 'auth'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Tamper  | Cambian el precio via API          | Rol + validacion   | Contrato del endpoint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Info    | API key dentro de la imagen        | Actions Secrets    | .dockerignore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DoS     | Pico de trafico tumba el API       | Rate limit         | Deployment: 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lista generica de buenas practicas no es un modelo de amenazas: falta el dominio.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STRIDE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liste en la pregunta 1 cinco amenazas de SU dominio, cada una nombrando el actor o el dato concreto que pone en riesgo y el camino por el que ocurre; use STRIDE como guia de categorias y verifique que ninguna sea una frase de manual que sirva igual para cualquier sistema.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complete en la pregunta 2 la tabla amenaza-control-donde, senalando para cada control la caja o la flecha concreta del C4 Containers o del Despliegue donde se ve; incluya el principio de menor privilegio aplicado a un componente, diciendo que deja de poder hacer.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 en la pregunta 3 la politica de secretos respondiendo donde viven, quien los rota, cada cuanto y que esta prohibido, y cierre con el procedimiento ante una filtracion; verifique que su politica no admita secretos en el Dockerfile, el README ni el YAML en claro.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guarde y continue. Esta actividad es una sola para las Clases 6, 7, 8 y 10 y se entrega completa al cierre del Corte 2: hoy resuelve las preguntas 1 a 3 y las 4 a 12 se resuelven en las clases siguientes.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Seguridad PI: 5 amenazas STRIDE-lite + controles + secretos/CI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Modelo de amenazas mínimo + controles para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Seguridad PI: 5 amenazas STRIDE-lite + controles + secretos/CI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