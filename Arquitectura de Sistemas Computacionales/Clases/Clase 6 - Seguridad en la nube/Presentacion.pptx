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 todos los incidentes reales ocurren del lado del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Hace falta vocabulario preciso, porque el estudiante usa estas palabras como sinonimos.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controles que el estudiante puede citar sin pagar nada se ordenan en tres familias.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recorrer renglon por renglon, porque el estudiante que solo escucho «no los pongas en el Dockerfile» responde una de las cinco y pierde las otras cuatro.</a:t>
            </a:r>
          </a:p>
          <a:p/>
          <a:p>
            <a:r>
              <a:t>Esa distincion entre el nombre de un secreto, que es publico, y su valor, que no lo es, es la senal de que el estudiante entendio el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decirlo con esos nombres porque la tercera reparte 2.5 de los 8.75 puntos y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aparecen todos los semestres, y las cuatro se responden con material que ya esta proyectado.</a:t>
            </a:r>
          </a:p>
          <a:p/>
          <a:p>
            <a:r>
              <a:t>Lo que se descuenta es la misma amenaza escrita dos veces con otras palabras.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CloudLite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CloudLite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CloudLite,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superficie de ataque son los puntos por donde alguien externo puede interactuar con el sistema: cada endpoint publico, cada puerto publicado del contenedor, cada formulario, cada dependencia de terceros.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 porque la rubrica lo califica por separado.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menor privilegio vale 1.25 puntos de la pregunta 2 y se pierde casi siempre por la misma razon: el estudiante lo define bien y no lo aplica.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pide las dos mitades y las pesa igual, asi que hay que instalar la idea de que menor privilegio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importa, y es la frase que hay que decir en voz alta, es que el privilegio se hereda: si manana aparece una inyeccion de SQL en la API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atacante trabaja con los permisos de ese rol y no con los del duenio de la base, de modo que puede hacer dano pero no puede borrar el rastro de haberlo hecho ni tumbar el esquema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vale 7.5 puntos repartidos en cuatro respuestas de 1.5 mas el procedimiento ante filtracion, tambien de 1.5.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guarda datos personales, lo que se llama PII: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la pregunta 2 exige TRES columnas por fila, y los nombres son: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se califica especificidad, no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trabajo solo, quien rota los secretos?» El mismo estudiante, y es una respuesta valida: lo que se califica es que exista un responsable escrito, no que sea otra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lo que NUNCA entra al repositorio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.gitignore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*.pem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credenciales*.json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el ejemplo SI entra, para que otro pueda arrancar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.env.example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DATABASE_URL=postgres://usuario:clave@host:5432/cloudlite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JWT_SECRET=cambiar_en_produccion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si un secreto ya se subio, rotarlo NO es opcional: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el historial de git lo conserva aunque se borre el archivo.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git log --all --full-history -- .env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 CloudLite.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