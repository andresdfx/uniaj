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Seguridad en la nube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Amenazas y controles → sección 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Modelo de amenazas mínimo + controles para CloudLite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trabajo de equipo).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Aplicar un modelo de amenazas simple al dominio CloudLite.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Mapear controles (authn/z, secretos, superficie de red) sin cloud de pago.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Dejar la sección Seguridad del informe lista en borrador.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Sección Seguridad PI: 5 amenazas STRIDE-lite + controles + secretos/CI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Excalidraw ·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Equipos 2–3 · todos deben poder explicar el artefacto.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Amenazas que sí importan al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Credenciales en repo · APIs abiertas · datos PII sin cifrado en tránsito.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STRIDE-lite: Spoofing, Tampering, Repudiation, Info disclosure, DoS, Elevation.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Elijan 5 amenazas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del dominio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no genéricas de Internet.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Controles prácticos (gratis)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HTTPS en diagrama · tokens/JWT conceptual · least privilege en roles.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Secretos: variables de entorno / GitHub Actions secrets (no en Dockerfile).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Superficie: qué puertos expone el contenedor del lab.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Ejercicio guiado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Amenaza → activo → control → evidencia en diagrama/informe.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Ej.: Spoofing de API → tokens → caja Auth en C4.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Amenaza -&gt; control -&gt; evidencia (una fila por amenaza)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STRIDE  | Amenaza concreta del dominio      | Control            | Evidencia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--------|-----------------------------------|--------------------|-------------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Spoof   | Cualquiera llama la API sin auth   | Token/JWT          | C4: flecha 'auth'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Tamper  | Cambian el precio via API          | Rol + validacion   | Contrato del endpoint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Info    | API key dentro de la imagen        | Actions Secrets    | .dockerignore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DoS     | Pico de trafico tumba el API       | Rate limit         | Deployment: edge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Una lista generica de buenas practicas no es un modelo de amenazas: falta el dominio.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1: liste 5 amenazas concretas de su dominio, una por cada categoria de STRIDE-lite (suplantacion, manipulacion, divulgacion de informacion, denegacion de servicio y elevacion de privilegios), verificando que cada amenaza nombre el activo afectado de su propio C4 (por ejemplo la Base de datos Citas o el token del estudiante) y que ninguna sea copiada como frase generica de internet.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2: asigne a cada amenaza un control tecnico y la flecha o zona exacta del diagrama donde se ve ese control, verificando que los 5 controles sean distintos entre si y que al menos uno sea preventivo, uno detectivo y uno de contencion; la tabla completa queda en la seccion Seguridad del informe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3: escriban en ExamLab el diagrama Mermaid de fronteras de confianza con 3 zonas (publica, privada y de datos), los 5 contenedores de la Clase 4 ubicados en su zona, las aristas rotuladas con protocolo y puerto, y una arista punteada de trafico bloqueado, verificando al renderizar que la base de datos y la cola quedan en la zona de datos y que el usuario no tiene ninguna arista solida hacia ellas.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4: redacten la politica de secretos con los 6 puntos obligatorios (inventario de 4 secretos, donde vive cada uno, quien accede, rotacion, plan si se filtra, prohibiciones), verificando que ningun secreto quede en el Dockerfile, en el repositorio ni en el YAML en claro y que el plan de filtracion incluya rotar e invalidar la credencial anterior.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5: integren la tabla STRIDE, el diagrama y la politica de secretos en la seccion Seguridad del informe (1 a 1.5 paginas) y suban las 5 preguntas a ExamLab (modulo Talleres) antes del domingo 23:59, verificando que cada amenaza de la tabla se pueda senalar con el dedo en el diagrama renderizado.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Sección Seguridad PI: 5 amenazas STRIDE-lite + controles + secretos/CI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(https://examlab.lovable.app/)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6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Modelo de amenazas mínimo + controles para CloudLite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Sección Seguridad PI: 5 amenazas STRIDE-lite + controles + secretos/CI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