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Seguridad en la nube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Amenazas y controles → sección 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Modelo de amenazas mínimo + controles para CloudLite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avance individual).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Aplicar un modelo de amenazas simple al dominio CloudLite.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Mapear controles (authn/z, secretos, superficie de red) sin cloud de pago.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Dejar la sección Seguridad del informe lista en borrador.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Sección Seguridad PI: 5 amenazas STRIDE-lite + controles + secretos/CI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 para la tabla y la política · ExamLab para entregar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ExamLab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Amenazas que sí importan al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Credenciales en repo · APIs abiertas · datos PII sin cifrado en tránsito.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STRIDE-lite: Spoofing, Tampering, Repudiation, Info disclosure, DoS, Elevation.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Elijan 5 amenazas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del dominio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no genéricas de Internet.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forma que se califica: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actor o dato concreto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+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el camino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por el que ocurre. Sin esas dos partes, la amenaza vale la mitad.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«Fuga de información» es una categoría. «Un cliente lee el turno de otro porque «GET /turnos/17» no valida a quién pertenece»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sí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es una amenaza.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Controles prácticos (gratis)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Identidad: autenticación con token · autorización por rol ·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menor privilegio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Red: publicar solo el punto de entrada; la base de datos sin acceso desde internet.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Aplicación: validar en el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servidor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(el formulario no cuenta) y limitar la tasa.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Secretos: en los «secrets» del repositorio, inyectados como variable de entorno.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Los dos que más puntos valen se abren en las siguientes dos diapositivas.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Menor privilegio: qué deja de poder hacer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 es una definición, es una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resta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se nombra el componente y lo 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deja de poder hacer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al aplicarlo. La pregunta 2 pide las dos mitades.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Ejemplo sobre el C4 de la Clase 4: la «API de turnos» no entra a la «Base de turnos» como dueña de la base, sino con un rol propio.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Puede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leer, insertar y actualizar sus tablas de turnos.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No puede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borrar filas, cambiar la estructura, ni leer otro esquema.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Por qué importa: si mañana hay una inyección de SQL, el atacante hereda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esos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permisos y no los del dueño. Hace daño, pero no borra la evidencia.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Política de secretos: las cuatro preguntas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11277295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8991295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Lo que se pregunta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Respuesta concreta (así se califica)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1. Dónde viven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En los «secrets» del repositorio y en las variables de entorno del servicio. En local, un «.env» que está en «.gitignore»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y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 en «.dockerignore»; se versiona «.env.example», con los nombres y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ningún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 valor.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2. Quién los rota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Un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responsable con rol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, escrito en el README: el dueño del repositorio. «Se rotan automáticamente» no responde quién; alguien responde por que ocurra.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3. Cada cuánto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Un número o un evento del calendario: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al cierre de cada corte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, y en la entrega final. «Periódicamente» no es una frecuencia.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4. Qué está prohibido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El «Dockerfile», el «README», el YAML en claro — y también imprimir el secreto en el log del pipeline «para verificar que llegó».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Si se filtra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Primero rotar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, después limpiar. Borrar el commit no arregla nada: el historial ya salió del equipo y sigue en cada clon.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2976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Un secreto en el Dockerfile queda en el historial de capas de la imagen: «docker history» lo lee aunque una capa posterior borre el archivo.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Ejercicio guiado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Amenaza → control → dónde se ve, en el diagrama que ya tienen.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Ej.: llaman la API sin autenticar → token verificado →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flecha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«App web → API».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tabla que se califica: una fila por amenaza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1127729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3566160"/>
                <a:gridCol w="3504895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Amenaza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Control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Dónde se ve (caja o flecha)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S ·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Un cliente reserva </a:t>
                      </a:r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a nombre de otro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: «POST /turnos» toma el id del cuerpo de la petición.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El id se toma del token verificado, no del cuerpo. Se prueba mandando un id ajeno y esperando 403.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Flecha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«App web → API de turnos»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T ·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Un cliente </a:t>
                      </a:r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mueve la franja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de un turno ajeno porque la API no revisa de quién es.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Validar el rol y la propiedad del turno antes de aceptar el cambio.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Caja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«API de turnos»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I ·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La </a:t>
                      </a:r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llave del servicio de avisos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queda dentro de la imagen del contenedor.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La llave vive en los «secrets» y entra como variable de entorno en ejecución.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Flecha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«API de turnos → Worker de avisos»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D ·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Un script sin autenticar golpea «GET /turnos» mil veces por minuto y agota las conexiones.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Límite de tasa por identidad o por IP en el punto de entrada.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Caja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«App web» (punto de entrada)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7947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Cuatro filas de ejemplo; el entregable pide cinco, sobre SU dominio. Una lista genérica de buenas prácticas no es un modelo de amenazas, y dos filas que dicen lo mismo con otras palabras cuentan como una.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secreto en la imagen: por qué borrarlo no sirve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Dockerfile — el anti-patron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ENV CORREO_API_KEY="sk_live_9f3a...c21"   # &lt;- queda en la capa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RUN rm -f /app/.env                       # &lt;- NO la borra: la tapa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$ docker history --format '{{.ID}} · {{.CreatedBy}} · {{.Size}}' cloudlite-api:0.1.0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a91d0c33 · RUN rm -f /app/.env · 12kB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b7c1e2f4 · ENV CORREO_API_KEY=sk_live_9f3a...c21 · 0B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La capa de abajo sigue ahí: el «rm» de la de arriba no la elimina.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Cualquiera que tenga la imagen lee la llave con este mismo comando.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Lo mismo con Git: el commit borrado sigue en el historial y en cada clon.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Por eso el primer paso ante una filtración es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rotar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la credencial, no borrar el commit.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Tabla STRIDE y politica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xcalidra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Marcar controles en el C4 · opcional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1: liste en la pregunta 1 cinco amenazas de SU dominio, cada una nombrando el actor o el dato concreto que pone en riesgo y el camino por el que ocurre; use STRIDE como guia de categorias y verifique que ninguna sea una frase de manual que sirva igual para cualquier sistema.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2: complete en la pregunta 2 la tabla amenaza-control-donde, senalando para cada control la caja o la flecha concreta del C4 Containers o del Despliegue donde se ve; incluya el principio de menor privilegio aplicado a un componente, diciendo que deja de poder hacer.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3: escriba en la pregunta 3 la politica de secretos respondiendo donde viven, quien los rota, cada cuanto y que esta prohibido, y cierre con el procedimiento ante una filtracion; verifique que su politica no admita secretos en el Dockerfile, el README ni el YAML en claro.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4: guarde y continue. Esta actividad es una sola para las Clases 6, 7, 8 y 10 y se entrega completa al cierre del Corte 2: hoy resuelve las preguntas 1 a 3 y las 4 a 12 se resuelven en las clases siguientes.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Sección Seguridad PI: 5 amenazas STRIDE-lite + controles + secretos/CI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(https://uniaj.examlab.workers.dev/)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6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Modelo de amenazas mínimo + controles para CloudLite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Sección Seguridad PI: 5 amenazas STRIDE-lite + controles + secretos/CI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