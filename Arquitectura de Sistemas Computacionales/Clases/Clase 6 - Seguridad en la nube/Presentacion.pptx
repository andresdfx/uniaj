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que se califica: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partes, la amenaza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que más puntos valen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La pregunta 2 pide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 (así se califica)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que se califica: una fila por amenaza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ejemplo; el entregable pide cinco, sobre SU dominio.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 pierde en cada decision arquitectonica.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 agregado despues de una fuga cuesta reescritura, notificacion a los usuarios y perdida de confianza.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pregunta del estudiante sera «no es el proveedor de nube el que ya se encarga de la seguridad?»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CloudLite, el token de administrador, la disponibilidad de la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vulnerabilidad es la debilidad que lo hace posible: la base de datos acepta conexiones desde internet.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control reduce probabilidad o impacto: mover esa base a una zona privada.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superficie de ataque son los puntos por donde alguien externo puede interactuar con el sistema: cada endpoint publico, cada puerto publicado del contenedor, cada formulario, cada dependencia de terceros.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Reducir superficie es el control mas barato que existe: lo que no esta expuesto no se puede atacar.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 porque la rubrica lo califica por separado.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 y dejar la base de datos sin acceso desde internet, que es el diagrama de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Aparece la segunda pregunta previsible: «si ya valido en el formulario, para que validar otra vez en la API?».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 experiencia de usuario y la del servidor es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tasa, del orden de decenas o cientos de peticiones por minuto por identidad o por IP, mitiga la denegacion de servicio y los intentos de adivinar contrasenas; el numero exacto es decision de diseno, no estandar.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menor privilegio vale 1.25 puntos de la pregunta 2 y se pierde casi siempre por la misma razon: el estudiante lo define bien y no lo aplica.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rubrica pide las dos mitades y las pesa igual, asi que hay que instalar la idea de que menor privilegio no es una definicion sino una RESTA: se nombra un componente concreto y se dice que deja de poder hacer al aplicarlo.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proyectar es, resuelto sobre el diagrama de turnos que ya se uso en la Clase 4: la API de turnos no se conecta a la base como duena de la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Sino con un rol propio al que se le conceden exactamente las operaciones de lectura, insercion y actualizacion sobre sus tablas.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rol no puede borrar filas, no puede alterar la estructura y no puede leer ningun otro esquema de la misma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por la que esto importa, y es la frase que hay que decir en voz alta, es que el privilegio se hereda: si manana aparece una inyeccion de SQL en la API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atacante trabaja con los permisos de ese rol y no con los del duenio de la base, de modo que puede hacer dano pero no puede borrar el rastro de haberlo hecho ni tumbar el esquema completo.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razones tecnicas hay que saber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de contenedor esta hecha de capas y cualquiera que la tenga puede extraer los archivos de cada capa: borrar el archivo en un paso posterior no lo elimina, solo lo oculta.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lo que se proyect: el historial de la imagen lista la capa que fijo la llave, y el borrado posterior aparece como UNA CAPA MAS, no como una eliminacion.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Git guarda historia: si la llave se subio en un commit y se borro en el siguiente, sigue en el repositorio y en cada clon, y un buscador automatizado la encuentra en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filtrado no se arregla borrandolo: se rota, es decir se genera uno nuevo y se invalida el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se materializa en la Clase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vale 7.5 puntos repartidos en cuatro respuestas de 1.5 mas el procedimiento ante filtracion, tambien de 1.5.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viven: en los secretos del repositorio y en las variables de entorno del servicio en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local, en un archivo de entorno que esta en el.gitignore Y en el.dockerignore, del que se versiona solo una copia de ejemplo con los NOMBRES de las variables y ningun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rotan automaticamente» no responde la pregunta, porque alguien tiene que responder por que la rotacion ocurra aunque la ejecucion sea automatica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proyecto es individual el responsable es el mismo estudiante como duenio del repositorio, y eso es una respuesta correcta.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que frecuencia: un numero o un evento del calendario.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un semestre lo defendible es rotar al cierre de cada corte y en la entrega final, mas una rotacion inmediata si el secreto aparece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«Periodicamente» no es una frecuencia.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esta prohibido: el Dockerfile, el README, el YAML en claro, y tambien imprimir el secreto en el registro del pipeline «para verificar que llego»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forma mas comun de filtrar una clave y se hace con buena intencion; la alternativa es verificar la longitud del valor, no el valor.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cierre, que es el criterio que mas se falla: ante una filtracion el primer paso es ROTAR la credencial, no borrar el commit.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hay que justificarlo y no solo enunciarlo: el historial ya salio del equipo y esta en cada clon, asi que limpiar el repositorio no invalida la llave; lo unico que la invalida es generar una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Limpiar el historial es el segundo paso, y sirve para que la llave vieja no quede a la vista, no para desactivarla.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 no es regla dura, es un balance entre comodidad y ventana de dano.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la caja Auth del C4 Containers de la Clase 4 y la flecha etiquetada HTTPS.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fila, tampering: un usuario ya autenticado invoca el endpoint que cambia el estado de un registro que no le pertenece.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no es autenticacion, que ya paso, sino autorizacion a nivel de objeto: antes de escribir, el servidor verifica que el registro pertenezca a quien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guarda datos personales, lo que se llama PII: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dato en reposo sin proteger: las contrasenas no se guardan, se guarda su hash con una funcion lenta a proposito, como bcrypt o Argon2, para que probar millones de combinaciones sea costoso.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cifrado en transito (TLS, protege el dato mientras viaja) de cifrado en reposo (protege el archivo si alguien obtiene una copia): el informe debe decir cual aplica donde.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entregable: tres columnas, y la tercera es una caja o una flecha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de la pregunta 2 exige TRES columnas por fila, y los nombres son: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 del diagrama, y por eso no cierran 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de fondo es que un control es verificable cuando otra persona puede senalar la pieza y decir si el control esta o no esta, sin discutir: «usamos buenas practicas» no se puede senalar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pregunta previsible: «cuantas amenazas hay que poner?».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entregable: tres columnas, y la tercera es una caja o una flecha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se califica especificidad, no cantidad.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cerro con el Parcial 1 el bloque de arquitectura y esta clase abre el de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fronteras de confianza que hoy se nombran en texto se dibujan como zonas publica, privada y de datos en la Clase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trabajo solo, quien rota los secretos?» El mismo estudiante, y es una respuesta valida: lo que se califica es que exista un responsable escrito, no que sea otra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correcta es nombrar el rol, el duenio del repositorio, y dejarlo en el README para que la politica siga en pie cuando el proyecto pase a dos manos.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mi sistema no tiene base de datos propia, sobre que aplico menor privilegio?» Sobre cualquier componente que reciba permisos: la llave del servicio de correo que solo puede enviar y no leer la bandeja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token de despliegue que alcanza un solo repositorio, o el permiso de administracion del repositorio que no necesita todo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repetir una letra de STRIDE?» Si, y suele pasar con la fuga de informacion: dos amenazas de la misma letra son dos amenazas distintas si el camino y el control son distintos.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STRIDE y politica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Marcar controles en el C4 · opcional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para la tabla y la política · la plataforma del curso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liste en la pregunta 1 cinco amenazas de SU dominio, cada una nombrando el actor o el dato concreto que pone en riesgo y el camino por el que ocurre; use STRIDE como guia de categorias y verifique que ninguna sea una frase de manual que sirva igual para cualquier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complete en la pregunta 2 la tabla amenaza-control-donde, senalando para cada control la caja o la flecha concreta del C4 Containers o del Despliegue donde se ve; incluya el principio de menor privilegio aplicado a un componente, diciendo que deja de poder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3 la politica de secretos respondiendo donde viven, quien los rota, cada cuanto y que esta prohibido, y cierre con el procedimiento ante una filtracion; verifique que su politica no admita secretos en el Dockerfile, el README ni el YAML en claro.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guarde y continue. Esta actividad es una sola para las Clases 6, 7, 8 y 10 y se entrega completa al cierre del Corte 2: hoy resuelve las preguntas 1 a 3 y las 4 a 12 se resuelven en las clases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