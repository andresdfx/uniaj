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que se califica: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partes, la amenaza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que más puntos valen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La pregunta 2 pide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 (así se califica)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que se califica: una fila por amenaza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ejemplo; el entregable pide cinco, sobre SU dominio.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STRIDE y politica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Marcar controles en el C4 · opcional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para la tabla y la política · la plataforma del curso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liste en la pregunta 1 cinco amenazas de SU dominio, cada una nombrando el actor o el dato concreto que pone en riesgo y el camino por el que ocurre; use STRIDE como guia de categorias y verifique que ninguna sea una frase de manual que sirva igual para cualquier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complete en la pregunta 2 la tabla amenaza-control-donde, senalando para cada control la caja o la flecha concreta del C4 Containers o del Despliegue donde se ve; incluya el principio de menor privilegio aplicado a un componente, diciendo que deja de poder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3 la politica de secretos respondiendo donde viven, quien los rota, cada cuanto y que esta prohibido, y cierre con el procedimiento ante una filtracion; verifique que su politica no admita secretos en el Dockerfile, el README ni el YAML en claro.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guarde y continue. Esta actividad es una sola para las Clases 6, 7, 8 y 10 y se entrega completa al cierre del Corte 2: hoy resuelve las preguntas 1 a 3 y las 4 a 12 se resuelven en las clases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