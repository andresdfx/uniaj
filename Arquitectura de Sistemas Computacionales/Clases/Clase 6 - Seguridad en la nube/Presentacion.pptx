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Seguridad en la nube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Amenazas y controles → sección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Modelo de amenazas mínimo + controles para CloudLite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trabajo de equipo).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Aplicar un modelo de amenazas simple al dominio CloudLite.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Mapear controles (authn/z, secretos, superficie de red) sin cloud de pago.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Dejar la sección Seguridad del informe lista en borrador.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Sección Seguridad PI: 5 amenazas STRIDE-lite + controles + secretos/CI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Excalidraw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Equipos 2–3 · todos deben poder explicar el artefacto.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Amenazas que sí importan al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Credenciales en repo · APIs abiertas · datos PII sin cifrado en tránsito.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STRIDE-lite: Spoofing, Tampering, Repudiation, Info disclosure, DoS, Elevation.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Elijan 5 amenazas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del dominio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no genéricas de Internet.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Controles prácticos (gratis)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HTTPS en diagrama · tokens/JWT conceptual · least privilege en roles.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Secretos: variables de entorno / GitHub Actions secrets (no en Dockerfile).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Superficie: qué puertos expone el contenedor del lab.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Ejercicio guiado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Amenaza → activo → control → evidencia en diagrama/informe.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Ej.: Spoofing de API → tokens → caja Auth en C4.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Amenaza -&gt; control -&gt; evidencia (una fila por amenaza)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STRIDE  | Amenaza concreta del dominio      | Control            | Evidencia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--------|-----------------------------------|--------------------|-------------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Spoof   | Cualquiera llama la API sin auth   | Token/JWT          | C4: flecha 'auth'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Tamper  | Cambian el precio via API          | Rol + validacion   | Contrato del endpoint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Info    | API key dentro de la imagen        | Actions Secrets    | .dockerignore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DoS     | Pico de trafico tumba el API       | Rate limit         | Deployment: edge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Una lista generica de buenas practicas no es un modelo de amenazas: falta el dominio.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Listen 5 amenazas STRIDE-lite aplicadas a su dominio.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Para cada una: control + dónde se ve en el diagrama.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Definan política de secretos del repo/Actions.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Redacten sección Seguridad del informe PI (1–1.5 páginas).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Entrega domingo 23:59 (avance PI).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Sección Seguridad PI: 5 amenazas STRIDE-lite + controles + secretos/CI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Modelo de amenazas mínimo + controles para CloudLite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Sección Seguridad PI: 5 amenazas STRIDE-lite + controles + secretos/CI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