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 todos los incidentes reales ocurren del lado del cliente.</a:t>
            </a:r>
          </a:p>
          <a:p/>
          <a:p>
            <a:r>
              <a:t>Cada amenaza que se modele despues niega al menos una de las 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Hace falta vocabulario preciso, porque el estudiante usa estas palabras como sinonimos.</a:t>
            </a:r>
          </a:p>
          <a:p/>
          <a:p>
            <a:r>
              <a:t>(Sobre la actividad, no se proyecta) Y la superficie de ataque son los puntos por donde alguien externo puede interactuar con el sistema: cada endpoint publico, cada puerto publicado del contenedor, cada formulario, cada dependencia de terceros.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Tampering modifica datos sin autorizacion y niega la integridad.</a:t>
            </a:r>
          </a:p>
          <a:p/>
          <a:p>
            <a:r>
              <a:t>Denial of service agota un recurso hasta que el sistema deja de responder y niega la disponibilidad.</a:t>
            </a:r>
          </a:p>
          <a:p/>
          <a:p>
            <a:r>
              <a:t>Elevation of privilege obtiene mas permisos de los asignados y niega la autorizacion.</a:t>
            </a:r>
          </a:p>
          <a:p/>
          <a:p>
            <a:r>
              <a:t>De ahi sale la distincion que mas se confunde: autenticacion es demostrar quien eres, autorizacion es determinar que puedes hacer una vez identificado.</a:t>
            </a:r>
          </a:p>
          <a:p/>
          <a:p>
            <a:r>
              <a:t>Un sistema puede autenticar impecablemente y seguir siendo inseguro si despues no verifica permisos.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controles que el estudiante puede citar sin pagar nada se ordenan en tres familias.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la respuesta no tiene un verbo en negativo, no esta aplicado.</a:t>
            </a:r>
          </a:p>
          <a:p/>
          <a:p>
            <a:r>
              <a:t>Menor privilegio no evita el ataque, acota el dano; decirlo asi evita la objecion de «entonces igual me atacan».</a:t>
            </a:r>
          </a:p>
          <a:p/>
          <a:p>
            <a:r>
              <a:t>Conviene ademas dar la version de la que casi nadie se acuerda: el principio aplica a personas igual que a servicios, y en un proyecto de un semestre el caso mas cercano es que no todo integrante del equipo necesita permiso de administracion en el repositorio.</a:t>
            </a:r>
          </a:p>
          <a:p/>
          <a:p>
            <a:r>
              <a:t>(Sobre la actividad, no se proyecta) El menor privilegio vale 1.25 puntos de la pregunta 2 y se pierde casi siempre por la misma razon: el estudiante lo define bien y no lo aplica.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herramientas gratis, el valor real vive en los secretos del repositorio y se inyecta como variable de entorno en ejecucion, versionando solo un archivo de ejemplo con los nombres de las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recorrer renglon por renglon, porque el estudiante que solo escucho «no los pongas en el Dockerfile» responde una de las cinco y pierde las otras cuatro.</a:t>
            </a:r>
          </a:p>
          <a:p/>
          <a:p>
            <a:r>
              <a:t>Esa distincion entre el nombre de un secreto, que es publico, y su valor, que no lo es, es la senal de que el estudiante entendio el tema.</a:t>
            </a:r>
          </a:p>
          <a:p/>
          <a:p>
            <a:r>
              <a:t>(Sobre la actividad, no se proyecta) La politica de secretos vale 7.5 puntos repartidos en cuatro respuestas de 1.5 mas el procedimiento ante filtracion, tambien de 1.5.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concreto.</a:t>
            </a:r>
          </a:p>
          <a:p/>
          <a:p>
            <a:r>
              <a:t>En CloudLite el usuario final se autentica contra la API y recibe un token, una cadena firmada que acompana cada peticion posterior para no volver a pedir la contrasena.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ejemplo concreto.</a:t>
            </a:r>
          </a:p>
          <a:p/>
          <a:p>
            <a:r>
              <a:t>La respuesta que devuelve mas de lo necesario: el endpoint de perfil serializa la fila completa e incluye el hash de la contrasena o el correo de otros usuarios; el control es declarar que campos salen.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tercera es la que se responde mal: solo admite el nombre de una CAJA o de una FLECHA del C4 Containers o del Despliegue, escrito igual que en el diagrama.</a:t>
            </a:r>
          </a:p>
          <a:p/>
          <a:p>
            <a:r>
              <a:t>«la flecha App web -&gt; API de turnos lleva HTTPS y el identificador se toma del token»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aparecen todos los semestres, y las cuatro se responden con material que ya esta proyectado.</a:t>
            </a:r>
          </a:p>
          <a:p/>
          <a:p>
            <a:r>
              <a:t>(Sobre la actividad, no se proyecta) «Si trabajo solo, quien rota los secretos?» El mismo estudiante, y es una respuesta valida: lo que se califica es que exista un responsable escrito, no que sea otra persona.</a:t>
            </a:r>
          </a:p>
          <a:p/>
          <a:p>
            <a:r>
              <a:t>(Sobre la actividad, no se proyecta) Lo que se descuenta es la misma amenaza escrita dos veces con otras palabras.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bien escrita: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 es una categoría, no una amenaza.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más delicados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Hacen falta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la llave del correo está escrita en el Dockerfile → secreto en variable de entorno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«API → Worker de avisos».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un script pide «GET /turnos» mil veces por minuto → límite de tasa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web» (punto de entrada).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fila nombra un actor o dato concreto, un control verificable y un lugar del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fila por amenaza: ejemplo en CloudLite Turnos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 sobre CloudLite Turnos.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 pierde en cada decision arquitectonica.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 agregado despues de una fuga cuesta reescritura, notificacion a los usuarios y perdida de confianza.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pregunta del estudiante sera «no es el proveedor de nube el que ya se encarga de la seguridad?»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propiedades tienen un ejemplo directo en CloudLite Turnos: confidencialidad es que un cliente no pueda leer el turno de otro; integridad es que nadie mueva la franja de un turno ajeno; disponibilidad es que la reserva siga funcionando en la hora pico.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CloudLite, el token de administrador, la disponibilidad de la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vulnerabilidad es la debilidad que lo hace posible: la base de datos acepta conexiones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control reduce probabilidad o impacto: mover esa base a una zona privada.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Reducir superficie es el control mas barato que existe: lo que no esta expuesto no se puede atacar.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 y dejar la base de datos sin acceso desde internet, que es el diagrama de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 la segunda pregunta previsible: «si ya valido en el formulario, para que validar otra vez en la API?».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 experiencia de usuario y la del servidor es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tasa, del orden de decenas o cientos de peticiones por minuto por identidad o por IP, mitiga la denegacion de servicio y los intentos de adivinar contrasenas; el numero exacto es decision de diseno, no estandar.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Menor privilegio tiene dos mitades y las dos importan: no es una definicion sino una RESTA: se nombra un componente concreto y se dice que deja de poder hacer al aplicarlo.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proyectar es, resuelto sobre el diagrama de turnos que ya se uso en la Clase 4: la API de turnos no se conecta a la base como duena de la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Sino con un rol propio al que se le conceden exactamente las operaciones de lectura, insercion y actualizacion sobre sus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no puede borrar filas, no puede alterar la estructura y no puede leer ningun otro esquema de la misma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importa porque el privilegio se hereda: si manana aparece una inyeccion de SQL en la API, el atacante trabaja con los permisos de ese rol y no con los del duenio de la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puede hacer dano pero no puede borrar el rastro de haberlo hecho ni tumbar el esquema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mismo principio aplica fuera de la base de datos: el token del pipeline de CI es solo de lectura sobre el repositorio que construye, y la llave del servicio de correo solo puede enviar mensajes, no administrar la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reutilizar una sola credencial de administrador en todos los componentes: es comodo y convierte cualquier fuga en una fuga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razones tecnicas hay que saber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de contenedor esta hecha de capas y cualquiera que la tenga puede extraer los archivos de cada capa: borrar el archivo en un paso posterior no lo elimina, solo lo oculta.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lo que se proyect: el historial de la imagen lista la capa que fijo la llave, y el borrado posterior aparece como UNA CAPA MAS, no como una eliminacion.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Git guarda historia: si la llave se subio en un commit y se borro en el siguiente, sigue en el repositorio y en cada clon, y un buscador automatizado la encuentra en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filtrado no se arregla borrandolo: se rota, es decir se genera uno nuevo y se invalida el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se materializa en la Clase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viven: en los secretos del repositorio y en las variables de entorno del servicio en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local, en un archivo de entorno que esta en el.gitignore Y en el.dockerignore, del que se versiona solo una copia de ejemplo con los NOMBRES de las variables y ningun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rotan automaticamente» no responde la pregunta, porque alguien tiene que responder por que la rotacion ocurra aunque la ejecucion sea automatica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proyecto es individual el responsable es el mismo estudiante como duenio del repositorio, y eso es una respuesta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que frecuencia: un numero o un evento del calendario.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un semestre lo defendible es rotar al cierre de cada corte y en la entrega final, mas una rotacion inmediata si el secreto aparece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«Periodicamente» no es una frecuencia.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esta prohibido: el Dockerfile, el README, el YAML en claro, y tambien imprimir el secreto en el registro del pipeline «para verificar que llego»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forma mas comun de filtrar una clave y se hace con buena intencion; la alternativa es verificar la longitud del valor, no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cierre, que es el criterio que mas se falla: ante una filtracion el primer paso es ROTAR la credencial, no borrar el commit.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hay que justificarlo y no solo enunciarlo: el historial ya salio del equipo y esta en cada clon, asi que limpiar el repositorio no invalida la llave; lo unico que la invalida es generar una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Limpiar el historial es el segundo paso, y sirve para que la llave vieja no quede a la vista, no para desactivarla.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 no es regla dura, es un balance entre comodidad y ventana de dano.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la caja Auth del C4 Containers de la Clase 4 y la flecha etiquetada HTTPS.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fila, tampering: un usuario ya autenticado invoca el endpoint que cambia el estado de un registro que no le pertenece.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no es autenticacion, que ya paso, sino autorizacion a nivel de objeto: antes de escribir, el servidor verifica que el registro pertenezca a quien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guarda datos personales, lo que se llama PII: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dato en reposo sin proteger: las contrasenas no se guardan, se guarda su hash con una funcion lenta a proposito, como bcrypt o Argon2, para que probar millones de combinaciones sea costoso.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cifrado en transito (TLS, protege el dato mientras viaja) de cifrado en reposo (protege el archivo si alguien obtiene una copia): el informe debe decir cual aplica donde.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amenaza se registra en TRES columnas,: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 del diagrama, y por eso no cierran 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de fondo es que un control es verificable cuando otra persona puede senalar la pieza y decir si el control esta o no esta, sin discutir: «usamos buenas practicas» no se puede senalar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pregunta previsible: «cuantas amenazas hay que poner?».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importa la especificidad, no la cantidad.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cerro con el Parcial 1 el bloque de arquitectura y esta clase abre el de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fronteras de confianza que hoy se nombran en texto se dibujan como zonas publica, privada y de datos en la Clase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correcta es nombrar el rol, el duenio del repositorio, y dejarlo en el README para que la politica siga en pie cuando el proyecto pase a dos manos.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mi sistema no tiene base de datos propia, sobre que aplico menor privilegio?» Sobre cualquier componente que reciba permisos: la llave del servicio de correo que solo puede enviar y no leer la bandeja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token de despliegue que alcanza un solo repositorio, o el permiso de administracion del repositorio que no necesita todo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repetir una letra de STRIDE?» Si, y suele pasar con la fuga de informacion: dos amenazas de la misma letra son dos amenazas distintas si el camino y el control son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duda comun es si cifrar en transito basta.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basta: HTTPS protege el dato mientras viaja, pero no impide que la API entregue ese dato a quien no debe; la autorizacion es un control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amenaza sin control viable no se borra: se documenta como riesgo aceptado, con su razon.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1. lo que NUNCA entra al repositorio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.gitignore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*.pem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credenciales*.json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2. el ejemplo SI entra, para que otro pueda arrancar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.env.example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DATABASE_URL=postgres://usuario:clave@host:5432/cloudlite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JWT_SECRET=cambiar_en_produccion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3. si un secreto ya se subio, rotarlo NO es opcional: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el historial de git lo conserva aunque se borre el archivo.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git log --all --full-history -- .env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Aplicar un modelo de amenazas simple al dominio CloudLite.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Mapear controles (authn/z, secretos, superficie de red)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