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para la tabla y la política · ExamLab para entregar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que se califica: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el que ocurre. Sin esas dos partes, la amenaza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«Fuga de información» es una categoría. «Un cliente lee el turno de otro porque «GET /turnos/17» no valida a quién pertenece»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amenaza.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que más puntos valen se abren en las siguientes dos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aplicarlo. La pregunta 2 pide las dos mitades.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leer, insertar y actualizar sus tablas de turnos.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borrar filas, cambiar la estructura, ni leer otro esquema.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qué importa: si mañana hay una inyección de SQL, el atacante hereda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permisos y no los del dueño. Hace daño, pero no borra la evidencia.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 (así se califica)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que se califica: una fila por amenaza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ejemplo; el entregable pide cinco, sobre SU dominio.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Dockerfile — el anti-patron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ENV CORREO_API_KEY="sk_live_9f3a...c21"   # &lt;- queda en la capa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rm -f /app/.env                       # &lt;- NO la borra: la tapa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history --format '{{.ID}} · {{.CreatedBy}} · {{.Size}}' cloudlite-api:0.1.0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a91d0c33 · RUN rm -f /app/.env · 12kB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b7c1e2f4 · ENV CORREO_API_KEY=sk_live_9f3a...c21 · 0B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capa de abajo sigue ahí: el «rm» de la de arriba no la elimina.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Cualquiera que tenga la imagen lee la llave con este mismo comando.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mismo con Git: el commit borrado sigue en el historial y en cada clon.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STRIDE y politica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Marcar controles en el C4 · opcional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liste en la pregunta 1 cinco amenazas de SU dominio, cada una nombrando el actor o el dato concreto que pone en riesgo y el camino por el que ocurre; use STRIDE como guia de categorias y verifique que ninguna sea una frase de manual que sirva igual para cualquier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complete en la pregunta 2 la tabla amenaza-control-donde, senalando para cada control la caja o la flecha concreta del C4 Containers o del Despliegue donde se ve; incluya el principio de menor privilegio aplicado a un componente, diciendo que deja de poder hacer.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escriba en la pregunta 3 la politica de secretos respondiendo donde viven, quien los rota, cada cuanto y que esta prohibido, y cierre con el procedimiento ante una filtracion; verifique que su politica no admita secretos en el Dockerfile, el README ni el YAML en claro.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guarde y continue. Esta actividad es una sola para las Clases 6, 7, 8 y 10 y se entrega completa al cierre del Corte 2: hoy resuelve las preguntas 1 a 3 y las 4 a 12 se resuelven en las clases siguientes.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