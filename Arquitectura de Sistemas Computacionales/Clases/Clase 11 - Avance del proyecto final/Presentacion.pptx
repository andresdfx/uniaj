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Avance del proyecto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Checkpoint diagramas v1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Integrar diagramas v1 + checklist de avance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Quiz/cierre.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Quiz corto / revisión de evidencias.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Consolidar evidencias PI en un paquete revisable.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Detectar huecos (nombres inconsistentes, servicios de más, sin seguridad).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Salir con backlog claro hacia Clase 12/15.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Paquete v1: Context + Containers + Deployment + Dockerfile + Actions + informe 60%+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GitHub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 avance (obligatorio)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☐ Dominio + capacidades  ☐ ADR modelo  ☐ C4 Context/Containers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☐ Deployment  ☐ Dockerfile/lab  ☐ Actions YAML  ☐ Seguridad  ☐ Costos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el docente revisa en vivo; no es sustentación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Errores frecuentes a corregir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Microservicios teatro · nombres distintos entre diagramas · secretos en imagen.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 sin tests · diagrama sin puertos · dominio infinito.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Diagramas 25 · Contenedores 20 · CI/CD 15 · Dominio/servicio 15 · etc.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Detalle en enunciado PI (no se repite evaluación global aquí).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Completen el checklist en el informe (sí/no + enlace evidencia).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Unifiquen nombres entre C4 y Deployment.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Empaqueten ZIP/repo: diagramas PNG, Dockerfile, YAML,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Feedback docente 1:1 corto (cola).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Backlog escrito: 5 ítems para Clase 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v1: Context + Containers + Deployment + Dockerfile + Actions + informe 60%+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Integrar diagramas v1 + checklist de avance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v1: Context + Containers + Deployment + Dockerfile + Actions + informe 60%+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