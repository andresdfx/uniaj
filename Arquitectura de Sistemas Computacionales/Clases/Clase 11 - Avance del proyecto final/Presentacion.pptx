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Avance del proyecto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Checkpoint diagramas v1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Integrar diagramas v1 + checklist de avance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Consolidar evidencias PI en un paquete revisable.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Detectar huecos (nombres inconsistentes, servicios de más, sin seguridad).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Salir con backlog claro hacia Clase 12/15.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Paquete v1: Context + Containers + Deployment + Dockerfile + Actions + informe 60%+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GitHub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 avance (obligatorio)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☐ Dominio + capacidades  ☐ ADR modelo  ☐ C4 Context/Containers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☐ Deployment  ☐ Dockerfile/lab  ☐ Actions YAML  ☐ Seguridad  ☐ Costos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el docente revisa en vivo; no es sustentación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Errores frecuentes a corregir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Microservicios teatro · nombres distintos entre diagramas · secretos en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 sin tests · diagrama sin puertos · dominio infinito.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Diagramas 25 · Contenedores 20 · CI/CD 15 · Dominio/servicio 15 · etc.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Detalle en enunciado PI (no se repite evaluación global aquí).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Auditoria del paquete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ithub_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Evidencia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C4Component».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1: completen el checklist de 10 filas del paquete v1 marcando cada evidencia como si, no o parcial y pegando la ruta o el enlace exacto de cada una, verificando que ninguna fila marcada como si quede sin ruta verificable, porque una fila sin enlace se califica como no.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2: hagan la reconciliacion de nombres llenando la tabla de 5 filas que compara como se llama cada elemento en el C4Container, en el C4Deployment, en el Dockerfile o el ci.yml y en el informe, verificando que la columna de nombre canonico sea identica en las cuatro y aplicando la correccion en el artefacto que este desalineado.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3: escriban en ExamLab el diagrama C4Component del interior de la API con 5 componentes y sus relaciones hacia la base de datos, la cola y el proveedor de identidad, verificando al renderizar que ningun componente sea un contenedor de la Clase 4 disfrazado y que el contenedor contenedor de la frontera se llame igual que en el C4Container.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4: escriban el backlog de 5 items priorizados hacia la Clase 12 con hueco detectado, accion, responsable y fecha, verificando que cada item se pueda cerrar en una semana y que al menos uno provenga del feedback del docente recibido hoy en la cola de revision.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5: empaqueten el ZIP o el repositorio con los diagramas, el Dockerfile, el ci.yml y el informe al 60 por ciento, y suban las 5 preguntas a ExamLab (modulo Talleres) antes del domingo 23:59, verificando que el paquete se pueda abrir en otra maquina y que el informe enlace cada evidencia por su ruta dentro del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v1: Context + Containers + Deployment + Dockerfile + Actions + informe 60%+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Integrar diagramas v1 + checklist de avance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v1: Context + Containers + Deployment + Dockerfile + Actions + informe 60%+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