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Pruebas de rendimiento · Preparación de presentación final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Métricas objetivo + ensayo de pitch 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Escenario de rendimiento + ensayo 5–8 min de sustentación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trabajo de equipo).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Definir métricas/objetivos de rendimiento realistas para CloudLite.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Diseñar un escenario de prueba (aunque sea cualitativo/simulado).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Ensayar el pitch de sustentación (prep PI; Parcial 3 es otro día).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Sección Rendimiento + guion de pitch + paquete casi-final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· draw.io · (opcional) lab contenedor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Equipos 2–3 · todos deben poder explicar el artefacto.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Rendimiento sin stress-tool de pago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Definan: RPS/usuarios concurrentes objetivo · p95 latencia · error rate.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Escenario: pico de matrícula / hora pico de citas — narren carga.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Bottlenecks probables: DB, auth, I/O de objetos.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Preparación de presentación (5–8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1 min problema · 2 min arquitectura · 1 min contenedor · 1 min CI · 1 min seguridad/costos · Q&amp;A.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Demo: diagrama + captura lab/Actions (no improvisar login cloud).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Todos los integrantes hablan.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Paquete de entrega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Informe + diagramas + Dockerfile + YAML + capturas.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Fecha/canal: Campus Virtual (coordinación del periodo).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«Que sea rapido» no es un requisito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Enunciado vago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«La app tiene que ser rapida»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«Aguanta harta gente»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«Si se pone lenta, le subimos recursos»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No hay con que comparar despues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Enunciado medible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p95 &lt; 300 ms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el endpoint de reserva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Escenario: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150 RPS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en el pico de inicio de semestre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Bottleneck sospechado: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consulta a la BD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puede verificar: pasa o no pasa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Escriban escenario de carga + 3 métricas objetivo + bottleneck esperado.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Ensayen pitch 5–8 min (cronómetro); feedback entre equipos.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Cierren backlog de Clase 11.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Dejen paquete casi-final en Drive/repo.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Entrega de avance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Sección Rendimiento + guion de pitch + paquete casi-final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12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Escenario de rendimiento + ensayo 5–8 min de sustentación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Sección Rendimiento + guion de pitch + paquete casi-final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