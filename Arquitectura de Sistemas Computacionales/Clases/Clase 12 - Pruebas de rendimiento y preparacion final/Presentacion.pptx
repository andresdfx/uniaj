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Pruebas de rendimiento · Preparación de presentación final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Métricas objetivo + ensayo de pitch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Escenario de rendimiento + ensayo 5–8 min de sustentación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trabajo de equipo).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Definir métricas/objetivos de rendimiento realistas para CloudLite.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Diseñar un escenario de prueba (aunque sea cualitativo/simulado).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Ensayar el pitch de sustentación (prep PI; Parcial 3 es otro día).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Sección Rendimiento + guion de pitch + paquete casi-final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· draw.io · (opcional) lab contenedor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Equipos 2–3 · todos deben poder explicar el artefacto.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Rendimiento sin stress-tool de pago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Definan: RPS/usuarios concurrentes objetivo · p95 latencia · error rate.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Escenario: pico de matrícula / hora pico de citas — narren carga.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Bottlenecks probables: DB, auth, I/O de objetos.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Preparación de presentación (5–8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1 min problema · 2 min arquitectura · 1 min contenedor · 1 min CI · 1 min seguridad/costos · Q&amp;A.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Demo: diagrama + captura lab/Actions (no improvisar login cloud).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Todos los integrantes hablan.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Paquete de entrega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Informe + diagramas + Dockerfile + YAML + capturas.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Fecha/canal: coordinación del periodo.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«Que sea rapido» no es un requisito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Enunciado vago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«La app tiene que ser rapida»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«Aguanta harta gente»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«Si se pone lenta, le subimos recursos»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No hay con que comparar despues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Enunciado medible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p95 &lt; 300 ms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el endpoint de reserva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Escenario: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150 RPS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el pico de inicio de semestre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Bottleneck sospechado: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consulta a la BD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puede verificar: pasa o no pasa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describan el escenario de carga del pico real de su dominio con los 6 datos obligatorios (evento del pico, usuarios concurrentes, peticiones por segundo, mezcla de operaciones en porcentajes que sumen 100, duracion de la ventana y volumen de datos de partida), verificando que la mezcla sume exactamente 100 por ciento y que el pico corresponda a una fecha real del calendario de su dominio.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definan las 3 metricas objetivo en una tabla de 4 columnas con numero, ventana de medicion, forma de medirla y consecuencia de incumplirla, verificando que cada objetivo tenga un numero y una ventana (por ejemplo p95 por debajo de 800 ms en 5 minutos) y que ninguna diga rapido o aceptable sin cifra.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escriban en ExamLab el sequenceDiagram del camino critico con el presupuesto de latencia repartido por salto, verificando que la suma de los tramos sea menor o igual al objetivo de p95 y que la nota final muestre el margen restante en milisegundos.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ensayen el pitch de 5 a 8 minutos con cronometro y llenen la tabla de guion de 6 filas con minuto, seccion, quien habla, mensaje clave y evidencia en pantalla, verificando que la suma de los minutos quede entre 5 y 8, que los 3 integrantes hablen y que cada seccion tenga una evidencia concreta que se pueda mostrar.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5: cierren los 5 items del backlog de la Clase 11 dejando registro de los residuales, dejen el paquete casi final ordenado en el repositorio o el Drive y suban las 6 preguntas a ExamLab (modulo Talleres) antes del domingo 23:59, verificando que el cuello de botella declarado en el analisis sea el mismo que muestra el diagrama de secuencia.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Sección Rendimiento + guion de pitch + paquete casi-final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(https://examlab.lovable.app/)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12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Escenario de rendimiento + ensayo 5–8 min de sustentación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Sección Rendimiento + guion de pitch + paquete casi-final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