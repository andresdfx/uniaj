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coordinación del periodo.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describan el escenario de carga del pico real de su dominio con los 6 datos obligatorios (evento del pico, usuarios concurrentes, peticiones por segundo, mezcla de operaciones en porcentajes que sumen 100, duracion de la ventana y volumen de datos de partida), verificando que la mezcla sume exactamente 100 por ciento y que el pico corresponda a una fecha real del calendario de su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definan las 3 metricas objetivo en una tabla de 4 columnas con numero, ventana de medicion, forma de medirla y consecuencia de incumplirla, verificando que cada objetivo tenga un numero y una ventana (por ejemplo p95 por debajo de 800 ms en 5 minutos) y que ninguna diga rapido o aceptable sin cifra.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sequenceDiagram del camino critico con el presupuesto de latencia repartido por salto, verificando que la suma de los tramos sea menor o igual al objetivo de p95 y que la nota final muestre el margen restante en milisegundos.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ensayen el pitch de 5 a 8 minutos con cronometro y llenen la tabla de guion de 6 filas con minuto, seccion, quien habla, mensaje clave y evidencia en pantalla, verificando que la suma de los minutos quede entre 5 y 8, que ninguna seccion pase de 2:00 (y, si el docente autorizo equipo, que todos los integrantes hablen) y que cada seccion tenga una evidencia concreta que se pueda mostrar.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cierren los 5 items del backlog de la Clase 11 dejando registro de los residuales, dejen el paquete casi final ordenado en el repositorio o el Drive y suban las 6 preguntas a ExamLab (modulo Talleres) antes del domingo 23:59, verificando que el cuello de botella declarado en el analisis sea el mismo que muestra el diagrama de secuencia.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