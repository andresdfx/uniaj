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los integrantes hablan.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Campus Virtual (coordinación del periodo).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 escenario de carga + 3 métricas objetivo + bottleneck esperado.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Ensayen pitch 5–8 min (cronómetro); feedback entre equipos.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Cierren backlog de Clase 11.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Dejen paquete casi-final en Drive/repo.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de avance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