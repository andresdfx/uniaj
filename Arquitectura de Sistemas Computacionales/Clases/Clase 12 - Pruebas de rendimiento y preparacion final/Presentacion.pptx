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latencia, o tiempo de respuesta, es cuanto tarda UNA peticion desde que sale del cliente hasta que llega la respuesta completa; se mide en milisegundos y es lo que siente el usuario.</a:t>
            </a:r>
          </a:p>
          <a:p/>
          <a:p>
            <a:r>
              <a:t>El throughput, o caudal, es cuantas peticiones atiende el sistema por unidad de tiempo; se mide en peticiones por segundo, abreviado RPS, y es lo que importa para la capacidad.</a:t>
            </a:r>
          </a:p>
          <a:p/>
          <a:p>
            <a:r>
              <a:t>No se mueven juntas: un sistema puede atender 500 RPS con latencia terrible porque todo espera en cola, y otro puede tener latencia excelente con 3 RPS porque nadie lo usa.</a:t>
            </a:r>
          </a:p>
          <a:p/>
          <a:p>
            <a:r>
              <a:t>Si CloudLite atiende 5 RPS con 300 milisegundos, hay en promedio 1.5 peticiones simultaneas dentro del sistema, y ese numero decide cuantos hilos, cuantas conexiones a base de datos y cuantas instancias se necesitan.</a:t>
            </a:r>
          </a:p>
          <a:p/>
          <a:p>
            <a:r>
              <a:t>La identidad que las une se llama ley de Little: concurrencia = throughput × latencia.</a:t>
            </a:r>
          </a:p>
          <a:p/>
          <a:p>
            <a:r>
              <a:t>Con 5 RPS y 0.3 segundos, 5 × 0.3 = 1.5 peticiones dentro del sistema en promedio.</a:t>
            </a:r>
          </a:p>
          <a:p/>
          <a:p>
            <a:r>
              <a:t>Si la latencia sube a 3 segundos con el mismo trafico, la concurrencia sube a 15, y el pool de conexiones que antes alcanzaba deja de alcanzar.</a:t>
            </a:r>
          </a:p>
          <a:p/>
          <a:p>
            <a:r>
              <a:t>NOTAS:</a:t>
            </a:r>
          </a:p>
          <a:p/>
          <a:p>
            <a:r>
              <a:t>Hay dos magnitudes que se confunden todo el tiempo.</a:t>
            </a:r>
          </a:p>
          <a:p/>
          <a:p>
            <a:r>
              <a:t>(No se proyecta) Rendimiento es la unica parte del curso donde el estudiante puede pasar de opinar a medir, y por eso conviene empezar por el vocabulario exacto.</a:t>
            </a:r>
          </a:p>
          <a:p/>
          <a:p>
            <a:r>
              <a:t>(No se proyecta) 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corazon del tema es entender por que el promedio miente y el percentil no.</a:t>
            </a:r>
          </a:p>
          <a:p/>
          <a:p>
            <a:r>
              <a:t>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/>
          <a:p>
            <a:r>
              <a:t>El ejemplo numerico es obligatorio porque convence de inmediato.</a:t>
            </a:r>
          </a:p>
          <a:p/>
          <a:p>
            <a:r>
              <a:t>Suponga 100 peticiones a CloudLite: 95 responden en 120 milisegundos y 5 responden en 4000 porque cayeron en una consulta sin indice.</a:t>
            </a:r>
          </a:p>
          <a:p/>
          <a:p>
            <a:r>
              <a:t>El promedio es 314 milisegundos, una cifra que suena aceptable y que no le paso a nadie: ninguna peticion real tardo 314 milisegundos.</a:t>
            </a:r>
          </a:p>
          <a:p/>
          <a:p>
            <a:r>
              <a:t>El p50, o mediana, es 120; el p99 es 4000.</a:t>
            </a:r>
          </a:p>
          <a:p/>
          <a:p>
            <a:r>
              <a:t>Reportar el promedio esconde a cinco usuarios de cada cien esperando cuatro segundos; reportar p95 y p99 los hace visibles.</a:t>
            </a:r>
          </a:p>
          <a:p/>
          <a:p>
            <a:r>
              <a:t>Un objetivo sin condicion de carga no significa nada: cualquier sistema es rapido sin usuarios.</a:t>
            </a:r>
          </a:p>
          <a:p/>
          <a:p>
            <a:r>
              <a:t>NOTAS:</a:t>
            </a:r>
          </a:p>
          <a:p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Por debajo de unos 100 milisegundos la respuesta se percibe instantanea; hasta cerca de 1 segundo el usuario mantiene el hilo aunque note la demora; pasados unos 10 segundos pierde la atencion y cambia de tarea o recarga.</a:t>
            </a:r>
          </a:p>
          <a:p/>
          <a:p>
            <a:r>
              <a:t>Ninguna es regla dura: un reporte pesado puede tener un objetivo legitimo de 3 segundos y un autocompletado necesita estar bajo 100.</a:t>
            </a:r>
          </a:p>
          <a:p/>
          <a:p>
            <a:r>
              <a:t>Junto al tiempo va siempre la tasa de error, el porcentaje de peticiones que fallan, porque un sistema que responde rapido devolviendo errores no cumple.</a:t>
            </a:r>
          </a:p>
          <a:p/>
          <a:p>
            <a:r>
              <a:t>Aqui aparecen tres siglas: el SLI es el indicador que se mide, el SLO es el objetivo interno que el equipo se compromete a cumplir y el SLA es el compromiso contractual con penalidad.</a:t>
            </a:r>
          </a:p>
          <a:p/>
          <a:p>
            <a:r>
              <a:t>NOTAS: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  <a:p/>
          <a:p>
            <a:r>
              <a:t>(No se proyecta) Los umbrales que el docente debe poder citar son convenciones de percepcion humana bien establecidas, no leyes fisicas.</a:t>
            </a:r>
          </a:p>
          <a:p/>
          <a:p>
            <a:r>
              <a:t>(No se proyecta) Un SLO de 99.9 por ciento de disponibilidad, los "tres nueves", admite unos 43 minutos de caida al mes; el 99.99 baja a poco mas de 4 minutos, y esa diferencia de un decimal suele multiplicar el costo de la arquitectura, lo que amarra con la tabla de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1000 usuarios activos al dia, cada uno con unas 20 peticiones en su sesion: son 20000 peticiones diarias.</a:t>
            </a:r>
          </a:p>
          <a:p/>
          <a:p>
            <a:r>
              <a:t>Si un 40 por ciento cae en una ventana de dos horas, eso es 8000 peticiones en 7200 segundos, algo mas de 1 RPS promedio en la hora pico.</a:t>
            </a:r>
          </a:p>
          <a:p/>
          <a:p>
            <a:r>
              <a:t>Como el trafico real llega en rafagas, se aplica un factor de pico de 3 a 5 veces y se dimensiona para unos 5 RPS.</a:t>
            </a:r>
          </a:p>
          <a:p/>
          <a:p>
            <a:r>
              <a:t>Ese numero es el que debe aparecer en el informe, y es un orden de magnitud tres mil veces menor que los "10000 RPS" que algun estudiante escribira por sonar ambicioso.</a:t>
            </a:r>
          </a:p>
          <a:p/>
          <a:p>
            <a:r>
              <a:t>(No se proyecta) El segundo componente es el escenario de carga, y el estudiante casi siempre lo inventa exagerado.</a:t>
            </a:r>
          </a:p>
          <a:p/>
          <a:p>
            <a:r>
              <a:t>(No se proyecta) La forma correcta de estimarlo es aritmetica de servilleta y el docente debe hacerla en vivo con CloudLite.</a:t>
            </a:r>
          </a:p>
          <a:p/>
          <a:p>
            <a:r>
              <a:t>(No se proyecta)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tercer componente es el bottleneck, o cuello de botella: el componente que se agota primero y limita el rendimiento de todo el sistema.</a:t>
            </a:r>
          </a:p>
          <a:p/>
          <a:p>
            <a:r>
              <a:t>En CloudLite los candidatos son pocos y reconocibles.</a:t>
            </a:r>
          </a:p>
          <a:p/>
          <a:p>
            <a:r>
              <a:t>El primero es el problema N mas 1 en el endpoint de listado: la API pide la lista con una consulta y luego, dentro del ciclo, hace una consulta adicional por cada registro para traer un dato relacionado</a:t>
            </a:r>
          </a:p>
          <a:p/>
          <a:p>
            <a:r>
              <a:t>Con 50 registros son 51 viajes a la base de datos y el tiempo se va en latencia de red acumulada, no en CPU.</a:t>
            </a:r>
          </a:p>
          <a:p/>
          <a:p>
            <a:r>
              <a:t>El segundo es el pool de conexiones: si el pool tiene 10 conexiones y llegan 40 peticiones concurrentes, 30 esperan turno y la latencia se dispara aunque la CPU de la API y la de la base de datos esten al 20 por ciento.</a:t>
            </a:r>
          </a:p>
          <a:p/>
          <a:p>
            <a:r>
              <a:t>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  <a:p/>
          <a:p>
            <a:r>
              <a:t>(No se proyecta) La afirmacion fuerte, que conviene decir tal cual, es que en cualquier instante hay exactamente un cuello de botella; "todo esta lento" nunca es un diagnostico, es la ausencia de uno.</a:t>
            </a:r>
          </a:p>
          <a:p/>
          <a:p>
            <a:r>
              <a:t>(No se proyecta) Se localiza con las senales doradas de la Clase 8, en particular la saturacion, mirando cual recurso esta cerca de su limite mientras los demas estan holgados.</a:t>
            </a:r>
          </a:p>
          <a:p/>
          <a:p>
            <a:r>
              <a:t>(No se proyecta) 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prueba de estres sube la carga de forma progresiva hasta que el sistema se degrada o se rompe</a:t>
            </a:r>
          </a:p>
          <a:p/>
          <a:p>
            <a:r>
              <a:t>Y responde cual es la capacidad maxima y como se comporta al fallar; el dato interesante no es el punto de quiebre sino la forma de la falla, porque degradarse respondiendo lento es aceptable y caerse por completo no.</a:t>
            </a:r>
          </a:p>
          <a:p/>
          <a:p>
            <a:r>
              <a:t>La prueba de resistencia, o soak, mantiene carga moderada durante horas y responde si hay fugas de memoria o conexiones que no se liberan; con menos de una hora no se detecta nada y de 2 a 4 horas es lo tipico.</a:t>
            </a:r>
          </a:p>
          <a:p/>
          <a:p>
            <a:r>
              <a:t>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  <a:p/>
          <a:p>
            <a:r>
              <a:t>NOTAS:</a:t>
            </a:r>
          </a:p>
          <a:p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  <a:p/>
          <a:p>
            <a:r>
              <a:t>(No se proyecta) La prueba de picos, o spike test, aplica una subida subita y grande simulando una promocion o una noticia viral,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Definan: RPS/usuarios concurrentes objetivo · p95 latencia · error rate.</a:t>
            </a:r>
          </a:p>
          <a:p/>
          <a:p>
            <a:r>
              <a:t>Escenario: pico de matrícula / hora pico de citas — narren carga.</a:t>
            </a:r>
          </a:p>
          <a:p/>
          <a:p>
            <a:r>
              <a:t>Bottlenecks probables: DB, auth, I/O de objetos.</a:t>
            </a:r>
          </a:p>
          <a:p/>
          <a:p>
            <a:r>
              <a:t>p95 = el 95 % de las peticiones responde en ese tiempo o menos; el 5 % restante tarda más.</a:t>
            </a:r>
          </a:p>
          <a:p/>
          <a:p>
            <a:r>
              <a:t>Ejemplo: 150 RPS en la hora pico de reservas · p95 &lt; 300 ms · errores &lt; 1 %.</a:t>
            </a:r>
          </a:p>
          <a:p/>
          <a:p>
            <a:r>
              <a:t>Error común: medir con un solo usuario; el sistema se ve rápido hasta que llega la concurrencia.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Cinco a ocho minutos son entre 700 y 1000 palabras habladas, lo que alcanza para siete u ocho ideas y no mas, asi que el guion se escribe por presupuesto de tiempo: unos 45 segundos para el problema y el usuario</a:t>
            </a:r>
          </a:p>
          <a:p/>
          <a:p>
            <a:r>
              <a:t>60 para el diagrama de Contexto, 90 para los Contenedores y las decisiones que los separan, 60 para seguridad y despliegue, 45 para el pipeline y las metricas, 45 para costos y escalabilidad, y 30 de cierre.</a:t>
            </a:r>
          </a:p>
          <a:p/>
          <a:p>
            <a:r>
              <a:t>La regla de oro del pitch de arquitectura es que se presentan decisiones con su trade-off, no un recorrido por las cajas del diagrama: "elegimos base de datos gestionada aunque cuesta el doble</a:t>
            </a:r>
          </a:p>
          <a:p/>
          <a:p>
            <a:r>
              <a:t>Porque no podemos garantizar respaldos manuales" es una frase de arquitecto; "aqui tenemos una base de datos" es una leyenda de imagen.</a:t>
            </a:r>
          </a:p>
          <a:p/>
          <a:p>
            <a:r>
              <a:t>PREGUNTAS FRECUENTES Y CIERRE CONCEPTUAL ()</a:t>
            </a:r>
          </a:p>
          <a:p/>
          <a:p>
            <a:r>
              <a:t>La segunda es si no basta con decir que se usara cache; la respuesta es que una mitigacion sin medicion es una creencia</a:t>
            </a:r>
          </a:p>
          <a:p/>
          <a:p>
            <a:r>
              <a:t>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  <a:p/>
          <a:p>
            <a:r>
              <a:t>La tercera es cual es un buen p95, y la respuesta debe resistir la tentacion de dar una cifra universal: depende del caso de uso</a:t>
            </a:r>
          </a:p>
          <a:p/>
          <a:p>
            <a:r>
              <a:t>Y el criterio es que el numero este justificado y sea alcanzable con la arquitectura dibujada</a:t>
            </a:r>
          </a:p>
          <a:p/>
          <a:p>
            <a:r>
              <a:t>Quien promete p95 de 50 milisegundos con una consulta que recorre toda la tabla tiene un objetivo incoherente, y eso es un hallazgo mas grave que tener un objetivo modesto.</a:t>
            </a:r>
          </a:p>
          <a:p/>
          <a:p>
            <a:r>
              <a:t>Tres preguntas llegan siempre.</a:t>
            </a:r>
          </a:p>
          <a:p/>
          <a:p>
            <a:r>
              <a:t>(No se proyecta) La segunda mitad de la clase es el ensayo del pitch y tiene su propia teoria.</a:t>
            </a:r>
          </a:p>
          <a:p/>
          <a:p>
            <a:r>
              <a:t>(No se proyecta) Se ensaya hoy con cronometro y en voz alta, porque leer mentalmente siempre da la mitad del tiempo real,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  <a:p/>
          <a:p>
            <a:r>
              <a:t>(No se proyecta) 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 min problema · 2 min arquitectura · 1 min contenedor · 1 min CI · 1 min seguridad/costos · Q&amp;A.</a:t>
            </a:r>
          </a:p>
          <a:p/>
          <a:p>
            <a:r>
              <a:t>Demo: diagrama + captura lab/Actions (no improvisar login cloud).</a:t>
            </a:r>
          </a:p>
          <a:p/>
          <a:p>
            <a:r>
              <a:t>Sustentas tú los 5 bloques; si hay equipo autorizado, hablan todos.</a:t>
            </a:r>
          </a:p>
          <a:p/>
          <a:p>
            <a:r>
              <a:t>Una idea por diapositiva: el diagrama en pantalla y la decisión explicada por quien presenta.</a:t>
            </a:r>
          </a:p>
          <a:p/>
          <a:p>
            <a:r>
              <a:t>Cerrar con el punto débil declarado: lo que no escala o lo que no se midió.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tencia-throughpu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atencia-throughpu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atencia-throughpu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latencia-throughput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medio-percenti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omedio-percenti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omedio-percenti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02831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4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4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mide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            |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|----------------------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--|----------|---------------------------|------------------------------|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percentil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revisar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tasa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errores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5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xx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% 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conteo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minuto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abrir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 | &lt;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%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proveedor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escalar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CDCAA"/>
                </a:solidFill>
                <a:latin typeface="Consolas"/>
              </a:rPr>
              <a:t>horizontal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)|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PROMEDIO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sirve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respuestas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60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usuario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brales-percep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brales-percep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brales-percep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cerca de 1 segundo el usuario mantiene el hilo aunque note la demora.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itmetica-serville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itmetica-serville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itmetica-serville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ello-botel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ello-botel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ello-botel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cuello de botella es el componente que se agota primero y limita a todo el sistema; siempre hay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N+1: el listado hace una consulta por registro; con 50 registros son 51 viajes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Pool de conexiones: con 10 conexiones y 40 peticiones, 30 esperan aunque la CPU esté al 20 %.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Proveedor externo en la ruta: se saca a una cola, no se le da más CPU.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Navegador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Edge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proxy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interno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Token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Escritura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Created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Suma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margen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laten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ipos-prueb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Carga: aplica lo esperado y responde si se cumple el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Estrés: sube hasta que el sistema se degrada; responde cuál es el máximo y cómo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Pico: una subida súbita; responde si el sistema reacciona a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Resistencia (soak): carga moderada durante horas; responde si hay fugas.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etas-rend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presupues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presupues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700 a 1000 palabras: siete u ocho ideas, no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guion se escribe por presupuesto de tiempo, bloque por bloque.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presentan decisiones con su trade-off, no un recorrido por las cajas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en voz alta y con cronómetro: leer en silencio da la mitad del tiempo real.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itch-minu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explicada por quien presenta.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