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dos magnitudes que se confunden todo el tiempo.</a:t>
            </a:r>
          </a:p>
          <a:p/>
          <a:p>
            <a:r>
              <a:t>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umbrales que el docente debe poder citar son convenciones de percepcion humana bien establecidas, no leyes fisicas.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forma correcta de estimarlo es aritmetica de servilleta y el docente debe hacerla en vivo con CloudLite.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llegan siempre.</a:t>
            </a:r>
          </a:p>
          <a:p/>
          <a:p>
            <a:r>
              <a:t>Conviene cerrar recordando que el bottleneck identificado hoy es insumo obligatorio de la Clase 13: no se puede escribir una politica de autoescalado sensata sin saber que recurso se agota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 el 5 % restante tarda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150 RPS en la hora pico de reservas · p95 &lt; 300 ms · errores &lt; 1 %.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medir con un solo usuario; el sistema se ve rápido hasta que llega la concurrencia.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dicha en voz 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con el punto débil declarado: lo que no escala o lo que no se midió.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es la unica parte del curso donde el estudiante puede pasar de opinar a medir, y por eso conviene empezar por el vocabulario exacto.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 se mide en milisegundos y es lo que siente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 se mide en peticiones por segundo, abreviado RPS, y es lo que importa para la capacidad.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mueven juntas: un sistema puede atender 500 RPS con latencia terrible porque todo espera en cola, y otro puede tener latencia excelente con 3 RPS porque nadie lo 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CloudLite atiende 5 RPS con 300 milisegundos, hay en promedio 1.5 peticiones simultaneas dentro del sistema, y ese numero decide cuantos hilos, cuantas conexiones a base de datos y cuantas instancias se necesitan.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identidad que las une se llama ley de Little: concurrencia = throughput × latencia.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 RPS y 0.3 segundos, 5 × 0.3 = 1.5 peticiones dentro del sistema en promedio.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latencia sube a 3 segundos con el mismo trafico, la concurrencia sube a 15, y el pool de conexiones que antes alcanzaba deja de alcanzar.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corazon del tema es entender por que el promedio miente y el percentil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numerico es obligatorio porque convence de inmediato.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CloudLite: 95 responden en 120 milisegundos y 5 responden en 4000 porque cayeron en una consulta sin indice.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objetivo sin condicion de carga no significa nada: cualquier sistema es rapido sin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instantanea; hasta cerca de 1 segundo el usuario mantiene el hilo aunque note la demora;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Junto al tiempo va siempre la tasa de error, el porcentaje de peticiones que fallan, porque un sistema que responde rapido devolviendo errores no cumple.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aparecen tres siglas: el SLI es el indicador que se mide, el SLO es el objetivo interno que el equipo se compromete a cumplir y el SLA es el compromiso contractual con penalidad.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SLO de 99.9 por ciento de disponibilidad, los "tres nueves", admite unos 43 minutos de caida al mes; el 99.99 baja a poco mas de 4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diferencia de un decimal suele multiplicar el costo de la arquitectura, lo que amarra con la tabla de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componente es el escenario de carga, y el estudiante casi siempre lo inventa exagerado.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que debe aparecer en el informe, y es un orden de magnitud tres mil veces menor que los "10000 RPS" que algun estudiante escribira por sonar ambicioso.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componente es el bottleneck, o cuello de botella: el componente que se agota primero y limita el rendimiento de todo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afirmacion fuerte, que conviene decir tal cual, es que en cualquier instante hay exactamente un cuello de botella; "todo esta lento" nunca es un diagnostico, es la ausencia de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localiza con las senales doradas de la Clase 8, en particular la saturacion, mirando cual recurso esta cerca de su limite mientras los demas estan holgados.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los candidatos son pocos y reconocibles.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problema N mas 1 en el endpoint de listado: la API pide la lista con una consulta y luego, dentro del ciclo, hace una consulta adicional por cada registro para traer un dato relacionado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50 registros son 51 viajes a la base de datos y el tiempo se va en latencia de red acumulada, no en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pool de conexiones: si el pool tiene 10 conexiones y llegan 40 peticiones concurrentes, 30 esperan turno y la latencia se dispara aunque la CPU de la API y la de la base de datos esten al 20 por ciento.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tercero, si CloudLite envia notificaciones de forma sincronica dentro de la peticion, es el proveedor externo: el usuario espera a que un tercero responda, y la mitigacion no es mas CPU sino sacar el envio de la ruta critica hacia una cola.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estres sube la carga de forma progresiva hasta que el sistema se degrada o se rompe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cual es la capacidad maxima y como se comporta al fallar; el dato interesante no es el punto de quiebre sino la forma de la falla, porque degradarse respondiendo lento es aceptable y caerse por completo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picos, o spike test, aplica una subida subita y grande simulando una promocion o una noticia viral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resistencia, o soak, mantiene carga moderada durante horas y responde si hay fugas de memoria o conexiones que no se liberan; con menos de una hora no se detecta nada y de 2 a 4 horas es lo tipico.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el ensayo del pitch y tiene su propia teoria.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entre 700 y 1000 palabras habladas, lo que alcanza para siete u ocho ideas y no mas, asi que el guion se escribe por presupuesto de tiempo: unos 45 segundos para el problema y el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60 para el diagrama de Contexto, 90 para los Contenedores y las decisiones que los separan, 60 para seguridad y despliegue, 45 para el pipeline y las metricas, 45 para costos y escalabilidad, y 30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pitch de arquitectura es que se presentan decisiones con su trade-off, no un recorrido por las cajas del diagrama: "elegimos base de datos gestionada aunque cuesta el doble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no podemos garantizar respaldos manuales" es una frase de arquitecto; "aqui tenemos una base de datos" es una leyenda de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hoy con cronometro y en voz alta, porque leer mentalmente siempre da la mitad del tiempo real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como se prueba rendimiento sin usuarios reales; la respuesta es que la carga se simula y que lo valioso no es el numero obtenido sino el modelo: si el estudiante puede decir cuantos usuarios, cuantas peticiones por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factor de pico y que componente cree que cede primero, ya esta haciendo ingenieria de rendimiento aunque el sistema sea un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basta con decir que se usara cache; la respuesta es que una mitigacion sin medicion es una creencia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cual es un buen p95, y la respuesta debe resistir la tentacion de dar una cifra universal: depende del caso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criterio es que el numero este justificado y sea alcanzable con la arquitectura dibujada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promete p95 de 50 milisegundos con una consulta que recorre toda la tabla tiene un objetivo incoherente, y eso es un hallazgo mas grave que tener un objetivo modesto.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aceptar "queremos que la app sea rapida" como objetivo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metrica en percentil, sin umbral, sin condicion de carga y sin cuello de botella sospechado, la seccion de rendimiento del informe se convierte en adjetivos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consecuencia es inmediata aguas abajo: en la Clase 13 el estudiante no tiene nada sobre lo que basar el trigger del autoescalado y escribe "cuando la CPU suba"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sustentacion de la Clase 15 no puede responder por que su diseno soporta la carga que dice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que el ensayo del pitch se convierta en un recorrido narrado del diagrama, leido en voz alta y sin una sola justificacion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Y, en los equipos que el docente haya autorizado, permitir que un solo integrante hable mientras el resto observa.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no se corrige hoy, en la Clase 15 la sustentacion llega como un guion memorizado que el Q&amp;A dirigido desarma en dos preguntas, y la nota cae por una razon que era corregible con quince minutos de ensayo bien dirigido.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U as Usuario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W as Web SPA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A as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D as PostgreSQL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U-&gt;&gt;W: accion del pico (&lt;su caso&gt;)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W-&gt;&gt;A: POST /recurso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A-&gt;&gt;A: validar + autorizar    %% 10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A-&gt;&gt;D: SELECT + INSERT        %% 60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D--&gt;&gt;A: filas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A--&gt;&gt;W: 201 Created 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W--&gt;&gt;U: confirmacion          %% render: 50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Note over U,D: presupuesto total 200 ms · medido p95, no 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Cada metrica necesita las cuatro columnas, o no es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metrica | objetivo | como se mide | que se hace si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p95 de POST /recurso   | &lt; 200 ms | percentil del log de la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revisar el indice de la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tasa de error 5xx      | &lt; 1%     | conteo por minuto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abrir el log del paso que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uso de CPU de la API   | &lt; 70%    | metrica del proveedor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escalar horizontal (Clase 13)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PROMEDIO no sirve: con 99 respuestas de 10 ms y una de 5 s el 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da 60 ms y el usuario que espero 5 s existe. Por eso p95.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CloudLite.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