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Hay dos magnitudes que se confunden todo el tiempo.</a:t>
            </a:r>
          </a:p>
          <a:p/>
          <a:p>
            <a:r>
              <a:t>La tercera magnitud es la concurrencia, cuantas peticiones estan en vuelo al mismo tiempo, y las tres se relacionan por una identidad que el docente puede escribir en el tablero: concurrencia igual a RPS por latencia.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eso la industria escribe sus objetivos en percentiles, y por eso el entregable de hoy exige un objetivo con la forma "p95 del endpoint de listado menor a 300 milisegundos con 5 RPS", que tiene metrica, umbral y condicion de carga.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umbrales que el docente debe poder citar son convenciones de percepcion humana bien establecidas, no leyes fisicas.</a:t>
            </a:r>
          </a:p>
          <a:p/>
          <a:p>
            <a:r>
              <a:t>De ahi sale la convencion practica para una API interna, que ubica el objetivo de p95 entre 200 y 300 milisegundos dejando presupuesto para que el navegador y la red agreguen lo suyo; para carga de pagina completa la referencia publica de Core Web Vitals considera bueno un renderizado del contenido principal por debajo de 2.5 segundos.</a:t>
            </a:r>
          </a:p>
          <a:p/>
          <a:p>
            <a:r>
              <a:t>Lo que si es regla es que el numero se escribe antes de medir y se justifica con el caso de uso, no se ajusta despues para que la medicion salga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forma correcta de estimarlo es aritmetica de servilleta y el docente debe hacerla en vivo con CloudLite.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Esos tres cubren la mayoria de los casos que los estudiantes van a sospechar.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tipos de prueba se distinguen por la pregunta que responden.</a:t>
            </a:r>
          </a:p>
          <a:p/>
          <a:p>
            <a:r>
              <a:t>La prueba de carga o baseline aplica la carga esperada y responde si el sistema cumple el SLO en condiciones normales.</a:t>
            </a:r>
          </a:p>
          <a:p/>
          <a:p>
            <a:r>
              <a:t>Un escenario bien razonado sin ejecucion vale mas que una ejecucion sin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Hay que decir explicitamente que este ensayo no es la sustentacion, que es la Clase 15, ni el Parcial 3 de la Clase 14, que es evaluacion escrita: son tres cosas distintas y mezclarlas confunde al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preguntas llegan siempre.</a:t>
            </a:r>
          </a:p>
          <a:p/>
          <a:p>
            <a:r>
              <a:t>Conviene cerrar recordando que el bottleneck identificado hoy es insumo obligatorio de la Clase 13: no se puede escribir una politica de autoescalado sensata sin saber que recurso se agota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Pruebas de rendimiento · Preparación de presentación final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Métricas objetivo + ensayo de pitch 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Conceptos del tema, ejemplos resueltos sobre CloudLite y cierre conceptual.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de hoy (120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0–10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Encuadre del tema y objetivos de la clase.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10–70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Conceptos del tema, uno por lámina, con ejemplos sobre CloudLite.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70–100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Ejemplos resueltos y demo del docente sobre el tema.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100–115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Práctica (opcional, guía en la carpeta de la clase).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115–120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Preguntas y cierre conceptual.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Definir métricas/objetivos de rendimiento realistas para CloudLite.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Diseñar un escenario de prueba (aunque sea cualitativo/simulado).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Ensayar el pitch de sustentación (prep PI; Parcial 3 es otro día).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Rendimiento sin stress-tool de pago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Definan: RPS/usuarios concurrentes objetivo · p95 latencia · error rate.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Escenario: pico de matrícula / hora pico de citas — narren carga.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Bottlenecks probables: DB, auth, I/O de objetos.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Preparación de presentación (5–8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1 min problema · 2 min arquitectura · 1 min contenedor · 1 min CI · 1 min seguridad/costos · Q&amp;A.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Demo: diagrama + captura lab/Actions (no improvisar login cloud).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Sustentas tú los 5 bloques; si hay equipo autorizado, hablan todos.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Latencia, throughput y concurrencia: la identidad que las une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Rendimiento es la unica parte del curso donde el estudiante puede pasar de opinar a medir, y por eso conviene empezar por el vocabulario exacto.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latencia, o tiempo de respuesta, es cuanto tarda UNA peticion desde que sale del cliente hasta que llega la respuesta completa; se mide en milisegundos y es lo que siente el usuario.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throughput, o caudal, es cuantas peticiones atiende el sistema por unidad de tiempo; se mide en peticiones por segundo, abreviado RPS, y es lo que importa para la capacidad.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Latencia, throughput y concurrencia: la identidad que las une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se mueven juntas: un sistema puede atender 500 RPS con latencia terrible porque todo espera en cola, y otro puede tener latencia excelente con 3 RPS porque nadie lo usa.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CloudLite atiende 5 RPS con 300 milisegundos, hay en promedio 1.5 peticiones simultaneas dentro del sistema, y ese numero decide cuantos hilos, cuantas conexiones a base de datos y cuantas instancias se necesitan.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Por que el promedio miente y el percentil no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corazon del tema es entender por que el promedio miente y el percentil 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percentil es el valor por debajo del cual cae un porcentaje dado de las observaciones ordenadas de menor a mayor: el p95 del tiempo de respuesta es el tiempo tal que el 95 por ciento de las peticiones respondieron en ese tiempo o menos, y el 5 por ciento restante tardo mas.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ejemplo numerico es obligatorio porque convence de inmediato.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Suponga 100 peticiones a CloudLite: 95 responden en 120 milisegundos y 5 responden en 4000 porque cayeron en una consulta sin indice.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Por que el promedio miente y el percentil no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promedio es 314 milisegundos, una cifra que suena aceptable y que no le paso a nadie: ninguna peticion real tardo 314 milisegundos.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p50, o mediana, es 120; el p99 es 4000.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Reportar el promedio esconde a cinco usuarios de cada cien esperando cuatro segundos; reportar p95 y p99 los hace visibles.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objetivo sin condicion de carga no significa nada: cualquier sistema es rapido sin usuarios.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umbrales de percepcion, y por que son convenciones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 debajo de unos 100 milisegundos la respuesta se percibe instantanea; hasta cerca de 1 segundo el usuario mantiene el hilo aunque note la demora; pasados unos 10 segundos pierde la atencion y cambia de tarea o recarga.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Ninguna es regla dura: un reporte pesado puede tener un objetivo legitimo de 3 segundos y un autocompletado necesita estar bajo 100.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Junto al tiempo va siempre la tasa de error, el porcentaje de peticiones que fallan, porque un sistema que responde rapido devolviendo errores no cumple.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umbrales de percepcion, y por que son convenciones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Aqui aparecen tres siglas: el SLI es el indicador que se mide, el SLO es el objetivo interno que el equipo se compromete a cumplir y el SLA es el compromiso contractual con penalidad.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SLO de 99.9 por ciento de disponibilidad, los "tres nueves", admite unos 43 minutos de caida al mes; el 99.99 baja a poco mas de 4 minutos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esa diferencia de un decimal suele multiplicar el costo de la arquitectura, lo que amarra con la tabla de la Clase 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escenario de carga: aritmetica de servilleta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segundo componente del entregable es el escenario de carga, y el estudiante casi siempre lo inventa exagerado.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Suponga 1000 usuarios activos al dia, cada uno con unas 20 peticiones en su sesion: son 20000 peticiones diarias.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un 40 por ciento cae en una ventana de dos horas, eso es 8000 peticiones en 7200 segundos, algo mas de 1 RPS promedio en la hora pico.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Como el trafico real llega en rafagas, se aplica un factor de pico de 3 a 5 veces y se dimensiona para unos 5 RPS.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escenario de carga: aritmetica de servilleta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Ese numero es el que debe aparecer en el informe, y es un orden de magnitud tres mil veces menor que los "10000 RPS" que algun estudiante escribira por sonar ambicioso.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leccion es doble: un objetivo de rendimiento sin cuenta de sobre es marketing y no ingenieria, y dimensionar para 5 RPS en vez de 10000 es justamente lo que evita el sobreaprovisionamiento que la Clase 10 senalo como desperdicio.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cuello de botella: siempre hay uno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tercer componente es el bottleneck, o cuello de botella: el componente que se agota primero y limita el rendimiento de todo el sistema.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afirmacion fuerte, que conviene decir tal cual, es que en cualquier instante hay exactamente un cuello de botella; "todo esta lento" nunca es un diagnostico, es la ausencia de uno.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localiza con las senales doradas de la Clase 8, en particular la saturacion, mirando cual recurso esta cerca de su limite mientras los demas estan holgados.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CloudLite los candidatos son pocos y reconocibles.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primero es el problema N mas 1 en el endpoint de listado: la API pide la lista con una consulta y luego, dentro del ciclo, hace una consulta adicional por cada registro para traer un dato relacionado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cuello de botella: siempre hay uno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50 registros son 51 viajes a la base de datos y el tiempo se va en latencia de red acumulada, no en CPU.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segundo es el pool de conexiones: si el pool tiene 10 conexiones y llegan 40 peticiones concurrentes, 30 esperan turno y la latencia se dispara aunque la CPU de la API y la de la base de datos esten al 20 por ciento.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tercero, si CloudLite envia notificaciones de forma sincronica dentro de la peticion, es el proveedor externo: el usuario espera a que un tercero responda, y la mitigacion no es mas CPU sino sacar el envio de la ruta critica hacia una cola.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tipos de prueba, por la pregunta que responden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prueba de estres sube la carga de forma progresiva hasta que el sistema se degrada o se rompe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responde cual es la capacidad maxima y como se comporta al fallar; el dato interesante no es el punto de quiebre sino la forma de la falla, porque degradarse respondiendo lento es aceptable y caerse por completo 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prueba de picos, o spike test, aplica una subida subita y grande simulando una promocion o una noticia viral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responde si el sistema reacciona a tiempo; anticipa el limite del autoescalado de la Clase 13, porque arrancar una instancia toma decenas de segundos y un pico mas rapido golpea antes de que llegue la ayuda.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tipos de prueba, por la pregunta que responden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prueba de resistencia, o soak, mantiene carga moderada durante horas y responde si hay fugas de memoria o conexiones que no se liberan; con menos de una hora no se detecta nada y de 2 a 4 horas es lo tipico.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se necesita ninguna herramienta de pago: en Killercoda se puede lanzar un contenedor con k6, hey o Apache Bench y golpear el stub del servicio, y si el lab no carga, el escenario se documenta en papel con la aritmetica de arriba.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ensayo del pitch: la segunda mitad tiene su propia teoria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segunda mitad de la clase es el ensayo del pitch y tiene su propia teoria.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Cinco a ocho minutos son entre 700 y 1000 palabras habladas, lo que alcanza para siete u ocho ideas y no mas, asi que el guion se escribe por presupuesto de tiempo: unos 45 segundos para el problema y el usuario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60 para el diagrama de Contexto, 90 para los Contenedores y las decisiones que los separan, 60 para seguridad y despliegue, 45 para el pipeline y las metricas, 45 para costos y escalabilidad, y 30 de cierre.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regla de oro del pitch de arquitectura es que se presentan decisiones con su trade-off, no un recorrido por las cajas del diagrama: "elegimos base de datos gestionada aunque cuesta el doble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ensayo del pitch: la segunda mitad tiene su propia teoria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Porque no podemos garantizar respaldos manuales" es una frase de arquitecto; "aqui tenemos una base de datos" es una leyenda de imagen.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ensaya hoy con cronometro y en voz alta, porque leer mentalmente siempre da la mitad del tiempo real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sin leer las diapositivas, ya que en la Clase 15 el criterio es que quien sustenta pueda explicar cualquier parte del sistema; si el docente autorizo equipos, se ensaya ademas con rotacion de expositor, porque alli el criterio aplica a cualquier integrante.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Preguntas frecuentes y cierre conceptual ()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primera es como se prueba rendimiento sin usuarios reales; la respuesta es que la carga se simula y que lo valioso no es el numero obtenido sino el modelo: si el estudiante puede decir cuantos usuarios, cuantas peticiones por usuario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Que factor de pico y que componente cree que cede primero, ya esta haciendo ingenieria de rendimiento aunque el sistema sea un stub.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segunda es si no basta con decir que se usara cache; la respuesta es que una mitigacion sin medicion es una creencia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que la pregunta correcta es cache de que, con que tiempo de vida, que porcentaje de aciertos se espera y que pasa cuando el dato cambia, porque una cache mal invalidada convierte un problema de lentitud en un problema de datos incorrectos, que es peor.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Preguntas frecuentes y cierre conceptual ()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tercera es cual es un buen p95, y la respuesta debe resistir la tentacion de dar una cifra universal: depende del caso de uso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el criterio es que el numero este justificado y sea alcanzable con la arquitectura dibujada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Quien promete p95 de 50 milisegundos con una consulta que recorre toda la tabla tiene un objetivo incoherente, y eso es un hallazgo mas grave que tener un objetivo modesto.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Error tipico del docente que no domina el tema: aceptar "queremos que la app sea rapida" como objetivo de rendimiento.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Sin metrica en percentil, sin umbral, sin condicion de carga y sin cuello de botella sospechado, la seccion de rendimiento del informe se convierte en adjetivos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la consecuencia es inmediata aguas abajo: en la Clase 13 el estudiante no tiene nada sobre lo que basar el trigger del autoescalado y escribe "cuando la CPU suba"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Preguntas frecuentes y cierre conceptual ()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en la sustentacion de la Clase 15 no puede responder por que su diseno soporta la carga que dice soportar.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segundo error es dejar que el ensayo del pitch se convierta en un recorrido narrado del diagrama, leido en voz alta y sin una sola justificacion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Y, en los equipos que el docente haya autorizado, permitir que un solo integrante hable mientras el resto observa.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eso no se corrige hoy, en la Clase 15 la sustentacion llega como un guion memorizado que el Q&amp;A dirigido desarma en dos preguntas, y la nota cae por una razon que era corregible con quince minutos de ensayo bien dirigido.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presupuesto de latencia del camino critico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sequenceDiagram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autonumber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participant U as Usuario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participant W as Web SPA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participant A as API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participant D as PostgreSQL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U-&gt;&gt;W: accion del pico (&lt;su caso&gt;)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W-&gt;&gt;A: POST /recurso          %% red: 40 ms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A-&gt;&gt;A: validar + autorizar    %% 10 ms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A-&gt;&gt;D: SELECT + INSERT        %% 60 ms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D--&gt;&gt;A: filas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A--&gt;&gt;W: 201 Created           %% red: 40 ms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W--&gt;&gt;U: confirmacion          %% render: 50 ms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Note over U,D: presupuesto total 200 ms · medido p95, no promedio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metricas objetivo, escritas como se verifican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# Cada metrica necesita las cuatro columnas, o no es verificable: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#   metrica | objetivo | como se mide | que se hace si falla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# p95 de POST /recurso   | &lt; 200 ms | percentil del log de la API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#                        |          | -&gt; revisar el indice de la consulta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# tasa de error 5xx      | &lt; 1%     | conteo por minuto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#                        |          | -&gt; abrir el log del paso que falla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# uso de CPU de la API   | &lt; 70%    | metrica del proveedor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#                        |          | -&gt; escalar horizontal (Clase 13)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# PROMEDIO no sirve: con 99 respuestas de 10 ms y una de 5 s el promedio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# da 60 ms y el usuario que espero 5 s existe. Por eso p95.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«Que sea rapido» no es un requisito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5478627" cy="5093208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5478627" cy="502920"/>
          </a:xfrm>
          <a:prstGeom prst="rect">
            <a:avLst/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Enunciado vago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158587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«La app tiene que ser rapida»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«Aguanta harta gente»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«Si se pone lenta, le subimos recursos»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No hay con que comparar despues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61872"/>
            <a:ext cx="5478627" cy="5093208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5867" y="1261872"/>
            <a:ext cx="5478627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3027" y="1353312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Enunciado medible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0459" y="1901952"/>
            <a:ext cx="5158587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p95 &lt; 300 ms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en el endpoint de reserva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Escenario: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150 RPS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en el pico de inicio de semestre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Bottleneck sospechado: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consulta a la BD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Se puede verificar: pasa o no pasa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12 · cierre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Definir métricas/objetivos de rendimiento realistas para CloudLite.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Diseñar un escenario de prueba (aunque sea cualitativo/simulado).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Ensayar el pitch de sustentación (prep PI; Parcial 3 es otro día).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Teoría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