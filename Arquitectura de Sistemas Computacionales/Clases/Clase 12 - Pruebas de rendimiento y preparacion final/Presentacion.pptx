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828800" cy="7971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180015" y="320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69CCB"/>
                </a:solidFill>
                <a:latin typeface="Calibri"/>
              </a:rPr>
              <a:t>Clase 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127729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Pruebas de rendimiento · Preparación de presentación final</a:t>
            </a:r>
          </a:p>
          <a:p>
            <a:pPr algn="ctr">
              <a:spcBef>
                <a:spcPts val="800"/>
              </a:spcBef>
            </a:pPr>
            <a:r>
              <a:rPr sz="1500" b="0" i="0">
                <a:solidFill>
                  <a:srgbClr val="269CCB"/>
                </a:solidFill>
                <a:latin typeface="Calibri"/>
              </a:rPr>
              <a:t>Métricas objetivo + ensayo de pitch PI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11277295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Escenario de rendimiento + ensayo 5–8 min de sustentación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Bloque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Teoría breve · Taller PI · cierre.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Herramientas gratis + navegador · sin AWS/GCP/Oracle Cloud.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(120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0–10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Encuadre: hoy avanzamos el PI en… + entregable concreto.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10–40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Teoría Core breve (solo lo necesario para el taller PI).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40–100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Taller guiado PI (demo en vivo + avance individual).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100–115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Revisión de evidencias del PI.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115–120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Cierre: criterio de éxito + plazo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Definir métricas/objetivos de rendimiento realistas para CloudLite.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Diseñar un escenario de prueba (aunque sea cualitativo/simulado).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Ensayar el pitch de sustentación (prep PI; Parcial 3 es otro día).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PI CloudLite — entregable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Sección Rendimiento + guion de pitch + paquete casi-final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Google Docs · draw.io · (opcional) lab contenedor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Todo lo que construyan hoy entra al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informe/repo del PI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(no es lab suelto).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Individual por defecto · el docente puede autorizar equipos de 2–3; la entrega en ExamLab siempre es individual.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Rendimiento sin stress-tool de pago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Definan: RPS/usuarios concurrentes objetivo · p95 latencia · error rate.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Escenario: pico de matrícula / hora pico de citas — narren carga.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Bottlenecks probables: DB, auth, I/O de objetos.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Preparación de presentación (5–8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1 min problema · 2 min arquitectura · 1 min contenedor · 1 min CI · 1 min seguridad/costos · Q&amp;A.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Demo: diagrama + captura lab/Actions (no improvisar login cloud).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Sustentas tú los 5 bloques; si hay equipo autorizado, hablan todos.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Paquete de entrega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Informe + diagramas + Dockerfile + YAML + capturas.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Fecha/canal: coordinación del periodo.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«Que sea rapido» no es un requisito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5478627" cy="5093208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5478627" cy="50292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53312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Enunciado vago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1901952"/>
            <a:ext cx="5158587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«La app tiene que ser rapida»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«Aguanta harta gente»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«Si se pone lenta, le subimos recursos»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No hay con que comparar despues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55867" y="1261872"/>
            <a:ext cx="5478627" cy="5093208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55867" y="1261872"/>
            <a:ext cx="5478627" cy="5029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3027" y="1353312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Enunciado medible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20459" y="1901952"/>
            <a:ext cx="5158587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p95 &lt; 300 ms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en el endpoint de reserva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Escenario: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150 RPS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en el pico de inicio de semestre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Bottleneck sospechado: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consulta a la BD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Se puede verificar: pasa o no pasa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(paso a paso)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1: describan el escenario de carga del pico real de su dominio con los 6 datos obligatorios (evento del pico, usuarios concurrentes, peticiones por segundo, mezcla de operaciones en porcentajes que sumen 100, duracion de la ventana y volumen de datos de partida), verificando que la mezcla sume exactamente 100 por ciento y que el pico corresponda a una fecha real del calendario de su dominio.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2.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2: definan las 3 metricas objetivo en una tabla de 4 columnas con numero, ventana de medicion, forma de medirla y consecuencia de incumplirla, verificando que cada objetivo tenga un numero y una ventana (por ejemplo p95 por debajo de 800 ms en 5 minutos) y que ninguna diga rapido o aceptable sin cifra.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3.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3: escriban en ExamLab el sequenceDiagram del camino critico con el presupuesto de latencia repartido por salto, verificando que la suma de los tramos sea menor o igual al objetivo de p95 y que la nota final muestre el margen restante en milisegundos.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4.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4: ensayen el pitch de 5 a 8 minutos con cronometro y llenen la tabla de guion de 6 filas con minuto, seccion, quien habla, mensaje clave y evidencia en pantalla, verificando que la suma de los minutos quede entre 5 y 8, que ninguna seccion pase de 2:00 (y, si el docente autorizo equipo, que todos los integrantes hablen) y que cada seccion tenga una evidencia concreta que se pueda mostrar.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5.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5: cierren los 5 items del backlog de la Clase 11 dejando registro de los residuales, dejen el paquete casi final ordenado en el repositorio o el Drive y suban las 6 preguntas a ExamLab (modulo Talleres) antes del domingo 23:59, verificando que el cuello de botella declarado en el analisis sea el mismo que muestra el diagrama de secuencia.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continuar (PI)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Entregable: Sección Rendimiento + guion de pitch + paquete casi-final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Subir evidencias al paquete CloudLite (Drive/repo) y a ExamLab (https://uniaj.examlab.workers.dev/) domingo 23:59.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Sin cloud de pago ni instalaciones obligatorias de hipervisores/Docker Desktop.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12 · PI en movimiento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Escenario de rendimiento + ensayo 5–8 min de sustentación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Evidencia: Sección Rendimiento + guion de pitch + paquete casi-final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paso = siguiente hito del PI CloudLite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Teoría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