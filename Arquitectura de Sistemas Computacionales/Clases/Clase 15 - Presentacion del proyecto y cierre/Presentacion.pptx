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(Sobre la actividad, no se proyecta) Quien solo llega a la primera capa esta leyendo el diagrama en voz alta y no deberia obtener los puntos de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(Sobre la actividad, 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Q&amp;A tecnico tiene tres tipos de pregunta y conviene que el docente los reconozca para dosificarlos.</a:t>
            </a:r>
          </a:p>
          <a:p/>
          <a:p>
            <a:r>
              <a:t>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(Sobre la actividad, 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cerrar la duda sobre las herramientas, porque algun estudiante la trae: el curso prohibio la nube de pago por razones pedagogicas y de equidad, no porque draw.io, Killercoda y GitHub Actions sean juguetes.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por decisión importante permite, años después, saber por qué el sistema es como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lo que vale no es describir bien sino justificar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las dos formas en CloudLite: describir es «la API corre en un contenedor sobre PaaS»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Justificar es «la API corre sobre PaaS porque el equipo es de 1 persona y no puede operar parches del sistema operativo; a cambio aceptamos menos control sobre la red».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gastar la mitad del tiempo en el dominio: el problema se cuenta en 1 minuto, y el resto es arquitectura y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es leer las diapositivas: la diapositiva muestra el diagrama y la persona explica la decision; si el texto proyectado y lo dicho son iguales, sobra uno de los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