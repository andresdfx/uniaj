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PI CloudLite (autónoma)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Sustentación / entrega final del PI CloudLite App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Entregar y sustentar CloudLite App con evidencias completas.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Responder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final + presentación 5–8 min (entrega en ExamLab · módulo Proyectos)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hablan. Penalización si solo un integrante presenta.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Suban paquete final 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(módulo Proyectos): informe + evidencias.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Graben o presenten pitch 5–8 min según instrucción del docente.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Incluyan Q&amp;A escrito (3 preguntas que se harían a sí mismos + respuestas).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Reflexión final (½ página): qué trade-off fue el más difícil.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+ presentación 5–8 min (entrega en ExamLab · módulo Proyectos)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Sustentación / entrega final del PI CloudLite App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+ presentación 5–8 min (entrega en ExamLab · módulo Proyectos)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