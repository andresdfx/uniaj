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la plataforma del curso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subido a la plataforma del curso 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el paquete ya subido a la plataforma del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no es describir, y esa distincion es el eje de toda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un artefacto es decir que contiene: «este es el diagrama de despliegue de CloudLite App, aqui esta el contenedor de la API, aqui la base de datos».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no de otra forma, y que se acepto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eleccion no cumple esas tres condiciones no es arquitectura sino detalle de implementacion: elegir el nombre de una variable no es arquitectura, elegir si el frontend y la API viven en el mismo contenedor si lo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tomar esa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decision de arquitectura sin trade-off, y cuando un estudiante afirma que su opcion es mejor en todo, lo que ocurre en realidad es que todavia no encontro que perdio.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sustentacion de hoy se apoya en esta distincion, porque la rubrica no premia describir bien: premia justificar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 que se aplica en voz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QUE: «CloudLite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capa, A CAMBIO DE QUE: «a cambio de perder el aislamiento fuerte que da una maquina virtual completa, y de asumir que si el host cae, caen todos los servicios a la vez porque comparten el mismo kernel».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solo llega a la primera capa esta leyendo el diagrama en voz alta y no deberia obtener los puntos de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llega a la segunda esta justificando.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llega a la tercera esta sustentando como un arquitecto, porque demuestra que conocia el costo de su decision antes de tomarla y aun asi la tomo.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operativa para el docente es simple: ante cada afirmacion, preguntar «a cambio de que», y no aceptar la respuesta «de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artefacto que sostiene esa tercera capa es el ADR, o Architecture Decision Record: un documento corto, de una pagina como maximo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registra UNA sola decision con las seis secciones rotuladas que el curso fijo en la Clase 2 y que no han cambiado desde 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Titulo, con el numero consecutivo, que es justamente por lo que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Estado, «Aceptado» mas la fecha en que se decidio.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Contexto, es decir que problema se estaba resolviendo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Decision, en una frase afirmativa y en presente.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Alternativas descartadas, exactamente dos, cada una con la razon concreta del descarte.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consecuencias, donde se escribe lo bueno, lo malo y lo neutro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ya produjeron el ADR-001 en la Clase 2, cuando decidieron el modelo de servicio dominante entre IaaS, PaaS y SaaS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lo largo del curso debieron acumular tres o cuatro mas: contenedores frente a maquinas virtuales (Clase 3), donde poner la frontera entre servicios (Clase 4), y que se escala y que no (Clase 13).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sustentacion el ADR no se lee en voz alta: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profesional es «esta decision esta registrada en el ADR-002, y el trade-off que aceptamos fue perder portabilidad entre proveedores», con el numero del ADR visible en la diapositiva.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Citar un ADR por numero le dice al evaluador que existe una traza escrita y verificable, no una improvisacion del momento; es la diferencia entre quien decidio y quien recuerda.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tecnico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de industria y no regla dura, es el siguiente: 45 a 60 segundos para el problema y el dominio, es decir que hace CloudLite y para quien, sin nombrar una sola tecnologia todavia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arquitectura, apoyandose en el diagrama de contexto y el de contenedores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45 segundos para el punto debil declarado, lo que no escala o lo que no se midio; y 30 segundos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 para tropiezos.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de diapositivas es una idea por diapositiva y un maximo de ocho diapositivas para ocho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calidad que se anuncio desde el checkpoint de la Clase 11 es la regla de los 60 segundos: quien sustenta debe poder explicar CUALQUIER parte del sistema en 60 segundos, sin buscar en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es individual por defecto, asi que en la mayoria de los casos ese "quien" es el propio autor y la regla se comprueba 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autorizo un equipo de dos o tres, la regla se vuelve exigente y se lee asi: CUALQUIER integrante debe poder explicar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casi siempre genera la primera pregunta real del estudiante: «podemos repartirnos los temas y que cada uno prepare solo el suyo?».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no es castigar.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diagrama; un sistema que solo una persona entiende es un riesgo operativo con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ejercicio suele revelar en cinco minutos lo que la nota habria revelado demasiado tarde.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Q&amp;A tecnico tiene tres tipos de pregunta y conviene que el docente los reconozca para dosificarlos.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verificacion comprueba que el estudiante hizo lo que dice: «muestreme el archivo.yml del workflow» o «en que linea del Dockerfile esta la imagen base y por que eligieron una variante alpine».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profundizacion empuja un nivel mas alla de lo presentado: «por que la base de datos no esta en el mismo contenedor que la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hipotetica, o what-if, evalua si el diseno se entiende como sistema y no como dibujo: «si el trafico se multiplica por diez el lunes, que pieza de CloudLite se rompe primero y como se darian cuenta».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segunda pregunta previsible del estudiante: «y si no sabemos la respuesta?».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correcta es que decir «no lo medimos» no penaliza si va acompanado de como se mediria: «no medimos el p95 porque no hay trafico real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plan es simular 50 peticiones por segundo y observar la latencia de la API, que es el cuello de botella que sospechamos por lo que vimos en la Clase 12».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Improvisar un dato falso, en cambio, se detecta con una sola pregunta de seguimiento y cuesta mucho mas que admitir el limite.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ser explicito sobre el formato de la sesion, porque es lo que decide como se prepara el estudiante: la Clase 15 se dicta en la ultima sesion del semestre (16 de noviembre) como sustentacion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Sincrona, con turnos de unos 6 minutos de pitch y 2 a 4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justamente el instrumento que verifica autoria y no tiene sustituto asincronico.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Q&amp;A escrito que pide el taller (tres preguntas duras que el propio estudiante se haria, con su respuesta) no reemplaza nada: es la preparacion del Q&amp;A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practica el estudiante que lo escribio en serio responde mucho mejor cuando la pregunta llega de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Evaluar con rubrica significa asignar puntos a evidencia observable y no a impresion general, y por eso conviene leer el reparto en voz alta al abrir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100 puntos del PI CloudLite App se distribuyen asi: 15 puntos por dominio y decision IaaS/PaaS/SaaS justificada, 25 por los diagramas de arquitectura (componentes y despliegue)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20 por el lab de contenedores con Dockerfile o compose mas la captura de la sesion, 15 por el CI/CD conceptual con el workflow.yml explicado, 10 por las secciones de seguridad, costos y escalabilidad del informe, y 15 por informe y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reparto responde la tercera pregunta previsible: «si el diagrama esta perfecto pero presentamos mal, cuanto pierdo?».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Directamente, hasta 15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Indirectamente mucho mas, porque la sustentacion es el mecanismo con el que el evaluador verifica que los otros 85 puntos son de quien sustenta: un diagrama excelente que nadie puede explicar levanta una duda de autoria que ninguna diapositiva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 el recordatorio de pesos que evita reclamos posteriores: estos 100 puntos valen 20% del Corte 3, el Parcial 3 de la Clase 14 (9 de noviembre, virtual sincrono por Meet y escrito) vale 15%, y la asistencia 5%.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no reemplaza ni compensa el parcial; son evaluaciones distintas del mismo corte, y decirlo una vez hoy ahorra tres correos la semana siguiente.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la practica profesional, porque de eso depende que el estudiante conserve el material en vez de borrarlo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presenta una propuesta a pares y a arquitectos mas experimentados cuyo trabajo explicito es buscarle el punto debil antes de que ese punto debil cueste dinero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que se pregunta ahi es exactamente lo mismo que hoy, es decir que decidieron, que descartaron, que aceptaron perder, y como sabran si se equivocaron.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contenedores, el Dockerfile y el pipeline que el estudiante escribio son los mismos artefactos que se producen con una cuenta corporativa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aprende en un free tier es justamente lo que si se aprendio aqui, que es razonar el trade-off.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Pitch y portafolio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del paquete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 la plataforma del curso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escriban en la plataforma del curso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la plataforma del curso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la plataforma del curso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la plataforma del curso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la plataforma del curso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