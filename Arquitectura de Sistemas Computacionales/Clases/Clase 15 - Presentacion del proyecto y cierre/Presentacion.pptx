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Presentación del proyecto + cierre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Sustentación PI CloudLite (autónoma)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Sustentación / entrega final del PI CloudLite App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trabajo de equipo).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Entregar y sustentar CloudLite App con evidencias completas.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Responder preguntas de arquitectura (ADRs, amenazas, escala).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Cerrar el curso con reflexión de aprendizaje.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Paquete final + presentación 5–8 min (entrega en ExamLab · módulo Proyectos)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Docs/Slides · diagramas · capturas lab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Equipos 2–3 · todos deben poder explicar el artefacto.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Rúbrica de sustentación (recordatorio)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Claridad del problema · calidad de diagramas · demo lab/CI · respuestas.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Todos hablan. Penalización si solo un integrante presenta.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Checklist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Informe completo · 3 diagramas · Dockerfile+captura · Actions · pitch.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Sin cuentas cloud de pago · sin instalar hipervisores como requisito.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Cierre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RAA1–3 aplicados al PI. Conserven el repo como portafolio.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Gracias — arquitectura es trade-offs documentados, no logos de proveedores.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Suban paquete final 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(módulo Proyectos): informe + evidencias.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Graben o presenten pitch 5–8 min según instrucción del docente.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Incluyan Q&amp;A escrito (3 preguntas que se harían a sí mismos + respuestas).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Reflexión final (½ página): qué trade-off fue el más difícil.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Paquete final + presentación 5–8 min (entrega en ExamLab · módulo Proyectos)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(https://examlab.lovable.app/)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15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Sustentación / entrega final del PI CloudLite App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Paquete final + presentación 5–8 min (entrega en ExamLab · módulo Proyectos)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