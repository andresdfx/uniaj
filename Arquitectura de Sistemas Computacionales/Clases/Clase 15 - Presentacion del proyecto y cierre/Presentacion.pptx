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PI CloudLite (autónoma)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Sustentación / entrega final del PI CloudLite App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Entregar y sustentar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+ presentación 5–8 min (entrega en ExamLab · módulo Proyectos)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graben o presenten el pitch de 5 a 8 minutos segun la instruccion del docente y registren la tabla de tiempos reales por seccion con quien hablo en cada una, verificando que el tiempo total quede entre 5 y 8 minutos y que el enlace del video, si lo graban, se abra sin pedir permisos.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ExamLab (modulo Proyectos) en la fecha acordada,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+ presentación 5–8 min (entrega en ExamLab · módulo Proyectos)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Sustentación / entrega final del PI CloudLite App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+ presentación 5–8 min (entrega en ExamLab · módulo Proyectos)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