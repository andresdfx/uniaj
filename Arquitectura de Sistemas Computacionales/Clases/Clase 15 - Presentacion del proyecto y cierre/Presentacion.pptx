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fijar el termino con precision: una decision de arquitectura es una eleccion que afecta la estructura del sistema, es costosa de revertir una vez implementada, y tiene al menos una alternativa razonable que se descarto.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Existe una prueba practica de tres capas que el docente puede aplicar en voz alta a cualquier afirmacion del estudiante, y conviene ensenarla antes de que empiecen las presentaciones.</a:t>
            </a:r>
          </a:p>
          <a:p/>
          <a:p>
            <a:r>
              <a:t>Quien solo llega a la primera capa esta leyendo el diagrama en voz alta y no deberia obtener los puntos de sustentacion.</a:t>
            </a:r>
          </a:p>
          <a:p/>
          <a:p>
            <a:r>
              <a:t>Quien llega a la segunda esta justificando.</a:t>
            </a:r>
          </a:p>
          <a:p/>
          <a:p>
            <a:r>
              <a:t>Quien llega a la tercera esta sustentando como un arquitecto, porque demuestra que conocia el costo de su decision antes de tomarla y aun asi la tomo.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Estado, «Aceptado» mas la fecha en que se decidio.</a:t>
            </a:r>
          </a:p>
          <a:p/>
          <a:p>
            <a:r>
              <a:t>Decision, en una frase afirmativa y en presente.</a:t>
            </a:r>
          </a:p>
          <a:p/>
          <a:p>
            <a:r>
              <a:t>Alternativas descartadas, exactamente dos, cada una con la razon concreta del descarte.</a:t>
            </a:r>
          </a:p>
          <a:p/>
          <a:p>
            <a:r>
              <a:t>Citar un ADR por numero le dice al evaluador que existe una traza escrita y verificable, no una improvisacion del momento; es la diferencia entre quien decidio y quien recuerda.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razon es concreta y el docente debe decirla: si el estudiante trae veinte diapositivas, no termina, corre las ultimas, y las ultimas suelen ser justamente las de seguridad, costos y escalabilidad, donde estan los puntos de la rubrica que menos se defienden solos.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del docente debe ser: en equipo se puede repartir quien HABLA de cada tema, pero no quien ENTIENDE cada tema, porque el Q&amp;A se dirige al azar; y en modo individual no hay reparto posible, de modo que la pregunta pierde sentido y lo que queda es preparar el sistema completo.</a:t>
            </a:r>
          </a:p>
          <a:p/>
          <a:p>
            <a:r>
              <a:t>La razon no es castigar.</a:t>
            </a:r>
          </a:p>
          <a:p/>
          <a:p>
            <a:r>
              <a:t>Ese ejercicio suele revelar en cinco minutos lo que la nota habria revelado demasiado tarde.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Q&amp;A tecnico tiene tres tipos de pregunta y conviene que el docente los reconozca para dosificarlos.</a:t>
            </a:r>
          </a:p>
          <a:p/>
          <a:p>
            <a:r>
              <a:t>La respuesta correcta es que decir «no lo medimos» no penaliza si va acompanado de como se mediria: «no medimos el p95 porque no hay trafico real, pero el plan es simular 50 peticiones por segundo y observar la latencia de la API, que es el cuello de botella que sospechamos por lo que vimos en la Clase 12».</a:t>
            </a:r>
          </a:p>
          <a:p/>
          <a:p>
            <a:r>
              <a:t>Improvisar un dato falso, en cambio, se detecta con una sola pregunta de seguimiento y cuesta mucho mas que admitir el limite.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Evaluar con rubrica significa asignar puntos a evidencia observable y no a impresion general, y por eso conviene leer el reparto en voz alta al abrir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tambien cerrar la duda sobre las herramientas, porque algun estudiante la trae: el curso prohibio la nube de pago por razones pedagogicas y de equidad, no porque draw.io, Killercoda y GitHub Actions sean juguetes.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Presentación del proyecto + cierre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Sustentación en vivo del PI CloudLite · cierre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cerramos el PI: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Sustentar en vivo el PI CloudLite App y entregar el paquete final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sustentaciones · turnos consecutivos.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Paquete subido a la plataforma del curso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tu turno · defensa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video grabado.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+ sorteo del orden de turnos.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10–110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Sustentaciones: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min de pitch + 2–4 min de Q&amp;A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turno.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110–120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paquete debe estar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subido a la plataforma del curso 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tu turno.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Sesión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defensa no se reemplaza por video grabado.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CloudLite App con evidencias completas.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Responder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de arquitectura (ADRs, amenazas, escala).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curso con reflexión de aprendizaje.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RAA1–3 aplicados al PI. Conserven el repo como portafolio.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Gracias — arquitectura es trade-offs documentados, no logos de proveedores.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no es describir: el eje de toda la clase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no es describir, y esa distincion es el eje de toda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Describir un artefacto es decir que contiene: «este es el diagrama de despliegue de CloudLite App, aqui esta el contenedor de la API, aqui la base de datos».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es responder por que quedo asi y no de otra forma, y que se acepto perder al elegirlo.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una eleccion no cumple esas tres condiciones no es arquitectura sino detalle de implementacion: elegir el nombre de una variable no es arquitectura, elegir si el frontend y la API viven en el mismo contenedor si lo 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no es describir: el eje de toda la clase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trade-off es lo que se sacrifica al tomar esa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existe decision de arquitectura sin trade-off, y cuando un estudiante afirma que su opcion es mejor en todo, lo que ocurre en realidad es que todavia no encontro que perdio.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Toda la sustentacion de hoy se apoya en esta distincion, porque la rubrica no premia describir bien: premia justificar bien.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prueba de tres capas que se aplica en voz alta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 capa, el QUE: «CloudLite corre con un contenedor por servicio».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 capa, el POR QUE: «porque el proyecto lo sostiene una sola persona sin presupuesto de nube, y un contenedor se levanta igual en el portatil de cualquiera y en Killercoda, sin instalar un hipervisor ni pedir tarjeta de credito».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 capa, A CAMBIO DE QUE: «a cambio de perder el aislamiento fuerte que da una maquina virtual completa, y de asumir que si el host cae, caen todos los servicios a la vez porque comparten el mismo kernel».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instruccion operativa para el docente es simple: ante cada afirmacion, preguntar «a cambio de que», y no aceptar la respuesta «de nada».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ADR: el artefacto que sostiene la tercera capa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artefacto que sostiene esa tercera capa es el ADR, o Architecture Decision Record: un documento corto, de una pagina como maximo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registra UNA sola decision con las seis secciones rotuladas que el curso fijo en la Clase 2 y que no han cambiado desde entonces.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Titulo, con el numero consecutivo, que es justamente por lo que se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Contexto, es decir que problema se estaba resolviendo y con que restricciones.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consecuencias, donde se escribe lo bueno, lo malo y lo neutro que se acepta.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estudiantes ya produjeron el ADR-001 en la Clase 2, cuando decidieron el modelo de servicio dominante entre IaaS, PaaS y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ADR: el artefacto que sostiene la tercera capa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lo largo del curso debieron acumular tres o cuatro mas: contenedores frente a maquinas virtuales (Clase 3), donde poner la frontera entre servicios (Clase 4), y que se escala y que no (Clase 13).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sustentacion el ADR no se lee en voz alta: se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profesional es «esta decision esta registrada en el ADR-002, y el trade-off que aceptamos fue perder portabilidad entre proveedores», con el numero del ADR visible en la diapositiva.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pitch de 5 a 8 minutos: el reparto que funciona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pitch tecnico de 5 a 8 minutos no se improvisa ni se llena de diapositivas.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reparto que funciona, y que es convencion de industria y no regla dura, es el siguiente: 45 a 60 segundos para el problema y el dominio, es decir que hace CloudLite y para quien, sin nombrar una sola tecnologia todavia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90 segundos para la arquitectura, apoyandose en el diagrama de contexto y el de contenedores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90 segundos para la decision principal con su trade-off, citando el ADR; 60 a 90 segundos para la evidencia ejecutable, o sea la captura de la sesion del laboratorio con el contenedor corriendo y el workflow de GitHub Actions en verde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pitch de 5 a 8 minutos: el reparto que funciona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45 segundos para el punto debil declarado, lo que no escala o lo que no se midio; y 30 segundos de cierre.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suma queda entre 6 y 7 minutos, con margen para tropiezos.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 de diapositivas es una idea por diapositiva y un maximo de ocho diapositivas para ocho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los 60 segundos, anunciada desde la Clase 11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calidad que se anuncio desde el checkpoint de la Clase 11 es la regla de los 60 segundos: quien sustenta debe poder explicar CUALQUIER parte del sistema en 60 segundos, sin buscar en el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trabajo es individual por defecto, asi que en la mayoria de los casos ese "quien" es el propio autor y la regla se comprueba sola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el docente autorizo un equipo de dos o tres, la regla se vuelve exigente y se lee asi: CUALQUIER integrante debe poder explicar CUALQUIER 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casi siempre genera la primera pregunta real del estudiante: «podemos repartirnos los temas y que cada uno prepare solo el suyo?».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equipo profesional, cuando el sistema falla a las once de la noche, contesta quien esta disponible, no el autor del diagrama; un sistema que solo una persona entiende es un riesgo operativo con nombre propio.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los 60 segundos, anunciada desde la Clase 11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motivo es de evaluacion: si el estudiante no puede explicar su propio diagrama de despliegue, el evaluador no tiene forma de saber si el artefacto es suyo o copiado, y ese es exactamente el vacio que la sustentacion existe para cerrar.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los equipos autorizados el mismo riesgo se multiplica: si solo un integrante puede explicar el despliegue, no hay evidencia de que los demas participaran, y por eso la rubrica exige que todos hablen y descuenta cuando presenta uno solo.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practica concreta que se recomienda antes de presentar es un ensayo cruzado con otro estudiante: cada uno explica en 60 segundos una parte del sistema del otro y devuelve los huecos que encontro (en equipo, cada integrante explica una parte que NO le toco preparar).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Q&amp;A tecnico: tres tipos de pregunta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verificacion comprueba que el estudiante hizo lo que dice: «muestreme el archivo.yml del workflow» o «en que linea del Dockerfile esta la imagen base y por que eligieron una variante alpine».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profundizacion empuja un nivel mas alla de lo presentado: «por que la base de datos no esta en el mismo contenedor que la API».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hipotetica, o what-if, evalua si el diseno se entiende como sistema y no como dibujo: «si el trafico se multiplica por diez el lunes, que pieza de CloudLite se rompe primero y como se darian cuenta».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aparece la segunda pregunta previsible del estudiante: «y si no sabemos la respuesta?».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conviene ser explicito sobre el formato de la sesion, porque es lo que decide como se prepara el estudiante: la Clase 15 se dicta en la ultima sesion del semestre (16 de noviembre) como sustentacion EN VIVO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Q&amp;A tecnico: tres tipos de pregunta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Sincrona, con turnos de unos 6 minutos de pitch y 2 a 4 de preguntas.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clase autonoma y la defensa no se reemplaza por un video grabado, porque el Q&amp;A dirigido al azar es justamente el instrumento que verifica autoria y no tiene sustituto asincronico.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Q&amp;A escrito que pide el taller (tres preguntas duras que el propio estudiante se haria, con su respuesta) no reemplaza nada: es la preparacion del Q&amp;A en vivo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practica el estudiante que lo escribio en serio responde mucho mejor cuando la pregunta llega de verdad.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Evaluar con rubrica: puntos a evidencia observable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100 puntos del PI CloudLite App se distribuyen asi: 15 puntos por dominio y decision IaaS/PaaS/SaaS justificada, 25 por los diagramas de arquitectura (componentes y despliegue)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20 por el lab de contenedores con Dockerfile o compose mas la captura de la sesion, 15 por el CI/CD conceptual con el workflow.yml explicado, 10 por las secciones de seguridad, costos y escalabilidad del informe, y 15 por informe y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reparto responde la tercera pregunta previsible: «si el diagrama esta perfecto pero presentamos mal, cuanto pierdo?».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Directamente, hasta 15 puntos.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Indirectamente mucho mas, porque la sustentacion es el mecanismo con el que el evaluador verifica que los otros 85 puntos son de quien sustenta: un diagrama excelente que nadie puede explicar levanta una duda de autoria que ninguna diapositiva resuelve.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Evaluar con rubrica: puntos a evidencia observable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va el recordatorio de pesos que evita reclamos posteriores: estos 100 puntos valen 20% del Corte 3, el Parcial 3 de la Clase 14 (9 de noviembre, virtual sincrono por Meet y escrito) vale 15%, y la asistencia 5%.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no reemplaza ni compensa el parcial; son evaluaciones distintas del mismo corte, y decirlo una vez hoy ahorra tres correos la semana siguiente.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conectar lo hecho con la practica profesional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cierre del curso debe conectar lo hecho con la practica profesional, porque de eso depende que el estudiante conserve el material en vez de borrarlo al terminar 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industria, esta sustentacion tiene nombre propio: design review, o architecture review.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presenta una propuesta a pares y a arquitectos mas experimentados cuyo trabajo explicito es buscarle el punto debil antes de que ese punto debil cueste dinero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lo que se pregunta ahi es exactamente lo mismo que hoy, es decir que decidieron, que descartaron, que aceptaron perder, y como sabran si se equivocaron.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ADR es un formato real, usado en equipos reales, no un invento academico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conectar lo hecho con la practica profesional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contenedores, el Dockerfile y el pipeline que el estudiante escribio son los mismos artefactos que se producen con una cuenta corporativa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no se aprende en un free tier es justamente lo que si se aprendio aqui, que es razonar el trade-off.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frase de cierre util es que arquitectura no es una lista de logos de proveedores, sino un conjunto de decisiones documentadas con sus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pedido final debe ser concreto y verificable: conserven el repositorio con el informe, los diagramas y el workflow como portafolio, porque eso es lo que se muestra en una primera entrevista tecnica cuando piden un ejemplo de trabajo propio.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Arquitectura = decisiones estructurales con sus razones y consecuencias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Context, Containers y Deployment cuentan el mismo sistema desde tres ángulos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Conserva el repo (informe, diagramas, Dockerfile, ci.yml) como portafolio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Arquitectura = decisiones documentadas con sus consecuencias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