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Sustentación en vivo del PI CloudLite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Sustentar en vivo el PI CloudLite App y entregar el paquete final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sustentaciones · turnos consecutivos.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Paquete subido a ExamLab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tu turno · defensa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video grabado.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 + sorteo del orden de turnos.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Sustentaciones: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por turno.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paquete debe estar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subido a ExamLab antes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tu turno.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la defensa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CloudLite App con evidencias completas.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Paquete final en ExamLab (módulo Proyectos) + pitch de 5–8 min sustentado hoy en clase + Q&amp;A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Docs/Slides · diagramas · capturas 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no se construye: se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defiende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 que ya está en el paquete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ordena la sesión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Ten el paquete ya subido a ExamLab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tu turno (no se sube presentando).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de sustentación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Claridad del problema · calidad de diagramas · demo lab/CI · respuestas.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Cubres los 5 bloques del guion; en equipo autorizado hablan todos (penalización si solo uno presenta).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completo · 3 diagramas · Dockerfile+captura · Actions · pitch.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cuentas cloud de pago · sin instalar hipervisores como requisito.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Sustentación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armen el paquete final y llenen el indice de 8 filas con entregable, nombre de archivo, ruta dentro del paquete y estado, verificando que los 8 archivos abran desde una maquina distinta a la del autor y que ningun nombre de archivo tenga espacios ni tildes que rompan la descarga.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escriban en ExamLab la lamina unica de arquitectura en Mermaid con las 3 zonas, los 5 contenedores, el edge, la cadena de entrega y los sistemas externos, verificando al renderizar que sea legible en una sola pantalla sin desplazamiento y que use los mismos nombres canonicos del paquete, porque esta es la lamina que van a proyectar en la sustentacion.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redacten el Q and A escrito con 3 preguntas duras que el jurado podria hacer, una de decision de arquitectura, una de seguridad y una de escala o rendimiento, cada una con respuesta de maximo 4 lineas que cite la evidencia del paquete, verificando que ninguna respuesta sea no lo alcanzamos a hacer sin nombrar la decision consciente que tomaron.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ensayen el pitch con cronometro ANTES de la sesion y registren la tabla de tiempos reales por seccion con quien hablo en cada una, verificando que el tiempo total quede entre 5 y 8 minutos; la sustentacion se hace EN VIVO en la sesion de clase, con preguntas del docente al cierre, no con un video grabado.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escriban la reflexion de media pagina sobre el trade-off mas difícil y suban el paquete final completo mas las 5 preguntas a ExamLab (modulo Proyectos) ANTES de su turno de sustentacion, verificando que el informe, los diagramas, la evidencia del lab, el ci.yml y la presentacion esten los cinco dentro del mismo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final en ExamLab (módulo Proyectos) + pitch de 5–8 min sustentado hoy en clase + Q&amp;A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paquete se sube a ExamLab (https://examlab.lovable.app/ · módulo Proyectos)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 bloque de sustentaciones.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sustentación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con Q&amp;A: no se acepta video grabado en su lugar.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PI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Sustentar en vivo el PI CloudLite App y entregar el paquete 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final en ExamLab (módulo Proyectos) + pitch de 5–8 min sustentado hoy en clase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