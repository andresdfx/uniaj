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ExamLab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subido a ExamLab 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 ExamLab (módulo Proyectos) + pitch de 5–8 min sustentado hoy en clase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construye: 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defiende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ya está en el paquete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ordena la sesión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el paquete ya subido a ExamLab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 (no se sube presentando).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Pitch y portafolio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del paquete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Sustentación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2: escriban en ExamLab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4: ensayen el pitch con cronometro ANTES de la sesion y registren la tabla de tiempos reales por seccion con quien hablo en cada una, verificando que el tiempo total quede entre 5 y 8 minutos; la sustentacion se hace EN VIVO en la sesion de clase, con preguntas del docente al cierre, no con un video grabado.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ExamLab (modulo Proyectos) ANTES de su turno de sustentacion,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en ExamLab (módulo Proyectos) + pitch de 5–8 min sustentado hoy en clase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paquete se sube a ExamLab (https://uniaj.examlab.workers.dev/ · módulo Proyectos)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bloque de sustentaciones.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sustentación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con Q&amp;A: no se acepta video grabado en su lugar.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PI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Sustentar en vivo el PI CloudLite App y entregar el paquete 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en ExamLab (módulo Proyectos) + pitch de 5–8 min sustentado hoy en clase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