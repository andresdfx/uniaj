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  <a:p/>
          <a:p>
            <a:r>
              <a:t>(Sobre la actividad, no se proyecta) Quien solo llega a la primera capa esta leyendo el diagrama en voz alta y no deberia obtener los puntos de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  <a:p/>
          <a:p>
            <a:r>
              <a:t>(Sobre la actividad, no se proyecta)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Q&amp;A tecnico tiene tres tipos de pregunta y conviene que el docente los reconozca para dosificarlos.</a:t>
            </a:r>
          </a:p>
          <a:p/>
          <a:p>
            <a:r>
              <a:t>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Improvisar un dato falso, en cambio, se detecta con una sola pregunta de seguimiento y cuesta mucho mas que admitir el limite.</a:t>
            </a:r>
          </a:p>
          <a:p/>
          <a:p>
            <a:r>
              <a:t>(Sobre la actividad, no se proyecta) El Q&amp;A escrito que pide el taller (tres preguntas duras que el propio estudiante se haria, con su respuesta) no reemplaza nada: es la preparacion del Q&amp;A en vivo, y en la practica el estudiante que lo escribio en serio responde mucho mejor cuando la pregunta llega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cerrar la duda sobre las herramientas, porque algun estudiante la trae: el curso prohibio la nube de pago por razones pedagogicas y de equidad, no porque draw.io, Killercoda y GitHub Actions sean juguetes.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Sustentar una arquitectura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Tema: sustentar una arquitectura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justificar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describir · cierre del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sustentar no es describir.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Presentaciones en vivo: pitch corto y preguntas técnicas.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curso: lo aprendido y la práctica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no es describir, y esa distincion es el eje de toda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CloudLite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lo que vale no es describir bien sino justificar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 que se aplica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«CloudLite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operativa para el docente es simple: ante cada afirmacion, preguntar «a cambio de que», y no aceptar la respuesta «de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artefacto que sostiene esa tercera capa es el ADR, o Architecture Decision Record: un documento corto, de una pagina como maximo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registra UNA sola decision con las seis secciones rotuladas que el curso fijo en la Clase 2 y que no han cambiado desde 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ya produjeron el ADR-001 en la Clase 2, cuando decidieron el modelo de servicio dominante entre IaaS, PaaS y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lo largo del curso debieron acumular tres o cuatro mas: contenedores frente a maquinas virtuales (Clase 3), donde poner la frontera entre servicios (Clase 4), y que se escala y que no (Clase 13).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sustentacion el ADR no se lee en voz alta: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CloudLite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calidad que se anuncio desde el checkpoint de la Clase 11 es la regla de los 60 segundos: quien sustenta debe poder explicar CUALQUIER parte del sistema en 60 segundos, sin buscar en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es individual por defecto, asi que en la mayoria de los casos ese "quien" es el propio autor y la regla se comprueba 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autorizo un equipo de dos o tres, la regla se vuelve exigente y se lee asi: CUALQUIER integrante debe poder explicar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casi siempre genera la primera pregunta real del estudiante: «podemos repartirnos los temas y que cada uno prepare solo el suyo?».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verificacion comprueba que el estudiante hizo lo que dice: «muestreme el archivo.yml del workflow» o «en que linea del Dockerfile esta la imagen base y por que eligieron una variante alpine».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CloudLite se rompe primero y como se darian cuenta».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segunda pregunta previsible del estudiante: «y si no sabemos la respuesta?».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 de la sesion, porque es lo que decide como se prepara el estudiante: la Clase 15 se dicta en la ultima sesion del semestre (16 de noviembre) como sustentacion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Sincrona, con turnos de unos 6 minutos de pitch y 2 a 4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la practica profesional, porque de eso depende que el estudiante conserve el material en vez de borrarlo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contenedores, el Dockerfile y el pipeline que el estudiante escribio son los mismos artefactos que se producen con una cuenta corporativa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aprende en un free tier es justamente lo que si se aprendio aqui, que es razonar el trade-off.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