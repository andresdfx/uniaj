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«usamos Docker porque el mismo artefacto corre igual en el laboratorio y en produccion» si justifica.</a:t>
            </a:r>
          </a:p>
          <a:p/>
          <a:p>
            <a:r>
              <a:t>(No se proyecta) Sustentar no es describir, y esa distincion es el eje de toda la clase.</a:t>
            </a:r>
          </a:p>
          <a:p/>
          <a:p>
            <a:r>
              <a:t>(No se proyecta) Conviene fijar el termino con precision: una decision de arquitectura es una eleccion que afecta la estructura del sistema, es costosa de revertir una vez implementada, y tiene al menos una alternativa razonable que se descarto.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Quien llega a la segunda esta justificando.</a:t>
            </a:r>
          </a:p>
          <a:p/>
          <a:p>
            <a:r>
              <a:t>Quien llega a la tercera esta sustentando como un arquitecto, porque demuestra que conocia el costo de su decision antes de tomarla y aun asi la tomo.</a:t>
            </a:r>
          </a:p>
          <a:p/>
          <a:p>
            <a:r>
              <a:t>(No se proyecta) Existe una prueba practica de tres capas que el docente puede aplicar en voz alta a cualquier afirmacion del estudiante, y conviene ensenarla antes de que empiecen las presentaciones.</a:t>
            </a:r>
          </a:p>
          <a:p/>
          <a:p>
            <a:r>
              <a:t>(No se proyecta) Quien solo llega a la primera capa esta leyendo el diagrama en voz alta y no deberia obtener los puntos de sustentacion.</a:t>
            </a:r>
          </a:p>
          <a:p/>
          <a:p>
            <a:r>
              <a:t>(No se proyecta) La instruccion operativa para el docente es simple: ante cada afirmacion, preguntar «a cambio de que», y no aceptar la respuesta «de nada».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Estado, «Aceptado» mas la fecha en que se decidio.</a:t>
            </a:r>
          </a:p>
          <a:p/>
          <a:p>
            <a:r>
              <a:t>Decision, en una frase afirmativa y en presente.</a:t>
            </a:r>
          </a:p>
          <a:p/>
          <a:p>
            <a:r>
              <a:t>Alternativas descartadas, exactamente dos, cada una con la razon concreta del descarte.</a:t>
            </a:r>
          </a:p>
          <a:p/>
          <a:p>
            <a:r>
              <a:t>Citar un ADR por numero le dice al evaluador que existe una traza escrita y verificable, no una improvisacion del momento; es la diferencia entre quien decidio y quien recuerda.</a:t>
            </a:r>
          </a:p>
          <a:p/>
          <a:p>
            <a:r>
              <a:t>(No se proyecta) El artefacto que sostiene esa tercera capa es el ADR, o Architecture Decision Record: un documento corto, de una pagina como maximo, que registra UNA sola decision con las seis secciones rotuladas que el curso fijo en la Clase 2 y que no han cambiado desde entonces.</a:t>
            </a:r>
          </a:p>
          <a:p/>
          <a:p>
            <a:r>
              <a:t>(No se proyecta) Los estudiantes ya produjeron el ADR-001 en la Clase 2, cuando decidieron el modelo de servicio dominante entre IaaS, PaaS y SaaS; a lo largo del curso debieron acumular tres o cuatro mas: contenedores frente a maquinas virtuales (Clase 3), donde poner la frontera entre servicios (Clase 4), y que se escala y que no (Clase 13).</a:t>
            </a:r>
          </a:p>
          <a:p/>
          <a:p>
            <a:r>
              <a:t>(No se proyecta) En la sustentacion el ADR no se lee en voz alta: se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La razon es concreta y el docente debe decirla: si el estudiante trae veinte diapositivas, no termina, corre las ultimas, y las ultimas suelen ser justamente las de seguridad, costos y escalabilidad, donde estan los puntos de la rubrica que menos se defienden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razon no es castigar.</a:t>
            </a:r>
          </a:p>
          <a:p/>
          <a:p>
            <a:r>
              <a:t>Ese ejercicio suele revelar en cinco minutos lo que la nota habria revelado demasiado tarde.</a:t>
            </a:r>
          </a:p>
          <a:p/>
          <a:p>
            <a:r>
              <a:t>(No se proyecta) El criterio de calidad que se anuncio desde el checkpoint de la Clase 11 es la regla de los 60 segundos: quien sustenta debe poder explicar CUALQUIER parte del sistema en 60 segundos, sin buscar en el informe.</a:t>
            </a:r>
          </a:p>
          <a:p/>
          <a:p>
            <a:r>
              <a:t>(No se proyecta) El trabajo es individual por defecto, asi que en la mayoria de los casos ese "quien" es el propio autor y la regla se comprueba sola; cuando el docente autorizo un equipo de dos o tres, la regla se vuelve exigente y se lee asi: CUALQUIER integrante debe poder explicar CUALQUIER parte.</a:t>
            </a:r>
          </a:p>
          <a:p/>
          <a:p>
            <a:r>
              <a:t>(No se proyecta) Esto casi siempre genera la primera pregunta real del estudiante: «podemos repartirnos los temas y que cada uno prepare solo el suyo?».</a:t>
            </a:r>
          </a:p>
          <a:p/>
          <a:p>
            <a:r>
              <a:t>(No se proyecta) La respuesta del docente debe ser: en equipo se puede repartir quien HABLA de cada tema, pero no quien ENTIENDE cada tema, porque el Q&amp;A se dirige al azar; y en modo individual no hay reparto posible, de modo que la pregunta pierde sentido y lo que queda es preparar el sistema completo.</a:t>
            </a:r>
          </a:p>
          <a:p/>
          <a:p>
            <a:r>
              <a:t>(No se proyecta)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/>
          <a:p>
            <a:r>
              <a:t>(No se proyecta)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Improvisar un dato falso, en cambio, se detecta con una sola pregunta de seguimiento y cuesta mucho mas que admitir el limite.</a:t>
            </a:r>
          </a:p>
          <a:p/>
          <a:p>
            <a:r>
              <a:t>(No se proyecta) El Q&amp;A tecnico tiene tres tipos de pregunta y conviene que el docente los reconozca para dosificarlos.</a:t>
            </a:r>
          </a:p>
          <a:p/>
          <a:p>
            <a:r>
              <a:t>(No se proyecta) La pregunta de verificacion comprueba que el estudiante hizo lo que dice: «muestreme el archivo.yml del workflow» o «en que linea del Dockerfile esta la imagen base y por que eligieron una variante alpine».</a:t>
            </a:r>
          </a:p>
          <a:p/>
          <a:p>
            <a:r>
              <a:t>(No se proyecta) Aqui aparece la segunda pregunta previsible del estudiante: «y si no sabemos la respuesta?».</a:t>
            </a:r>
          </a:p>
          <a:p/>
          <a:p>
            <a:r>
              <a:t>(No se proyecta) La respuesta correcta es que decir «no lo medimos» no penaliza si va acompanado de como se mediria: «no medimos el p95 porque no hay trafico real, pero el plan es simular 50 peticiones por segundo y observar la latencia de la API, que es el cuello de botella que sospechamos por lo que vimos en la Clase 12».</a:t>
            </a:r>
          </a:p>
          <a:p/>
          <a:p>
            <a:r>
              <a:t>(No se proyecta) Y conviene ser explicito sobre el formato de la sesion, porque es lo que decide como se prepara el estudiante: la Clase 15 se dicta en la ultima sesion del semestre (16 de noviembre) como sustentacion EN VIVO, sincrona, con turnos de unos 6 minutos de pitch y 2 a 4 de preguntas.</a:t>
            </a:r>
          </a:p>
          <a:p/>
          <a:p>
            <a:r>
              <a:t>(No se proyecta) El Q&amp;A escrito que pide el taller (tres preguntas duras que el propio estudiante se haria, con su respuesta) no reemplaza nada: es la preparacion del Q&amp;A en vivo, y en la practica el estudiante que lo escribio en serio responde mucho mejor cuando la pregunta llega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El cierre del curso debe conectar lo hecho con la practica profesional, porque de eso depende que el estudiante conserve el material en vez de borrarlo al terminar el semestre.</a:t>
            </a:r>
          </a:p>
          <a:p/>
          <a:p>
            <a:r>
              <a:t>(No se proyecta) Conviene tambien cerrar la duda sobre las herramientas, porque algun estudiante la trae: el curso prohibio la nube de pago por razones pedagogicas y de equidad, no porque draw.io, Killercoda y GitHub Actions sean juguetes.</a:t>
            </a:r>
          </a:p>
          <a:p/>
          <a:p>
            <a:r>
              <a:t>(No se proyecta) El diagrama de contenedores, el Dockerfile y el pipeline que el estudiante escribio son los mismos artefactos que se producen con una cuenta corporativa; lo que no se aprende en un free tier es justamente lo que si se aprendio aqui, que es razonar el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Sustentar una arquitectura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Tema: sustentar una arquitectura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justificar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describir · cierre del 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sustentar no es describir.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Presentaciones en vivo: pitch corto y preguntas técnicas.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curso: lo aprendido y la práctica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dominio → modelo de servicio → contenedor → Containers → seguridad → despliegue → CI y monitoreo → costos → rendimiento → escala.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paso fue una decisión con su trade-off escrito: eso es lo que se lleva a la práctica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por decisión importante permite, años después, saber por qué el sistema es como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un artefacto es decir que contiene: «este es el diagrama de despliegue de la app, aqui esta el contenedor de la API, aqui la base de datos».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no de otra forma, y que se acepto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eleccion no cumple esas tres condiciones no es arquitectura sino detalle de implementacion: elegir el nombre de una variable no es arquitectura, elegir si el frontend y la API viven en el mismo contenedor si lo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tomar esa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decision de arquitectura sin trade-off, y cuando un estudiante afirma que su opcion es mejor en todo, lo que ocurre en realidad es que todavia no encontro que perdio.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la sustentacion de hoy se apoya en esta distincion, porque lo que vale no es describir bien sino justificar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de las dos formas en la app: describir es «la API corre en un contenedor sobre PaaS»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Justificar es «la API corre sobre PaaS porque el equipo es de 1 persona y no puede operar parches del sistema operativo; a cambio aceptamos menos control sobre la red».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responder con la tecnologia en lugar de la razon: «usamos Docker» no justifica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QUE: «la app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capa, A CAMBIO DE QUE: «a cambio de perder el aislamiento fuerte que da una maquina virtual completa, y de asumir que si el host cae, caen todos los servicios a la vez porque comparten el mismo kernel».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Titulo, con el numero consecutivo, que es justamente por lo que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Contexto, es decir que problema se estaba resolviendo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consecuencias, donde se escribe lo bueno, lo malo y lo neutro que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profesional es «esta decision esta registrada en el ADR-002, y el trade-off que aceptamos fue perder portabilidad entre proveedores», con el numero del ADR visible en la diapositiva.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tecnico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que funciona, y que es convencion de industria y no regla dura, es el siguiente: 45 a 60 segundos para el problema y el dominio, es decir que hace la app y para quien, sin nombrar una sola tecnologia todavia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arquitectura, apoyandose en el diagrama de contexto y el de contenedores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45 segundos para el punto debil declarado, lo que no escala o lo que no se midio; y 30 segundos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 para tropiezos.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de diapositivas es una idea por diapositiva y un maximo de ocho diapositivas para ocho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gastar la mitad del tiempo en el dominio: el problema se cuenta en 1 minuto, y el resto es arquitectura y decisiones.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Otro es leer las diapositivas: la diapositiva muestra el diagrama y la persona explica la decision; si el texto proyectado y lo dicho son iguales, sobra uno de los 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diagrama; un sistema que solo una persona entiende es un riesgo operativo con nombre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profundizacion empuja un nivel mas alla de lo presentado: «por que la base de datos no esta en el mismo contenedor que la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hipotetica, o what-if, evalua si el diseno se entiende como sistema y no como dibujo: «si el trafico se multiplica por diez el lunes, que pieza de la app se rompe primero y como se darian cuenta».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justamente el instrumento que verifica autoria y no tiene sustituto asincronico.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presenta una propuesta a pares y a arquitectos mas experimentados cuyo trabajo explicito es buscarle el punto debil antes de que ese punto debil cueste dinero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que se pregunta ahi es exactamente lo mismo que hoy, es decir que decidieron, que descartaron, que aceptaron perder, y como sabran si se equivocaron.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= decisiones estructurales con sus razones y consecuencias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Context, Containers y Deployment cuentan el mismo sistema desde tres ángulos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