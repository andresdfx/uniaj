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la plataforma del curso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subido a la plataforma del curso 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 la plataforma del curso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el paquete ya subido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Pitch y portafolio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del paquete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escriban en la plataforma del curso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la plataforma del curso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la plataforma del curso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la plataforma del curso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la plataforma del curso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