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ExamLab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subido a ExamLab 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en ExamLab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Ten el paquete ya subido a ExamLab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Pitch y portafolio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del paquete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ExamLab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ExamLab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ExamLab (https://uniaj.examlab.workers.dev/ · módulo Proyectos)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ExamLab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