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1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hasta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 empezar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