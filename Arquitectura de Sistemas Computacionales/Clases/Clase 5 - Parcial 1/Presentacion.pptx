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Hoy es el parcial: no hay tema nuevo en esta sesión.</a:t>
            </a:r>
          </a:p>
          <a:p/>
          <a:p>
            <a:r>
              <a:t>Entra lo visto en el corte hasta hoy.</a:t>
            </a:r>
          </a:p>
          <a:p/>
          <a:p>
            <a:r>
              <a:t>Sesión virtual síncrona por Google Meet.</a:t>
            </a:r>
          </a:p>
          <a:p/>
          <a:p>
            <a:r>
              <a:t>Duración aproximada: 90–100 min dentro del bloque de 120.</a:t>
            </a:r>
          </a:p>
          <a:p/>
          <a:p>
            <a:r>
              <a:t>El enunciado y el canal de entrega se comparten al empezar.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828800" cy="7971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69CCB"/>
                </a:solidFill>
                <a:latin typeface="Calibri"/>
              </a:rPr>
              <a:t>Clase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Parcial 1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269CCB"/>
                </a:solidFill>
                <a:latin typeface="Calibri"/>
              </a:rPr>
              <a:t>Solo evaluación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772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Calibri"/>
              </a:rPr>
              <a:t>Hoy es el parcial: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no hay tema nuevo.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Bloque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120 min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sesión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virtual síncrona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por Google Meet.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Indicaciones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2175828"/>
            <a:ext cx="6010497" cy="2853814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udents-writing-ex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2248980"/>
            <a:ext cx="5864193" cy="27075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Foto: This And No Internet 25 · Pexels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Hoy es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parcial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no hay tema nuevo en esta sesión.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Entra lo visto en el corte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hasta hoy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Sesión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virtual síncrona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por Google Meet.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Duración aproximada: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90–100 min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dentro del bloque de 120.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Parcial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Hoy solo se evalúa el corte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El tema continúa la próxima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Solo evaluación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