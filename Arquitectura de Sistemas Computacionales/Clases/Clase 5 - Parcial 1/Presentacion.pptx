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 (día solo evaluación)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síncrono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