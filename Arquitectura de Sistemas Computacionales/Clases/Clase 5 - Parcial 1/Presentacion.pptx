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1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ni taller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es solo el parcial: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no hay tema nuevo ni taller del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El enunciado se comparte al empezar ·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distribuye 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1 · Clase 2 · Clase 3 · Clase 4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B. Emparejamiento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C. Desarrollo arquitectónico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D. Caso de diseño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nota = puntos / 20 · este parcial pesa 10% del Corte 1 (30%).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Tiempo previsto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CloudLite continúa en la siguiente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