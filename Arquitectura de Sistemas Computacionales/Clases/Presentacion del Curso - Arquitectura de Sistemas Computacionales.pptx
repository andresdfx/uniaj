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todas las sesiones son virtuales síncronas por Meet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incluidos la sesión 1 y los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b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