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Clase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Clase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Clases 1–15 · grupo 6303C · lunes 10:00–12:00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(17/08)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(07/09) · Parcial 1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Monitoreo, optimización y CI/CD (28/09)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(05/10) · Parcial 2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(19/10)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Pruebas de rendimiento y preparación final (26/10)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Parcial 3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lay_with_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Play with Docker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(4h)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