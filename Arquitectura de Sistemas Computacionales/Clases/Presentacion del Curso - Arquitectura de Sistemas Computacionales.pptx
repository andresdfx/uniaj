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Arquitectura de Sistemas Computacionales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Enfoque cloud · Proyecto Integrador CloudLite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FI303380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6303C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Lunes 10:00 – 12:00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(120 min)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Modalidad: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99632"/>
            <a:ext cx="11277295" cy="18288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095292"/>
                </a:solidFill>
                <a:latin typeface="Calibri"/>
              </a:rPr>
              <a:t>Inicio de clase: </a:t>
            </a:r>
            <a:r>
              <a:rPr sz="1600" b="1" i="0">
                <a:solidFill>
                  <a:srgbClr val="095292"/>
                </a:solidFill>
                <a:latin typeface="Calibri"/>
              </a:rPr>
              <a:t>10:10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 · Speaker Tecnológico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6674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3648456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Comprender y aplicar modelos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infraestructura moderna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enfoque en arquitecturas en la nube.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Diseñar, desplegar y optimizar sistemas distribuidos, escalables y seguros.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Práctica al servicio del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Proyecto Integrador CloudLite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(diagramas, labs gratis, CI/CD conceptual).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diseño, implementación y gestión de arquitecturas en entornos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 y resultados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diseñar e implementar arquitecturas con cloud, virtualización y escalabilidad.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Comprende y aplica modelos de servicio cloud (IaaS, PaaS, SaaS).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Configura entornos virtualizados y despliega sistemas distribuidos.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Evalúa seguridad, rendimiento y sostenibilidad de arquitecturas en la nube.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trabajamos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Sesión 0 (hoy)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encuadre del curso + evaluación +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socialización del Proyecto Integrador CloudLite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+ herramientas.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1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diagnóstico + arranque del primer tema (introducción a arquitecturas cloud) — mismo bloque de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la sesión 2 en adelante, cada sesión sigue la misma estructura: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Teoría Core breve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Taller PI CloudLite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cierre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Modalidad: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todas las sesiones son virtuales síncronas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incluidos la sesión 1 y los parciales (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5 / 9 / 12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); festivos =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autónoma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 Dos sesiones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dobles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(dos temas en un bloque) y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sesión 13 (16/11)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sustentaciones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gratis + navegador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(sin cloud de pago ni Docker Desktop). Talleres y quices/parciales se entregan y se presentan 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plataforma del curso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no es la plataforma oficial de la UNIAJC, la usamos solo para esto; la dirección y tus datos de acceso llegan en el correo de bienvenida.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Hilo conductor de todo el semestre: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Proyecto Integrador CloudLite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 (Acuerdo pedagógico)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24/08 – 27/09/2026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1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(21/09 · sesión 5)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o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28/09 – 25/10/2026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2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(19/10 · sesión 9)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o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26/10 – 22/11/2026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3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(09/11 · sesión 12)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PI CloudLite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Parciales síncronos por Meet · nunca en festivo/autónoma. Día de parcial = solo evaluación.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Sesión 0 + 13 sesiones · grupo 6303C · lunes 10:00–12:00 · los 15 temas se conservan: dos sesiones son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dobles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 y la sesión 13 es de </a:t>
            </a:r>
            <a:r>
              <a:rPr sz="1300" b="1" i="0">
                <a:solidFill>
                  <a:srgbClr val="666666"/>
                </a:solidFill>
                <a:latin typeface="Calibri"/>
              </a:rPr>
              <a:t>sustentaciones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Presentación del curso: logística, evaluación y socialización del PI CloudLite (24/08)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Diagnóstico · Introducción a arquitecturas cloud (24/08)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2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Modelos de servicio IaaS / PaaS / SaaS (31/08)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3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Virtualización y contenedores (07/09)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4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Microservicios y arquitecturas distribuidas (14/09)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5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Parcial 1 (21/09) · virtual síncrona · solo evaluación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6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Seguridad en la nube (28/09)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7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Redes y almacenamiento cloud + Monitoreo, optimización y CI/CD (05/10) · sesión doble · Clases 7+8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8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Costos y sostenibilidad cloud (12/10) · Autónoma (festivo) · material Clase 10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9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Parcial 2 (19/10) · virtual síncrona · solo evaluación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10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Avance del proyecto final (CloudLite) + Pruebas de rendimiento y preparación final (26/10) · sesión doble · Clases 11+12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11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Escalabilidad automática (02/11) · Autónoma (festivo) · material Clase 13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12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Parcial 3 (09/11) · virtual síncrona · solo evaluación</a:t>
            </a:r>
          </a:p>
          <a:p>
            <a:pPr>
              <a:spcAft>
                <a:spcPts val="9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Sesión 13 –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Presentación del proyecto y cierre (16/11) · Sustentación del Proyecto Integrador · material Clase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Proyecto Integrador · CloudLite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Socialización de hoy (Sesión 0):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presentamos el PI completo para que lo tengan claro desde la Clase 1.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Diseño y simulación de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arquitectura cloud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para una aplicación web/API (CloudLite App).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Entregables: diagramas C4/despliegue · lab contenedores (navegador) · CI/CD conceptual · informe + sustentación.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Pesa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20%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el tercer corte; se construye por avances a lo largo del semestre.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Hilo conductor de cada clase regular/autónoma (teoría al servicio del entregable).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Herramientas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Gratis · navegador / free tier · Floci en evaluación (piloto opcional)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331" y="1847087"/>
            <a:ext cx="1220724" cy="1220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3159251"/>
            <a:ext cx="347868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draw.io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C4 · despliegue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3354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3354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calid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485" y="1847087"/>
            <a:ext cx="1220724" cy="12207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56506" y="3159251"/>
            <a:ext cx="347868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Excalidraw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Bocetos de taller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9508" y="1591056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9508" y="1591056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9508" y="1655064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illerco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640" y="1847087"/>
            <a:ext cx="1220724" cy="12207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2660" y="3159251"/>
            <a:ext cx="347868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Killercoda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Lab contenedores · 1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0277" y="4055364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0277" y="4055364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0277" y="4119372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ithub_a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408" y="4311396"/>
            <a:ext cx="1220724" cy="12207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43429" y="5623560"/>
            <a:ext cx="347868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GitHub Actions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CI/CD conceptual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4055364"/>
            <a:ext cx="3624986" cy="2299716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6431" y="4055364"/>
            <a:ext cx="3624986" cy="64008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6431" y="4119372"/>
            <a:ext cx="3624986" cy="2743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am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562" y="4311396"/>
            <a:ext cx="1220724" cy="12207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69583" y="5623560"/>
            <a:ext cx="3478682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la plataforma del curso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66666"/>
                </a:solidFill>
                <a:latin typeface="Calibri"/>
              </a:rPr>
              <a:t>Talleres + quices/parciales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Arquitectura de Sistemas Computacionales ·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FI303380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6303C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Lunes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10:00 – 12:00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Periodo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CloudLite con criterio: escalable, seguro y sostenible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