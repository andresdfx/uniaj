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gRCZsJR/502OCmj0XjnbocP1Vh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</a:t>
            </a:r>
            <a:endParaRPr/>
          </a:p>
          <a:p>
            <a:pPr indent="0" lvl="0" marL="0" marR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Enfoque cloud · Proyecto Integrador CloudLite</a:t>
            </a:r>
            <a:endParaRPr/>
          </a:p>
        </p:txBody>
      </p:sp>
      <p:pic>
        <p:nvPicPr>
          <p:cNvPr descr="logo_uniajc_blanco.png" id="87" name="Google Shape;8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20040"/>
            <a:ext cx="1920240" cy="83696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Código: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Programa: Ingeniería de Sistemas · Facultad de Ingeniería · UNIAJC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Horario: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10:00 – 12:00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(120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Modalidad: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Presencialidad asistida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Docente: Julian Andres Castaño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Inicio de clase: </a:t>
            </a:r>
            <a:r>
              <a:rPr b="1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10:10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Julian Andres Castaño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2560320" y="2057400"/>
            <a:ext cx="91743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Líder Técnico </a:t>
            </a:r>
            <a:endParaRPr sz="17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outlook_icon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36667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7A8C"/>
                </a:solidFill>
                <a:latin typeface="Calibri"/>
                <a:ea typeface="Calibri"/>
                <a:cs typeface="Calibri"/>
                <a:sym typeface="Calibri"/>
              </a:rPr>
              <a:t>julianacastano@profesores.uniajc.edu.co</a:t>
            </a:r>
            <a:endParaRPr/>
          </a:p>
        </p:txBody>
      </p:sp>
      <p:pic>
        <p:nvPicPr>
          <p:cNvPr descr="logo_uniajc_color.png"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879592"/>
            <a:ext cx="1645920" cy="723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Rompe-hielo · Padlet del grupo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Escanea el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o abre el enlace del tablero colaborativo.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Deja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 nota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cada columna: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¿Quién soy? (nombre + una habilidad o hobby)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Expectativa del curso (1 frase)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Pregunta al docente / al grupo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5–8 min · sin instalar · solo navegador.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Enlace: </a:t>
            </a:r>
            <a:r>
              <a:rPr b="1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https://padlet.com/andres_dfx/uniaj-l77e9uu16trgdvcp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padlet_uniajc.png"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1787" y="1554480"/>
            <a:ext cx="320040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QR oficial Padlet UNIAJC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¿Para qué existe este curso?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457200" y="1170432"/>
            <a:ext cx="11277300" cy="29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Comprender y aplicar modelos de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infraestructura moderna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con enfoque en arquitecturas en la nube.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Diseñar, desplegar y optimizar sistemas distribuidos, escalables y seguros.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Práctica al servicio del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(diagramas, labs gratis, CI/CD conceptual).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Objeto de estudio: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diseño, implementación y gestión de arquitecturas en entornos cloud.</a:t>
            </a:r>
            <a:endParaRPr sz="2400"/>
          </a:p>
        </p:txBody>
      </p:sp>
      <p:sp>
        <p:nvSpPr>
          <p:cNvPr id="125" name="Google Shape;125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 y resultados de aprendizaje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457200" y="1170432"/>
            <a:ext cx="112773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diseñar e implementar arquitecturas con cloud, virtualización y escalabilidad.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RAA1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Comprende y aplica modelos de servicio cloud (IaaS, PaaS, SaaS).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RAA2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Configura entornos virtualizados y despliega sistemas distribuidos.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RAA3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Evalúa seguridad, rendimiento y sostenibilidad de arquitecturas en la nube.</a:t>
            </a:r>
            <a:endParaRPr sz="2400"/>
          </a:p>
        </p:txBody>
      </p:sp>
      <p:sp>
        <p:nvSpPr>
          <p:cNvPr id="134" name="Google Shape;134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 en clase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457200" y="1170432"/>
            <a:ext cx="11277300" cy="45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(hoy)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encuadre del curso + evaluación +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del Proyecto Integrador CloudLite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+ herramientas.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diagnóstico + arranque del primer tema (introducción a arquitecturas cloud) — mismo bloque de hoy.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 la Clase 2 en adelante, cada sesión sigue la misma estructura: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Teoría Core breve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PI CloudLite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Modalidad: Clase 1 y parciales (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 / 9 / 14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presencial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resto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virtual síncrona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festivos =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Herramientas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gratis + navegador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(sin cloud de pago ni Docker Desktop). Talleres y quices/parciales se entregan/presentan en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(https://examlab.lovable.app/) — no es la plataforma oficial de la UNIAJC, la usamos solo para esto.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todo el semestre: </a:t>
            </a:r>
            <a:r>
              <a:rPr b="1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2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/>
          </a:p>
        </p:txBody>
      </p:sp>
      <p:sp>
        <p:nvSpPr>
          <p:cNvPr id="143" name="Google Shape;143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de evaluación (Acuerdo pedagógico)</a:t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</a:t>
            </a:r>
            <a:endParaRPr/>
          </a:p>
        </p:txBody>
      </p:sp>
      <p:sp>
        <p:nvSpPr>
          <p:cNvPr id="154" name="Google Shape;154;p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55" name="Google Shape;155;p7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10/08 – 13/09/2026</a:t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1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(Clase 5)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Corte 2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14/09 – 18/10/2026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2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(Clase 9)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</a:t>
            </a:r>
            <a:endParaRPr/>
          </a:p>
        </p:txBody>
      </p:sp>
      <p:sp>
        <p:nvSpPr>
          <p:cNvPr id="166" name="Google Shape;166;p7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40%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19/10 – 22/11/2026</a:t>
            </a:r>
            <a:endParaRPr/>
          </a:p>
        </p:txBody>
      </p:sp>
      <p:sp>
        <p:nvSpPr>
          <p:cNvPr id="168" name="Google Shape;168;p7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3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(Clase 14) ·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PI CloudLite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20%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5%</a:t>
            </a:r>
            <a:endParaRPr/>
          </a:p>
        </p:txBody>
      </p:sp>
      <p:sp>
        <p:nvSpPr>
          <p:cNvPr id="169" name="Google Shape;169;p7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Parciales síncronos presenciales · nunca en festivo/autónoma. Día de parcial = solo evaluación.</a:t>
            </a:r>
            <a:endParaRPr/>
          </a:p>
        </p:txBody>
      </p:sp>
      <p:sp>
        <p:nvSpPr>
          <p:cNvPr id="170" name="Google Shape;170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78" name="Google Shape;178;p8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Sesión 0 + Clases 1–15 · grupo 6303C · lunes 10:00–12:00</a:t>
            </a:r>
            <a:endParaRPr/>
          </a:p>
        </p:txBody>
      </p:sp>
      <p:sp>
        <p:nvSpPr>
          <p:cNvPr id="179" name="Google Shape;179;p8"/>
          <p:cNvSpPr txBox="1"/>
          <p:nvPr/>
        </p:nvSpPr>
        <p:spPr>
          <a:xfrm>
            <a:off x="548640" y="1453895"/>
            <a:ext cx="5364300" cy="42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curso: logística, evaluación y socialización del PI CloudLite (10/08)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Diagnóstico · Introducción a arquitecturas cloud (10/08)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2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Modelos de servicio IaaS / PaaS / SaaS (17/08) · Autónoma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3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Virtualización y contenedores (24/08)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4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Microservicios y arquitecturas distribuidas (31/08)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5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1 (07/09) · Parcial 1 · presencial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6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Seguridad en la nube (14/09)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7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Redes y almacenamiento cloud (21/09)</a:t>
            </a:r>
            <a:endParaRPr sz="1800"/>
          </a:p>
        </p:txBody>
      </p:sp>
      <p:sp>
        <p:nvSpPr>
          <p:cNvPr id="180" name="Google Shape;180;p8"/>
          <p:cNvSpPr txBox="1"/>
          <p:nvPr/>
        </p:nvSpPr>
        <p:spPr>
          <a:xfrm>
            <a:off x="6187287" y="1453895"/>
            <a:ext cx="5364300" cy="45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8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Monitoreo, optimización y CI/CD (28/09)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9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2 (05/10) · Parcial 2 · presencial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10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Costos y sostenibilidad cloud (12/10) · Autónoma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11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Avance del proyecto final (CloudLite) (19/10)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12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Pruebas de rendimiento y preparación final (26/10)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13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Escalabilidad automática (02/11) · Autónoma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14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3 (09/11) · Parcial 3 · presencial</a:t>
            </a:r>
            <a:endParaRPr sz="1800"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15 –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proyecto y cierre (16/11) · Autónoma</a:t>
            </a:r>
            <a:endParaRPr sz="1800"/>
          </a:p>
        </p:txBody>
      </p:sp>
      <p:sp>
        <p:nvSpPr>
          <p:cNvPr id="181" name="Google Shape;181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Proyecto Integrador · CloudLite</a:t>
            </a:r>
            <a:endParaRPr/>
          </a:p>
        </p:txBody>
      </p:sp>
      <p:sp>
        <p:nvSpPr>
          <p:cNvPr id="189" name="Google Shape;189;p9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 hoy (Sesión 0):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presentamos el PI completo para que lo tengan claro desde la Clase 1.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Diseño y simulación de una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cloud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para una aplicación web/API (CloudLite App).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Entregables: diagramas C4/despliegue · lab contenedores (navegador) · CI/CD conceptual · informe + sustentación.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Pesa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el tercer corte; se construye por avances a lo largo del semestre.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cada clase regular/autónoma (teoría al servicio del entregable).</a:t>
            </a:r>
            <a:endParaRPr/>
          </a:p>
        </p:txBody>
      </p:sp>
      <p:sp>
        <p:nvSpPr>
          <p:cNvPr id="190" name="Google Shape;190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</a:t>
            </a:r>
            <a:endParaRPr/>
          </a:p>
        </p:txBody>
      </p:sp>
      <p:sp>
        <p:nvSpPr>
          <p:cNvPr id="198" name="Google Shape;198;p10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/ free tier · Floci en evaluación (piloto opcional)</a:t>
            </a:r>
            <a:endParaRPr/>
          </a:p>
        </p:txBody>
      </p:sp>
      <p:sp>
        <p:nvSpPr>
          <p:cNvPr id="199" name="Google Shape;199;p10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C4 · despliegue</a:t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calidraw.png" id="206" name="Google Shape;20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0067" y="1792224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0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Excalidraw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Bocetos de taller</a:t>
            </a:r>
            <a:endParaRPr/>
          </a:p>
        </p:txBody>
      </p:sp>
      <p:sp>
        <p:nvSpPr>
          <p:cNvPr id="208" name="Google Shape;208;p10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lay_with_docker.png" id="211" name="Google Shape;21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96222" y="1792224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Play with Docker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Lab contenedores (4h)</a:t>
            </a:r>
            <a:endParaRPr/>
          </a:p>
        </p:txBody>
      </p:sp>
      <p:sp>
        <p:nvSpPr>
          <p:cNvPr id="213" name="Google Shape;213;p1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ithub_actions.png" id="216" name="Google Shape;21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43913" y="425653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0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CI/CD conceptual</a:t>
            </a:r>
            <a:endParaRPr/>
          </a:p>
        </p:txBody>
      </p:sp>
      <p:sp>
        <p:nvSpPr>
          <p:cNvPr id="218" name="Google Shape;218;p1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221" name="Google Shape;221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70067" y="425653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0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Talleres + quices/parciales</a:t>
            </a:r>
            <a:endParaRPr/>
          </a:p>
        </p:txBody>
      </p:sp>
      <p:sp>
        <p:nvSpPr>
          <p:cNvPr id="223" name="Google Shape;223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pic>
        <p:nvPicPr>
          <p:cNvPr id="224" name="Google Shape;224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43925" y="1812127"/>
            <a:ext cx="1051550" cy="975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230" name="Google Shape;23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1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32" name="Google Shape;232;p11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 ·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10:00 – 12:00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UNIAJC · Ingeniería de Sistemas</a:t>
            </a:r>
            <a:endParaRPr/>
          </a:p>
        </p:txBody>
      </p:sp>
      <p:sp>
        <p:nvSpPr>
          <p:cNvPr id="233" name="Google Shape;233;p11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CloudLite con criterio: escalable, seguro y sostenible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