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Arquitectura de Sistemas Computacionales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Enfoque cloud · Proyecto Integrador CloudLite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6303C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10:00 – 12:00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10:10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Comprender y aplicar modelos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infraestructura moderna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enfoque en arquitecturas en la nube.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Diseñar, desplegar y optimizar sistemas distribuidos, escalables y seguros.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Práctica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(diagramas, labs gratis, CI/CD conceptual).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diseño, implementación y gestión de arquitecturas en entornos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arquitecturas con cloud, virtualización y escalabilidad.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Comprende y aplica modelos de servicio cloud (IaaS, PaaS, SaaS).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Configura entornos virtualizados y despliega sistemas distribuidos.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Evalúa seguridad, rendimiento y sostenibilidad de arquitecturas en la nube.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encuadre del curso + evaluación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herramientas.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diagnóstico + arranque del primer tema (introducción a arquitecturas cloud)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 la sesión 2 en adelante, cada sesión sigue la misma estructura: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 breve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PI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todas las sesiones son virtuales síncronas por Meet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incluidos la sesión 1 y los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Dos sesiones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(dos temas en un bloque) y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(16/11)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cloud de pago ni Docker Desktop).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sesión 12)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CloudLite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por Meet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+ 13 sesiones · grupo 6303C · lunes 10:00–12:00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y la sesión 13 es de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sustentaciones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logística, evaluación y socialización del PI CloudLite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Diagnóstico · Introducción a arquitecturas cloud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Modelos de servicio IaaS / PaaS / SaaS (31/08)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Virtualización y contenedores (07/09)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Microservicios y arquitecturas distribuidas (14/09)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1 (21/09) · virtual síncrona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Seguridad en la nube (28/09)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Redes y almacenamiento cloud + Monitoreo, optimización y CI/CD (05/10) · sesión doble · Clases 7+8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Costos y sostenibilidad cloud (12/10) · Autónoma (festivo) · material Clase 10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2 (19/10) · virtual síncrona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Avance del proyecto final (CloudLite) + Pruebas de rendimiento y preparación final (26/10) · sesión doble · Clases 11+12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Escalabilidad automática (02/11) · Autónoma (festivo) · material Clase 13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3 (09/11) · virtual síncrona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proyecto y cierre (16/11) · Sustentación del Proyecto Integrador · material 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 ·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 y simulación de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 cloud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una aplicación web/API (CloudLite App).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Entregables: diagramas C4/despliegue · lab contenedores (navegador) · CI/CD conceptual · informe + sustentación.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corte; se construye por avances a lo largo del semestre.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cada clase regular/autónoma (teoría al servicio del entregable).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/ free tier · Floci en evaluación (piloto opcional)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· despliegue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de 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killerco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Killercoda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contenedores · 1 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ithub_ac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CI/CD conceptual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de Sistemas Computacionales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6303C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10:00 – 12:00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CloudLite con criterio: escalable, seguro y sostenible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