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Esta clase se dicta en sesion virtual sincrona, en el mismo bloque de 120 minutos de siempre: hay explicacion en vivo, taller acompanado y tiempo para preguntar, asi que este fundamento es material del docente para dictar y no una lectura que reemplace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modelos de servicio se distinguen exactamente por donde se traza la linea que separa lo que administra el proveedor de lo que administra 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 el trade-off central, que se escribe como regla practica: a mas abstraccion, menos control y menos trabajo operativo.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mostrar la diferencia entre contexto y analisis con el ejemplo, porque es donde se pierde la seccion 3 completa.</a:t>
            </a:r>
          </a:p>
          <a:p/>
          <a:p>
            <a:r>
              <a:t>Eso es contexto: son restricciones, no teoria.</a:t>
            </a:r>
          </a:p>
          <a:p/>
          <a:p>
            <a:r>
              <a:t>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  <a:p/>
          <a:p>
            <a:r>
              <a:t>(Sobre la actividad, no se proyecta) El reparto en la plataforma es que las cinco primeras van en la pregunta 6 y la sexta en la pregunta 7, pero es UN solo documento, y conviene decirlo en voz alta porque el estudiante que lo entienda como dos ejercicios sueltos repite la decision en las consecuencias y pierde puntos.</a:t>
            </a:r>
          </a:p>
          <a:p/>
          <a:p>
            <a:r>
              <a:t>(Sobre la actividad, no se proyecta) No hay seccion de «opciones consideradas»: ese analisis es la matriz de la pregunta 5, y en el ADR solo quedan las dos alternativas que se descartaron.</a:t>
            </a:r>
          </a:p>
          <a:p/>
          <a:p>
            <a:r>
              <a:t>(Sobre la actividad, no se proyecta) «Existen tres modelos de servicio y hay que elegir uno» NO es contexto, es el apunte de clase, y esa confusion es el error dominante de la pregunta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En IaaS el estudiante ya conoce DigitalOcean o AWS EC2 de oidas aunque no tenga cuenta; en PaaS, Render, Railway o Heroku son los que de verdad va a usar en el taller de hoy y en la Clase 3; en SaaS, Gmail o Notion le sirven para entender que «usted solo configura» no es un eufemismo, de verdad no hay nada que desplegar.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Tres preguntas salen en voz alta en esta clase casi sin falta y conviene tener la respuesta lista, porque las tres se contestan en treinta segundos y desbloquean el taller.</a:t>
            </a:r>
          </a:p>
          <a:p/>
          <a:p>
            <a:r>
              <a:t>(Sobre la actividad, no se proyecta) El segundo error es dejar pasar ADR sin consecuencias negativas, y como esta clase tiene encuentro sincronico no hay excusa para no corregirlo en el momento: al pasar por los grupos en el tramo de taller, pregunte «que perdieron al elegir eso» antes de que el documento se suba.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Ejemplos: IaaS = una máquina virtual (EC2, Droplet) · PaaS = Render, Railway, Heroku · SaaS = correo corporativo, proveedor de identidad.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CloudLite Turnos: API en PaaS, base de datos gestionada y correo como SaaS — tres modelos en un mismo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página: las 6 secciones son UN solo documento,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CloudLite App, tres a cinco capacidades, sus actores y un diagrama de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CloudLite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elige un modelo unico para todo el sistema: se elige por componente y se justifica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decision se registra en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CloudLite Turnos diria en CONTEXTO: la barberia agenda por mensajeria y pierde alrededor de tres turnos diarios por doble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CloudLite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plantilla de ADR: los seis apartados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 · Modelo de servicio dominante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Aceptada · 2026-09-01 · decide: &lt;su nombre&gt;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&lt;que problema del dominio obliga a decidir esto, en 3 o 4 lineas&gt;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Alternativas consideradas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  — &lt;que ganaria y que costaria en SU dominio&gt;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PaaS  — &lt;idem&gt;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 — &lt;idem&gt;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adopta &lt;IaaS|PaaS|SaaS&gt; como modelo dominante porque &lt;criterio&gt;.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Justificacion contra los atributos de calidad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&lt;el atributo de la Clase 1 que esta decision favorece, y el que sacrifica&gt;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Positivas: &lt;...&gt;   Negativas: &lt;...&gt;   A revisar si: &lt;condicion&gt;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despues: es su identidad.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CloudLite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