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IaaS el proveedor entrega maquina, red y disco; en PaaS tambien el sistema operativo y el runtime; en SaaS la aplicacion completa.</a:t>
            </a:r>
          </a:p>
          <a:p/>
          <a:p>
            <a:r>
              <a:t>(No se proyecta) Esta clase se dicta en sesion virtual sincrona, en el mismo bloque de 120 minutos de siempre: hay explicacion en vivo, taller acompanado y tiempo para preguntar, asi que este fundamento es material del docente para dictar y no una lectura que reemplace la clase.</a:t>
            </a:r>
          </a:p>
          <a:p/>
          <a:p>
            <a:r>
              <a:t>(No se proyecta)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modelos de servicio se distinguen exactamente por donde se traza la linea que separa lo que administra el proveedor de lo que administra el cliente.</a:t>
            </a:r>
          </a:p>
          <a:p/>
          <a:p>
            <a:r>
              <a:t>(No se proyecta) Nada mas y nada menos: si el estudiante entiende esa frase, entendio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(No se proyecta) 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  <a:p/>
          <a:p>
            <a:r>
              <a:t>(No se proyecta) Esos numeros son ordenes de magnitud tipicos que varian entre proveedores, no constantes; lo estructural es el patron, porque gratis siempre implica limites de memoria, de horas y de latencia en frio, y el estudiante debe anticiparlo en su diseno en vez de descubrirlo la noche antes de la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 el trade-off central, que se escribe como regla practica: a mas abstraccion, menos control y menos trabajo operativo.</a:t>
            </a:r>
          </a:p>
          <a:p/>
          <a:p>
            <a:r>
              <a:t>(No se proyecta)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/>
          <a:p>
            <a:r>
              <a:t>(No se proyecta) Subir de IaaS a PaaS reduce la superficie de responsabilidad del cliente, pero nunca la elimina, y esa idea es el punto de partida literal de la Clase 6.</a:t>
            </a:r>
          </a:p>
          <a:p/>
          <a:p>
            <a:r>
              <a:t>(No se proyecta) Pero hay un tercer eje que el estudiante no ve solo, el amarre al proveedor o vendor lock-in, que es el costo de mudarse a otro proveedor mas adelante: bajo en IaaS, porque una maquina virtual con Linux se parece a cualquier otra; medio en PaaS, porque el archivo de configuracion y algunos servicios son propietarios; potencialmente alto en SaaS, porque los datos y parte de la logica viven dentro de un producto ajeno.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es contexto: son restricciones, no teoria.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  <a:p/>
          <a:p>
            <a:r>
              <a:t>(No se proyecta) El reparto en la plataforma es que las cinco primeras van en la pregunta 6 y la sexta en la pregunta 7, pero es UN solo documento, y conviene decirlo en voz alta porque el estudiante que lo entienda como dos ejercicios sueltos repite la decision en las consecuencias y pierde puntos.</a:t>
            </a:r>
          </a:p>
          <a:p/>
          <a:p>
            <a:r>
              <a:t>(No se proyecta) No hay seccion de «opciones consideradas»: ese analisis es la matriz de la pregunta 5, y en el ADR solo quedan las dos alternativas que se descartaron.</a:t>
            </a:r>
          </a:p>
          <a:p/>
          <a:p>
            <a:r>
              <a:t>(No se proyecta) Conviene mostrar la diferencia entre contexto y analisis con el ejemplo, porque es donde se pierde la seccion 3 completa.</a:t>
            </a:r>
          </a:p>
          <a:p/>
          <a:p>
            <a:r>
              <a:t>(No se proyecta) Un ADR-001 aceptable para CloudLite Turnos diria en CONTEXTO: la barberia agenda por mensajeria y pierde alrededor de tres turnos diarios por doble reserva;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/>
          <a:p>
            <a:r>
              <a:t>(No se proyecta) «Existen tres modelos de servicio y hay que elegir uno» NO es contexto, es el apunte de clase, y esa confusion es el error dominante de la pregunta 6.</a:t>
            </a:r>
          </a:p>
          <a:p/>
          <a:p>
            <a:r>
              <a:t>(No se proyecta) 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(No se proyecta) Y en CONSECUENCIAS, que es la seccion que los estudiantes dejan a medias, deben aparecer tambien las malas: se acepta un arranque en frio de varios segundos tras inactividad, se acepta no poder afinar el sistema operativo y se acepta un amarre medio al proveedor, mitigado con contenedores.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Proyecte inmediatamente despues de fijar la plantilla del ADR: es el mismo corte de responsabilidades que se acaba de explicar en prosa, ahora dibujado y con un producto reconocible en cada columna.</a:t>
            </a:r>
          </a:p>
          <a:p/>
          <a:p>
            <a:r>
              <a:t>(No se proyecta) Recorrala de abajo hacia arriba y no al reves: senale primero que las tres columnas comparten la misma base (infraestructura), y que lo unico que cambia es hasta donde sube el color amarillo.</a:t>
            </a:r>
          </a:p>
          <a:p/>
          <a:p>
            <a:r>
              <a:t>(No se proyecta) En IaaS el estudiante ya conoce DigitalOcean o AWS EC2 de oidas aunque no tenga cuenta; en PaaS, Render, Railway o Heroku son los que de verdad va a usar en el taller de hoy y en la Clase 3; en SaaS, Gmail o Notion le sirven para entender que «usted solo configura» no es un eufemismo, de verdad no hay nada que desplegar.</a:t>
            </a:r>
          </a:p>
          <a:p/>
          <a:p>
            <a:r>
              <a:t>(No se proyecta) Pregunte en voz alta, senalando la columna de PaaS: «por que la fila de Sistema operativo es celeste aqui y amarilla en IaaS?» La respuesta correcta es que el proveedor la absorbio, no que desaparecio: es el error mas comun, creer que en PaaS el sistema operativo deja de existir en vez de que alguien mas lo administra.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app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Ejemplos: IaaS = una máquina virtual (EC2, Droplet) · PaaS = Render, Railway, Heroku · SaaS = correo corporativo, proveedor de identidad.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la app de turnos: API en PaaS, base de datos gestionada y correo como SaaS — tres modelos en un mismo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la app: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la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página: las 6 secciones son UN solo documento,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respuestas se distinguen por una sola pregunta: hasta que capa administra el proveedor.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creer que un modelo es mejor en abstracto: se elige por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de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la app de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elige un modelo unico para todo el sistema: se elige por componente y se justifica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decision se registra en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la app de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 tiene siete capas, de abajo hacia arriba: red y hardware, virtualizacion, sistema operativo, runtime, middleware, aplicacion y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lo que administra el cliente es todo, desde el sistema operativo hacia arriba; en PaaS son solo la aplicacion y los datos; en SaaS es solo la configuracion y los datos que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Ejemplos reales: una maquina virtual en DigitalOcean es IaaS, un servicio web en Render es PaaS y el correo corporativo es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plantilla de ADR: los seis apartados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 · Modelo de servicio dominante de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Aceptada · 2026-09-01 · decide: &lt;su nombre&gt;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&lt;que problema del dominio obliga a decidir esto, en 3 o 4 lineas&gt;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Alternativas consideradas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  — &lt;que ganaria y que costaria en SU dominio&gt;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PaaS  — &lt;idem&gt;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 — &lt;idem&gt;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adopta &lt;IaaS|PaaS|SaaS&gt; como modelo dominante porque &lt;criterio&gt;.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Justificacion contra los atributos de calidad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&lt;el atributo de la Clase 1 que esta decision favorece, y el que sacrifica&gt;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Positivas: &lt;...&gt;   Negativas: &lt;...&gt;   A revisar si: &lt;condicion&gt;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la app,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la app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despues: es su identidad.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la app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