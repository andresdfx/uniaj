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CloudLite: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se dicta en sesion virtual sincrona, en el mismo bloque de 120 minutos de siempre: hay explicacion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Taller acompanado y tiempo para preguntar, asi que este fundamento es material del docente para dictar y no una lectura que reemplace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lo definido en la Clase 1: cada estudiante ya tiene un dominio para CloudLite App, tres a cinco capacidades, sus actores y un diagrama de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modelos de servicio se distinguen exactamente por donde se traza la linea que separa lo que administra el proveedor de lo que administra 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 y nada menos: si el estudiante entiende esa frase, entendio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Lo que gana es control total, porque puede instalar cualquier version de cualquier cosa, abrir los puertos que quiera y afinar el sistema.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Lo que paga es trabajo operativo permanente, que en la practica se mide en horas de persona por semana dedicadas a aplicar parches de seguridad, rotar certificados y vigilar el espacio en disco.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Para CloudLite Turnos, el ejemplo de la barberia con agendamiento de citas, elegir IaaS significaria que el estudiante se compromete a administrar el sistema operativo donde corren la API y la base de datos; en un curso de doce semanas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Y trabajando solo o con dos companeros, eso consume justamente el tiempo que deberia dedicarse a disenar la arquitectura y a sustentarla.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numeros son ordenes de magnitud tipicos que varian entre proveedores, no constantes; lo estructural es el patron, porque gratis siempre implica limites de memoria, de horas y de latencia en frio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estudiante debe anticiparlo en su diseno en vez de descubrirlo la noche antes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CloudLite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hoy no pide elegir un modelo unico para todo el sistema; pide elegir por componente y justificar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Subir de IaaS a PaaS reduce la superficie de responsabilidad del cliente, pero nunca la elimina, y esa idea es el punto de partida literal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ahi sale el trade-off central, que se escribe como regla practica: a mas abstraccion, menos control y menos trabajo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hay un tercer eje que el estudiante no ve solo, el amarre al proveedor o vendor lock-in, que es el costo de mudarse a otro proveedor mas adelante: bajo en IaaS, porque una maquina virtual con Linux se parece a cualquier otra; medio en PaaS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archivo de configuracion y algunos servicios son propietarios; potencialmente alto en SaaS, porque los datos y parte de la logica viven dentro de un producto ajeno.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concreto es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 y hay que dictarlas tal cual porque son las que la actividad califica: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en la plataforma es que las cinco primeras van en la pregunta 6 y la sexta en la pregunta 7, pero es UN solo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decirlo en voz alta porque el estudiante que lo entienda como dos ejercicios sueltos repite la decision en las consecuencias y pierde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seccion de «opciones consideradas»: ese analisis es la matriz de la pregunta 5, y en el ADR solo quedan las dos alternativas que se descartaron.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ADR-001 aceptable para CloudLite Turnos diria en CONTEXTO: la barberia agenda por mensajeria y pierde alrededor de tres turnos diarios por doble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contexto: son restricciones, no teoria.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«Existen tres modelos de servicio y hay que elegir uno» NO es contexto, es el apunte de clase, y esa confusion es el error dominante de la pregunta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CloudLite Turnos se despliega sobre PaaS.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identidad y correo se consuman como SaaS satelite se aclara aqui y no en la decision, porque el modelo dominante se refiere a la aplicacion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CONSECUENCIAS, que es la seccion que los estudiantes dejan a medias, deben aparecer tambien las malas: se acepta un arranque en frio de varios segundos tras inactividad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acepta no poder afinar el sistema operativo y se acepta un amarre medio al proveedor, mitigado con contenedores.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Proyecte inmediatamente despues de fijar la plantilla del ADR: es el mismo corte de responsabilidades que se acaba de explicar en prosa, ahora dibujado y con un producto reconocible en cada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Recorrala de abajo hacia arriba y no al reves: senale primero que las tres columnas comparten la misma base (infraestructura), y que lo unico que cambia es hasta donde sube el color amarillo.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el estudiante ya conoce DigitalOcean o AWS EC2 de oidas aunque no tenga cuenta; en PaaS, Render, Railway o Heroku son los que de verdad va a usar en el taller de hoy y en la Clase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SaaS, Gmail o Notion le sirven para entender que «usted solo configura» no es un eufemismo, de verdad no hay nada que desplegar.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en voz alta, senalando la columna de PaaS: «por que la fila de Sistema operativo es celeste aqui y amarilla en IaaS?» La respuesta correcta es que el proveedor la absorbio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que desaparecio: es el error mas comun, creer que en PaaS el sistema operativo deja de existir en vez de que alguien mas lo administra.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Cual de los tres modelos es el mejor: ninguno; la pregunta correcta es cual conviene para este componente, con este equipo y en este plazo, y responder que PaaS es mejor sin decir para que es la senal de que el ADR sera de relleno.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mas comun: si elegimos PaaS, para que aprendemos Docker en la Clase 3 si la plataforma se encarga de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usara este mismo ADR para justificar cuantas piezas tendra el sistema, y el Parcial 1 de la Clase 5 evalua la capacidad de ubicar la linea de responsabilidad en cada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IaaS, PaaS y SaaS como catalogos de marcas y no como un modelo conceptual de responsabilidad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el estudiante memoriza nombres de productos que cambiaran en dos periodos y no aprende a preguntar quien administra que capa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Aguas abajo, en la Clase 6 sera incapaz de decir de que es responsable el en materia de seguridad, y en la Clase 10 no podra explicar por que su factura hipotetica sube o baja.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dejar pasar ADR sin consecuencias negativas, y como esta clase tiene encuentro sincronico no hay excusa para no corregirlo en el momento: al pasar por los grupos en el tramo de taller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«que perdieron al elegir eso» antes de que el documento se suba.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que solo lista beneficios no es una decision, es una justificacion escrita despues de los hechos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lo entrega asi llegara a la Clase 11 sin poder explicar ningun trade-off de su arquitectura, que es justamente lo que se le exigira sustentar en la Clase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