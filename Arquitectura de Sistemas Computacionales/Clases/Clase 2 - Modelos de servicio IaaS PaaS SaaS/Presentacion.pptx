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mismo bloque de 120 minutos de siempre: hay explicacion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 acompanado y tiempo para preguntar, asi que este fundamento es material del docente para dictar y no una lectura que reemplace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hoy no pide elegir un modelo unico para todo el sistema; pide elegir por componente y justificar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concreto es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 y hay que dictarlas tal cual porque son las que la actividad califica: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en la plataforma es que las cinco primeras van en la pregunta 6 y la sexta en la pregunta 7, pero es UN solo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decirlo en voz alta porque el estudiante que lo entienda como dos ejercicios sueltos repite la decision en las consecuencias y pierde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seccion de «opciones consideradas»: ese analisis es la matriz de la pregunta 5, y en el ADR solo quedan las dos alternativas que se descartaron.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«Existen tres modelos de servicio y hay que elegir uno» NO es contexto, es el apunte de clase, y esa confusion es el error dominante de la pregunta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el estudiante ya conoce DigitalOcean o AWS EC2 de oidas aunque no tenga cuenta; en PaaS, Render, Railway o Heroku son los que de verdad va a usar en el taller de hoy y en la 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SaaS, Gmail o Notion le sirven para entender que «usted solo configura» no es un eufemismo, de verdad no hay nada que desplegar.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pasar ADR sin consecuencias negativas, y como esta clase tiene encuentro sincronico no hay excusa para no corregirlo en el momento: al pasar por los grupos en el tramo de taller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«que perdieron al elegir eso» antes de que el documento se suba.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 que se califican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 de texto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