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Contexto · Decisión · Alternativas · Consecuencias ·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Máximo 1 página. Lenguaje de arquitectura, no marketing.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citar 2 trade-offs (ej.: control vs velocidad de entrega).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 plantilla completa cabe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ADR-001: Modelo de servicio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MVP academico, un desarrollador (2 o 3 si el docente autorizo equipo), sin presupuesto cloud.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PaaS conceptual + contenedores (portable).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Alternativas descartadas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operamos SO y red -&gt; tiempo que no tenemos.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personalizable;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+ Menos operacion.  - Menos control de red.  ~ Portabilidad 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el ADR no nombra un modelo DOMINANTE y 2 descartes con razon, no es un ADR.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ADR-001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de modelos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relea su ficha y su C4 Context de la Clase 1. No cambie de dominio: las preguntas 5 a 7 se califican sobre el mismo sistema, y el ADR que redacte hoy se reutiliza en el informe del PI y en la sustentacion de la Clase 15.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construya en la pregunta 5 la matriz `Criterio | IaaS | PaaS | SaaS` con las cuatro filas en orden (control, costo cualitativo, operacion, time-to-demo) y maximo 2 lineas por celda; verifique que cada celda nombre una capacidad o una restriccion de SU dominio, y que la fila de operacion no afirme que en PaaS o SaaS usted deja de responder por su propia aplicacion.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redacte en la pregunta 6 el ADR-001 con titulo, estado con fecha, la decision en UNA sola frase con UN modelo dominante, y exactamente 2 alternativas descartadas con el motivo atado a su dominio; verifique que la seccion de decision no nombre dos modelos, porque en ese caso vale cero.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 en la pregunta 7 las consecuencias en los tres ejes (operacion, costo y aprendizaje), con al menos una positiva y una negativa por eje marcadas con + y -, y verifique que al menos una negativa hable de amarre al proveedor o de perdida de control; guarde y continue, que la actividad se entrega completa al cierre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