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ADR del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Decidir modelo dominante (IaaS/PaaS/SaaS) para CloudLite + ADR breve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Quiz/cierre.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Quiz corto / revisión de evidencias.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CloudLite con justificación.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ADR-001: decisión de modelo de servicio + matriz de comparación aplicada al dominio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(opcional)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Contexto · Decisión · Alternativas · Consecuencias · Riesgos.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Máximo 1 página. Lenguaje de arquitectura, no marketing.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Debe citar 2 trade-offs (ej.: control vs velocidad de entrega).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 plantilla completa cabe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ADR-001: Modelo de servicio de CloudLite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Contexto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MVP academico, equipo de 3, sin presupuesto cloud.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Decision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PaaS conceptual + contenedores (portable).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Alternativas descartadas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IaaS: control total, pero operamos SO y red -&gt; tiempo que no tenemos.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como nucleo: no personalizable; solo satelite (auth/email).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Consecuencias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+ Menos operacion.  - Menos control de red.  ~ Portabilidad OK.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 el ADR no nombra un modelo DOMINANTE y 2 descartes con razon, no es un ADR.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Lea las diapositivas y el enunciado del PI (Clases/Proyecto Integrador).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Complete una matriz IaaS/PaaS/SaaS vs su dominio (control, costo cualitativo, operación, time-to-demo).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Redacte ADR-001 (decisión dominante + 2 alternativas descartadas).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Actualice el informe PI (sección «Modelo de servicio»).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Entrega domingo 23:59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mismo doc del PI o anexo.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ADR-001: decisión de modelo de servicio + matriz de comparación aplicada al dominio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Decidir modelo dominante (IaaS/PaaS/SaaS) para CloudLite + ADR breve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ADR-001: decisión de modelo de servicio + matriz de comparación aplicada al dominio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