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ADR del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Contexto · Decisión · Alternativas · Consecuencias ·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Máximo 1 página. Lenguaje de arquitectura, no marketing.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citar 2 trade-offs (ej.: control vs velocidad de entrega).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 plantilla completa cabe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ADR-001: Modelo de servicio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MVP academico, equipo de 3, sin presupuesto cloud.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PaaS conceptual + contenedores (portable).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Alternativas descartadas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operamos SO y red -&gt; tiempo que no tenemos.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personalizable;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+ Menos operacion.  - Menos control de red.  ~ Portabilidad 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el ADR no nombra un modelo DOMINANTE y 2 descartes con razon, no es un ADR.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Lea las diapositivas y el enunciado del PI (Clases/Proyecto Integrador).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Complete una matriz IaaS/PaaS/SaaS vs su dominio (control, costo cualitativo, operación, time-to-demo).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Redacte ADR-001 (decisión dominante + 2 alternativas descartadas).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 el informe PI (sección «Modelo de servicio»).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mismo doc del PI o anexo.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