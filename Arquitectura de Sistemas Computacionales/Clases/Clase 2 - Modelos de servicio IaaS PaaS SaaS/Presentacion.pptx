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hoy es la siguiente en orden logico: si ese sistema va a vivir en la nube, quien administra cada capa de la maquinaria que lo sostiene.</a:t>
            </a:r>
          </a:p>
          <a:p/>
          <a:p>
            <a:r>
              <a:t>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  <a:p/>
          <a:p>
            <a:r>
              <a:t>Las tres respuestas se distinguen por una sola pregunta: hasta que capa administra el proveedor.</a:t>
            </a:r>
          </a:p>
          <a:p/>
          <a:p>
            <a:r>
              <a:t>Un error comun es creer que un modelo es mejor en abstracto: se elige por componente.</a:t>
            </a:r>
          </a:p>
          <a:p/>
          <a:p>
            <a:r>
              <a:t>NOTAS:</a:t>
            </a:r>
          </a:p>
          <a:p/>
          <a:p>
            <a:r>
              <a:t>En IaaS el proveedor entrega maquina, red y disco; en PaaS tambien el sistema operativo y el runtime; en SaaS la aplicacion completa.</a:t>
            </a:r>
          </a:p>
          <a:p/>
          <a:p>
            <a:r>
              <a:t>(No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  <a:p/>
          <a:p>
            <a:r>
              <a:t>(No se proyecta)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Para entender los tres modelos hay que ver primero la pila completa de responsabilidades que existe debajo de cualquier aplicacion</a:t>
            </a:r>
          </a:p>
          <a:p/>
          <a:p>
            <a:r>
              <a:t>De abajo hacia arriba: el edificio y la energia electrica, el hardware fisico (servidores, discos, cableado de red), la capa de virtualizacion que parte ese hardware en maquinas logicas</a:t>
            </a:r>
          </a:p>
          <a:p/>
          <a:p>
            <a:r>
              <a:t>El sistema operativo de cada maquina, el runtime o entorno de ejecucion (por ejemplo Node.js, Python o la maquina virtual de Java) junto con servicios de apoyo como la base de datos</a:t>
            </a:r>
          </a:p>
          <a:p/>
          <a:p>
            <a:r>
              <a:t>Y finalmente el codigo de la aplicacion, sus datos y la administracion de usuarios y permisos.</a:t>
            </a:r>
          </a:p>
          <a:p/>
          <a:p>
            <a:r>
              <a:t>Son ocho o nueve capas segun como se cuente.</a:t>
            </a:r>
          </a:p>
          <a:p/>
          <a:p>
            <a:r>
              <a:t>En el modelo tradicional, llamado on-premise porque los equipos son propios y estan en las instalaciones de la organizacion, todas son responsabilidad del cliente.</a:t>
            </a:r>
          </a:p>
          <a:p/>
          <a:p>
            <a:r>
              <a:t>NOTAS:</a:t>
            </a:r>
          </a:p>
          <a:p/>
          <a:p>
            <a:r>
              <a:t>Los tres modelos de servicio se distinguen exactamente por donde se traza la linea que separa lo que administra el proveedor de lo que administra el cliente.</a:t>
            </a:r>
          </a:p>
          <a:p/>
          <a:p>
            <a:r>
              <a:t>(No se proyecta) Nada mas y nada menos: si el estudiante entiende esa frase, entendio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IaaS, infraestructura como servicio, corta la linea justo encima de la virtualizacion: el proveedor entrega maquinas virtuales, redes y discos</a:t>
            </a:r>
          </a:p>
          <a:p/>
          <a:p>
            <a:r>
              <a:t>Y el cliente recibe una maquina practicamente vacia con un sistema operativo que debe actualizar, endurecer, monitorear y respaldar el mismo.</a:t>
            </a:r>
          </a:p>
          <a:p/>
          <a:p>
            <a:r>
              <a:t>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/>
          <a:p>
            <a:r>
              <a:t>El cliente pierde el acceso a la maquina, porque ya no hay un servidor donde entrar por consola</a:t>
            </a:r>
          </a:p>
          <a:p/>
          <a:p>
            <a:r>
              <a:t>Y gana velocidad: un despliegue que en IaaS implica preparar una imagen, configurar el servicio y probar la red, en PaaS se reduce a subir el codigo al repositorio.</a:t>
            </a:r>
          </a:p>
          <a:p/>
          <a:p>
            <a:r>
              <a:t>Los niveles gratuitos tipicos de este modelo ofrecen del orden de 512 MB de memoria por instancia, una cantidad limitada de horas de ejecucion al mes y suspension automatica del servicio tras unos 15 minutos sin trafico</a:t>
            </a:r>
          </a:p>
          <a:p/>
          <a:p>
            <a:r>
              <a:t>Lo que produce el efecto conocido como arranque en frio: la primera peticion despues de la inactividad puede tardar varios segundos en lugar de milisegundos.</a:t>
            </a:r>
          </a:p>
          <a:p/>
          <a:p>
            <a:r>
              <a:t>SaaS, software como servicio, lleva la linea hasta arriba: el proveedor administra la aplicacion completa y el cliente solo la configura y la usa, sin desplegar nada.</a:t>
            </a:r>
          </a:p>
          <a:p/>
          <a:p>
            <a:r>
              <a:t>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/>
          <a:p>
            <a:r>
              <a:t>Y aqui esta el punto que casi siempre se pierde: los tres modelos no son excluyentes y un sistema real los combina.</a:t>
            </a:r>
          </a:p>
          <a:p/>
          <a:p>
            <a:r>
              <a:t>La arquitectura probable de CloudLite Turnos es hibrida: la API desplegada como PaaS, la base de datos como servicio gestionado (que es PaaS en su variante de datos)</a:t>
            </a:r>
          </a:p>
          <a:p/>
          <a:p>
            <a:r>
              <a:t>El envio de recordatorios delegado a un SaaS de correo y el almacenamiento de fotos de perfil a un SaaS de archivos.</a:t>
            </a:r>
          </a:p>
          <a:p/>
          <a:p>
            <a:r>
              <a:t>No se elige un modelo unico para todo el sistema: se elige por componente y se justifica cada eleccion, que es exactamente como se decide en la industria.</a:t>
            </a:r>
          </a:p>
          <a:p/>
          <a:p>
            <a:r>
              <a:t>NOTAS:</a:t>
            </a:r>
          </a:p>
          <a:p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(No se proyecta) 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  <a:p/>
          <a:p>
            <a:r>
              <a:t>(No se proyecta) Esos numeros son ordenes de magnitud tipicos que varian entre proveedores, no constantes; lo estructural es el patron, porque gratis siempre implica limites de memoria, de horas y de latencia en frio, y el estudiante debe anticiparlo en su diseno en vez de descubrirlo la noche antes de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IaaS: usted administra SO/red/runtime; el proveedor da cómputo/red/disco.</a:t>
            </a:r>
          </a:p>
          <a:p/>
          <a:p>
            <a:r>
              <a:t>PaaS: usted despliega app; el proveedor gestiona runtime/escala básica.</a:t>
            </a:r>
          </a:p>
          <a:p/>
          <a:p>
            <a:r>
              <a:t>SaaS: consume el servicio listo (correo, CRM); poca personalización profunda.</a:t>
            </a:r>
          </a:p>
          <a:p/>
          <a:p>
            <a:r>
              <a:t>En este curso simulamos con labs/navegador; no abrimos cuentas IaaS con tarjeta.</a:t>
            </a:r>
          </a:p>
          <a:p/>
          <a:p>
            <a:r>
              <a:t>Ejemplos: IaaS = una máquina virtual (EC2, Droplet) · PaaS = Render, Railway, Heroku · SaaS = correo corporativo, proveedor de identidad.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Pregunte: ¿necesito controlar red/SO o solo desplegar API+datos?</a:t>
            </a:r>
          </a:p>
          <a:p/>
          <a:p>
            <a:r>
              <a:t>Para un MVP académico suele ganar PaaS conceptual + contenedores (portable).</a:t>
            </a:r>
          </a:p>
          <a:p/>
          <a:p>
            <a:r>
              <a:t>Si el dominio exige mucho control de red → justifique IaaS *simulado* en diagrama.</a:t>
            </a:r>
          </a:p>
          <a:p/>
          <a:p>
            <a:r>
              <a:t>Ejemplo CloudLite Turnos: API en PaaS, base de datos gestionada y correo como SaaS — tres modelos en un mismo sistema.</a:t>
            </a:r>
          </a:p>
          <a:p/>
          <a:p>
            <a:r>
              <a:t>SaaS solo como satélite (auth, email, analytics) — no como toda la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Regla que hay que memorizar: el proveedor responde por la seguridad DE la nube (centro de datos, hipervisor, cifrado en reposo); usted responde por la seguridad EN la nube (contraseñas, permisos, datos, configuración).</a:t>
            </a:r>
          </a:p>
          <a:p/>
          <a:p>
            <a:r>
              <a:t>La causa dominante de incidentes en la nube no es una falla del proveedor: es una configuración del cliente (un bucket público, una credencial en el repo, un puerto de base de datos expuesto).</a:t>
            </a:r>
          </a:p>
          <a:p/>
          <a:p>
            <a:r>
              <a:t>Vendor lock-in (costo de mudarse de proveedor): bajo en IaaS (una VM Linux se parece a cualquier otra) · medio en PaaS (el archivo de configuración y algún servicio son propietarios) · potencialmente alto en SaaS (datos y lógica viven dentro del producto ajeno).</a:t>
            </a:r>
          </a:p>
          <a:p/>
          <a:p>
            <a:r>
              <a:t>Mitigación para CloudLite: no evitar SaaS, acotarlo — si el envío de correos vive detrás de una interfaz propia (`Notificador.enviar()`), cambiar de proveedor toca un archivo, no cuarenta.</a:t>
            </a:r>
          </a:p>
          <a:p/>
          <a:p>
            <a:r>
              <a:t>DESARROLLO (para explicarlo, no se proyecta):</a:t>
            </a:r>
          </a:p>
          <a:p/>
          <a:p>
            <a:r>
              <a:t>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/>
          <a:p>
            <a:r>
              <a:t>Importa porque la causa dominante de los incidentes de seguridad en la nube no son fallas del proveedor sino configuraciones erradas del cliente: un almacenamiento de archivos dejado publico</a:t>
            </a:r>
          </a:p>
          <a:p/>
          <a:p>
            <a:r>
              <a:t>Una credencial subida al repositorio en texto plano, un puerto de base de datos expuesto a internet.</a:t>
            </a:r>
          </a:p>
          <a:p/>
          <a:p>
            <a:r>
              <a:t>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  <a:p/>
          <a:p>
            <a:r>
              <a:t>NOTAS:</a:t>
            </a:r>
          </a:p>
          <a:p/>
          <a:p>
            <a:r>
              <a:t>De ahi sale el trade-off central, que se escribe como regla practica: a mas abstraccion, menos control y menos trabajo operativo.</a:t>
            </a:r>
          </a:p>
          <a:p/>
          <a:p>
            <a:r>
              <a:t>(No se proyecta)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/>
          <a:p>
            <a:r>
              <a:t>(No se proyecta) Subir de IaaS a PaaS reduce la superficie de responsabilidad del cliente, pero nunca la elimina, y esa idea es el punto de partida literal de la Clase 6.</a:t>
            </a:r>
          </a:p>
          <a:p/>
          <a:p>
            <a:r>
              <a:t>(No se proyecta) Pero hay un tercer eje que el estudiante no ve solo, el amarre al proveedor o vendor lock-in, que es el costo de mudarse a otro proveedor mas adelante: bajo en IaaS, porque una maquina virtual con Linux se parece a cualquier otra; medio en PaaS, porque el archivo de configuracion y algunos servicios son propietarios; potencialmente alto en SaaS, porque los datos y parte de la logica viven dentro de un producto ajeno.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decision se registra en el ADR-001.</a:t>
            </a:r>
          </a:p>
          <a:p/>
          <a:p>
            <a:r>
              <a:t>Un ADR (Architecture Decision Record, registro de decision arquitectonica) es un documento corto, de media pagina a una pagina, que registra UNA sola decision.</a:t>
            </a:r>
          </a:p>
          <a:p/>
          <a:p>
            <a:r>
              <a:t>En este curso tiene SEIS secciones rotuladas, siempre las mismas y en este orden,: 1) Titulo, con el numero consecutivo del ADR; 2) Estado</a:t>
            </a:r>
          </a:p>
          <a:p/>
          <a:p>
            <a:r>
              <a:t>Que hoy es «Aceptado» mas la fecha de la sesion; 3) Contexto, o sea las restricciones bajo las que se decide; 4) Decision, en una sola frase y con un unico modelo dominante</a:t>
            </a:r>
          </a:p>
          <a:p/>
          <a:p>
            <a:r>
              <a:t>5) Alternativas descartadas, exactamente dos y con el motivo atado al dominio; 6) Consecuencias, con lo bueno y lo malo que se acepta.</a:t>
            </a:r>
          </a:p>
          <a:p/>
          <a:p>
            <a:r>
              <a:t>La regla de una decision por documento no es burocracia: es lo que permite que meses despues alguien lea por que se eligio algo sin depender de la memoria de nadie.</a:t>
            </a:r>
          </a:p>
          <a:p/>
          <a:p>
            <a:r>
              <a:t>En DECISION va una frase: la aplicacion de CloudLite Turnos se despliega sobre PaaS.</a:t>
            </a:r>
          </a:p>
          <a:p/>
          <a:p>
            <a:r>
              <a:t>En ALTERNATIVAS DESCARTADAS van dos y solo dos: IaaS con maquina virtual propia, descartada porque habria que asumir parches y respaldos del sistema operativo sin tiempo para ello</a:t>
            </a:r>
          </a:p>
          <a:p/>
          <a:p>
            <a:r>
              <a:t>Y SaaS de agendamiento ya existente, descartada porque el proyecto perderia su objeto, ya que no habria arquitectura que disenar sino solo configuracion.</a:t>
            </a:r>
          </a:p>
          <a:p/>
          <a:p>
            <a:r>
              <a:t>NOTAS:</a:t>
            </a:r>
          </a:p>
          <a:p/>
          <a:p>
            <a:r>
              <a:t>Eso es contexto: son restricciones, no teoria.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(No se proyecta) Conviene mostrar la diferencia entre contexto y analisis con el ejemplo, porque es donde se pierde la seccion 3 completa.</a:t>
            </a:r>
          </a:p>
          <a:p/>
          <a:p>
            <a:r>
              <a:t>(No se proyecta) Un ADR-001 aceptable para CloudLite Turnos diria en CONTEXTO: la barberia agenda por mensajeria y pierde alrededor de tres turnos diarios por doble reserva;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/>
          <a:p>
            <a:r>
              <a:t>(No se proyecta) «Existen tres modelos de servicio y hay que elegir uno» NO es contexto, es el apunte de clase, y esa confusion es el error dominante de la pregunta 6.</a:t>
            </a:r>
          </a:p>
          <a:p/>
          <a:p>
            <a:r>
              <a:t>(No se proyecta) 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(No se proyecta) Y en CONSECUENCIAS, que es la seccion que los estudiantes dejan a medias, deben aparecer tambien las malas: se acepta un arranque en frio de varios segundos tras inactividad, se acepta no poder afinar el sistema operativo y se acepta un amarre medio al proveedor, mitigado con contenedores.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6 secciones rotuladas: Título · Estado · Contexto · Decisión · Alternativas descartadas · Consecuencias.</a:t>
            </a:r>
          </a:p>
          <a:p/>
          <a:p>
            <a:r>
              <a:t>Título: «ADR-001 Modelo de servicio dominante de CloudLite App».  Estado: Aceptado + fecha de hoy.</a:t>
            </a:r>
          </a:p>
          <a:p/>
          <a:p>
            <a:r>
              <a:t>Contexto = las restricciones (quién lo sostiene, cuánto tiempo, qué presupuesto), no el resumen del tema.</a:t>
            </a:r>
          </a:p>
          <a:p/>
          <a:p>
            <a:r>
              <a:t>Decisión: 1 frase, 1 modelo dominante.  Alternativas descartadas: exactamente 2, con motivo del dominio.</a:t>
            </a:r>
          </a:p>
          <a:p/>
          <a:p>
            <a:r>
              <a:t>Máximo 1 página: las 6 secciones son UN solo documento, y Consecuencias cierra la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pila tiene siete capas, de abajo hacia arriba: red y hardware, virtualizacion, sistema operativo, runtime, middleware, aplicacion y datos.</a:t>
            </a:r>
          </a:p>
          <a:p/>
          <a:p>
            <a:r>
              <a:t>En IaaS lo que administra el cliente es todo, desde el sistema operativo hacia arriba; en PaaS son solo la aplicacion y los datos; en SaaS es solo la configuracion y los datos que carga.</a:t>
            </a:r>
          </a:p>
          <a:p/>
          <a:p>
            <a:r>
              <a:t>DESARROLLO (para explicarlo, no se proyecta):</a:t>
            </a:r>
          </a:p>
          <a:p/>
          <a:p>
            <a:r>
              <a:t>La pila tiene siete capas, de abajo hacia arriba: red y hardware, virtualizacion, sistema operativo, runtime, middleware, aplicacion y datos.</a:t>
            </a:r>
          </a:p>
          <a:p/>
          <a:p>
            <a:r>
              <a:t>En IaaS lo que administra el cliente es todo, desde el sistema operativo hacia arriba; en PaaS son solo la aplicacion y los datos; en SaaS es solo la configuracion y los datos que carga.</a:t>
            </a:r>
          </a:p>
          <a:p/>
          <a:p>
            <a:r>
              <a:t>Ejemplos reales: una maquina virtual en DigitalOcean es IaaS, un servicio web en Render es PaaS y el correo corporativo es SaaS.</a:t>
            </a:r>
          </a:p>
          <a:p/>
          <a:p>
            <a:r>
              <a:t>PREGUNTAS FRECUENTES Y CIERRE CONCEPTUAL ()</a:t>
            </a:r>
          </a:p>
          <a:p/>
          <a:p>
            <a:r>
              <a:t>Donde encaja serverless o las funciones como servicio: es una variante extrema de PaaS en la que no se administra ninguna instancia siempre encendida</a:t>
            </a:r>
          </a:p>
          <a:p/>
          <a:p>
            <a:r>
              <a:t>Se paga por invocacion y el codigo debe tolerar arrancar en frio; para efectos del curso se clasifica como PaaS anotando la diferencia.</a:t>
            </a:r>
          </a:p>
          <a:p/>
          <a:p>
            <a:r>
              <a:t>Respuesta: porque la plataforma construye internamente una imagen de contenedor con el codigo entregado, de modo que entender contenedores es entender que hace la plataforma por debajo</a:t>
            </a:r>
          </a:p>
          <a:p/>
          <a:p>
            <a:r>
              <a:t>Y porque el contenedor es precisamente el artefacto que vuelve reversible la decision de hoy.</a:t>
            </a:r>
          </a:p>
          <a:p/>
          <a:p>
            <a:r>
              <a:t>(No se proyecta) Proyecte inmediatamente despues de fijar la plantilla del ADR: es el mismo corte de responsabilidades que se acaba de explicar en prosa, ahora dibujado y con un producto reconocible en cada columna.</a:t>
            </a:r>
          </a:p>
          <a:p/>
          <a:p>
            <a:r>
              <a:t>(No se proyecta) Recorrala de abajo hacia arriba y no al reves: senale primero que las tres columnas comparten la misma base (infraestructura), y que lo unico que cambia es hasta donde sube el color amarillo.</a:t>
            </a:r>
          </a:p>
          <a:p/>
          <a:p>
            <a:r>
              <a:t>(No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  <a:p/>
          <a:p>
            <a:r>
              <a:t>(No se proyecta) Pregunte en voz alta, senalando la columna de PaaS: «por que la fila de Sistema operativo es celeste aqui y amarilla en IaaS?» La respuesta correcta es que el proveedor la absorbio, no que desaparecio: es el error mas comun, creer que en PaaS el sistema operativo deja de existir en vez de que alguien mas lo administra.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learning-laptops-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Mikhail Nilov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app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6932"/>
            <a:ext cx="6010497" cy="4051607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-center-server-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50084"/>
            <a:ext cx="5864193" cy="3905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panumas nikhomkhai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respuestas se distinguen por una sola pregunta: hasta que capa administra el proveedor.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creer que un modelo es mejor en abstracto: se elige por componente.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-responsabilidad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la-responsabilidad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ila-responsabilidad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cualquier aplicación hay una pila: edificio y energía, hardware, virtualización, sistema operativo, runtime, aplicación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on-premise, todas las capas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modelos de servicio se distinguen solo por dónde se traza la línea entre lo que administra el proveedor y lo que administra el cliente.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ort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ort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ort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es-cort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 corta la línea encima de la virtualización: el cliente recibe una máquina casi vacía y opera su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 sube la línea dos escalones: el proveedor administra también el SO y el runtime; el cliente entrega código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la lleva hasta arriba: el cliente solo configura y usa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Más control cuesta más operación: se elige por componente.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la app,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6932"/>
            <a:ext cx="6010497" cy="4051607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-center-server-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50084"/>
            <a:ext cx="5864193" cy="3905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panumas nikhomkhai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am-decision-meeting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Kampus Production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app de turnos: API en PaaS, base de datos gestionada y correo como SaaS — tres modelos en un mismo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879499"/>
            <a:ext cx="6010497" cy="344647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andshake-technology-partnershi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952651"/>
            <a:ext cx="5864193" cy="33001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Artem Podrez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r-seis-seccion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dr-seis-seccion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dr-seis-seccion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la app de turnos se despliega sobre PaaS.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-decision-document-noteboo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Jessica Lewis 🦋 thepaintedsquare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1. Titulo     ADR-001 Modelo de servicio dominante de la app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2. Estado     Aceptado — &lt;fecha de hoy&gt;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3. Contexto                    &lt;- restricciones, no resumen del tema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sostengo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semanas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presupuesto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cloud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tarjeta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4. Decision                    &lt;- UNA frase, UN modelo dominante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aplicacion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despliega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5. Alternativas descartadas    &lt;- exactamente 2, con motivo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control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total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parches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tiempo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nucleo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arquitecturar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CDCAA"/>
                </a:solidFill>
                <a:latin typeface="Consolas"/>
              </a:rPr>
              <a:t>satelite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auth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email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6. Consecuencias               &lt;- 3 ejes, cada uno con + y -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Aprendizaje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Sin Titulo y Estado con fecha no hay ADR que citar.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6932"/>
            <a:ext cx="6010497" cy="4051607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ta-center-server-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50084"/>
            <a:ext cx="5864193" cy="3905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panumas nikhomkhai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 tiene siete capas, de abajo hacia arriba: red y hardware, virtualizacion, sistema operativo, runtime, middleware, aplicacion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lo que administra el cliente es todo, desde el sistema operativo hacia arriba;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la app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