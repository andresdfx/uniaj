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ADR del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Decidir modelo dominante (IaaS/PaaS/SaaS) para CloudLite + ADR breve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 CloudLite con justificación.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reutilizable en el informe 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ADR-001: decisión de modelo de servicio + matriz de comparación aplicada al dominio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(opcional)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CloudLite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Contexto · Decisión · Alternativas · Consecuencias ·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Máximo 1 página. Lenguaje de arquitectura, no marketing.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Debe citar 2 trade-offs (ej.: control vs velocidad de entrega).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 plantilla completa cabe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ADR-001: Modelo de servicio de CloudLite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MVP academico, equipo de 3, sin presupuesto cloud.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PaaS conceptual + contenedores (portable).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Alternativas descartadas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operamos SO y red -&gt; tiempo que no tenemos.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personalizable;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+ Menos operacion.  - Menos control de red.  ~ Portabilidad 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 el ADR no nombra un modelo DOMINANTE y 2 descartes con razon, no es un ADR.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relea la ficha y el C4 Context de la Clase 1 y copie en el encabezado del ADR el nombre del dominio y las 4 capacidades ya aprobadas, verificando que sean literalmente las mismas 4 y que no cambia de dominio a mitad de camino, porque al ser clase autonoma nadie corregira la inconsistencia antes de la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complete la matriz de 4 columnas y 5 filas (control del sistema operativo, esfuerzo de operacion, tiempo hasta la primera demo, costo cualitativo con su driver, portabilidad) puntuando cada celda de 1 a 3 y sumando por columna, verificando que los tres totales de IaaS, PaaS y SaaS sean distintos: si dos empatan, vuelva a puntuar porque el criterio esta mal aplicado; la matriz queda en la seccion Modelo de servicio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redacte el ADR-001 con las 7 secciones obligatorias (titulo, estado, contexto en 3 frases, decision en 1 frase, 2 alternativas descartadas con motivo, 2 consecuencias positivas y 2 negativas, impacto en el PI), verificando que la decision nombre un unico modelo dominante y no un poco de todo, y que cada alternativa descartada explique el motivo en terminos de este dominio y no en teoria.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escriba en ExamLab el diagrama Mermaid de responsabilidad compartida con 3 subgrafos (IaaS, PaaS, SaaS), 4 capas por subgrafo y un nodo final de decision, verificando al renderizar que se cuentan 12 nodos de capa, que los nodos gestionados por el equipo y por el proveedor quedan pintados distinto y que la caja de decision cita el mismo modelo del ADR-001.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pegue matriz, ADR-001 y diagrama en las 5 preguntas del taller, actualice la seccion Modelo de servicio del informe con el mismo texto del ADR y suba todo a ExamLab (modulo Talleres) antes del domingo 23:59, verificando que el modelo elegido se pueda demostrar sin tarjeta de credito ni cloud de pago.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ADR-001: decisión de modelo de servicio + matriz de comparación aplicada al dominio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Decidir modelo dominante (IaaS/PaaS/SaaS) para CloudLite + ADR breve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ADR-001: decisión de modelo de servicio + matriz de comparación aplicada al dominio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