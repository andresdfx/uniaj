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Modelos de servicio: IaaS, PaaS, SaaS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ADR del PI · elección del modelo de servicio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Decidir modelo dominante (IaaS/PaaS/SaaS) para CloudLite + ADR breve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Encuadre: hoy avanzamos el PI en… + entregable concreto.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10–40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Teoría Core breve (solo lo necesario para el taller PI).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40–100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Taller guiado PI (demo en vivo + avance individual).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Revisión de evidencias del PI.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Cierre: criterio de éxito + plazo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Comparar IaaS, PaaS y SaaS con criterios de control, operación y velocidad.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Elegir el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modelo dominante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 CloudLite con justificación.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Documentar la decisión como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ADR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reutilizable en el informe PI.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ADR-001: decisión de modelo de servicio + matriz de comparación aplicada al dominio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Google Docs · draw.io (opcional)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Todo lo que construyan hoy entra al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informe/repo del PI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(no es lab suelto).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Individual por defecto · el docente puede autorizar equipos de 2–3; la entrega en ExamLab siempre es individual.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IaaS · PaaS · SaaS (sin cloud de pago)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IaaS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: usted administra SO/red/runtime; el proveedor da cómputo/red/disco.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PaaS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: usted despliega app; el proveedor gestiona runtime/escala básica.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SaaS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: consume el servicio listo (correo, CRM); poca personalización profunda.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En este curso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simulamos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con labs/navegador; no abrimos cuentas IaaS con tarjeta.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decidir para CloudLite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Pregunte: ¿necesito controlar red/SO o solo desplegar API+datos?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Para un MVP académico suele ganar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PaaS conceptual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+ contenedores (portable).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 el dominio exige mucho control de red → justifique IaaS *simulado* en diagrama.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SaaS solo como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satélite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(auth, email, analytics) — no como toda la app.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Plantilla ADR-001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Contexto · Decisión · Alternativas · Consecuencias · Riesgos.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Máximo 1 página. Lenguaje de arquitectura, no marketing.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Debe citar 2 trade-offs (ej.: control vs velocidad de entrega).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ADR-001 — la plantilla completa cabe en una pagina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ADR-001: Modelo de servicio de CloudLite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Contexto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MVP academico, un desarrollador (2 o 3 si el docente autorizo equipo), sin presupuesto cloud.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Decision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PaaS conceptual + contenedores (portable).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Alternativas descartadas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 IaaS: control total, pero operamos SO y red -&gt; tiempo que no tenemos.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 SaaS como nucleo: no personalizable; solo satelite (auth/email).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Consecuencias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+ Menos operacion.  - Menos control de red.  ~ Portabilidad OK.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Si el ADR no nombra un modelo DOMINANTE y 2 descartes con razon, no es un ADR.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 · sin cuenta de pago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oogle_do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331" y="1847087"/>
            <a:ext cx="1220724" cy="12207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ADR-001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raw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5485" y="1847087"/>
            <a:ext cx="1220724" cy="12207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Matriz de modelos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merma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1640" y="1847087"/>
            <a:ext cx="1220724" cy="12207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Mermaid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Codigo del diagrama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83354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83354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83354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examla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5485" y="4311396"/>
            <a:ext cx="1220724" cy="122072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356506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Donde se entrega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Del boceto a ExamLab (diagrama)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diagrama se entrega como código Mermaid dentro de ExamLab, no como imagen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Disena visual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Dibuja el diagrama como quieras en Excalidraw o draw.io: es mas rapido arrastrar cajas que escribir codigo, y ahi es donde piensas el modelo.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Traduce con IA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Copia o describe tu boceto a una IA y pidele el codigo Mermaid: «convierte este diagrama a Mermaid usando flowchart». Revisa el resultado: la IA acierta la sintaxis, no tu modelo.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Pega y renderiza en ExamLab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Pega ese codigo en la caja de texto de la pregunta y mira como lo dibuja la plataforma. Si no renderiza, corrige ahi mismo: lo que se califica es el diagrama renderizado dentro de ExamLab.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Guarda el PNG para tu PI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Exporta tambien la imagen a la carpeta de tu Proyecto Integrador. Esa copia es para tu informe; no reemplaza la respuesta en la plataforma.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1: relea la ficha y el C4 Context de la Clase 1 y copie en el encabezado del ADR el nombre del dominio y las 4 capacidades ya aprobadas, verificando que sean literalmente las mismas 4 y que no cambia de dominio a mitad de camino, porque una inconsistencia aqui arrastra error en todos los diagramas que siguen.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2: complete la matriz de 4 columnas y 5 filas (control del sistema operativo, esfuerzo de operacion, tiempo hasta la primera demo, costo cualitativo con su driver, portabilidad) puntuando cada celda de 1 a 3 y sumando por columna, verificando que los tres totales de IaaS, PaaS y SaaS sean distintos: si dos empatan, vuelva a puntuar porque el criterio esta mal aplicado; la matriz queda en la seccion Modelo de servicio del informe del PI.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3: redacte el ADR-001 con las 7 secciones obligatorias (titulo, estado, contexto en 3 frases, decision en 1 frase, 2 alternativas descartadas con motivo, 2 consecuencias positivas y 2 negativas, impacto en el PI), verificando que la decision nombre un unico modelo dominante y no un poco de todo, y que cada alternativa descartada explique el motivo en terminos de este dominio y no en teoria.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4: escriba en ExamLab el diagrama Mermaid de responsabilidad compartida con 3 subgrafos (IaaS, PaaS, SaaS), 4 capas por subgrafo y un nodo final de decision, verificando al renderizar que se cuentan 12 nodos de capa, que los nodos gestionados por el equipo y por el proveedor quedan pintados distinto y que la caja de decision cita el mismo modelo del ADR-001.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5.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5: pegue matriz, ADR-001 y diagrama en las 5 preguntas del taller, actualice la seccion Modelo de servicio del informe con el mismo texto del ADR y suba todo a ExamLab (modulo Talleres) antes del domingo 23:59, verificando que el modelo elegido se pueda demostrar sin tarjeta de credito ni cloud de pago.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ADR-001: decisión de modelo de servicio + matriz de comparación aplicada al dominio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Subir evidencias al paquete CloudLite (Drive/repo) y a ExamLab (https://uniaj.examlab.workers.dev/) domingo 23:59.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Sin cloud de pago ni instalaciones obligatorias de hipervisores/Docker Desktop.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2 · PI en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Decidir modelo dominante (IaaS/PaaS/SaaS) para CloudLite + ADR breve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ADR-001: decisión de modelo de servicio + matriz de comparación aplicada al dominio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paso = siguiente hito del PI CloudLite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