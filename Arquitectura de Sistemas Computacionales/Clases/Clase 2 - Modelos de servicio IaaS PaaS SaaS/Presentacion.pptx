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ADR del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equipo de 3,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Lea las diapositivas y el enunciado del PI (Clases/Proyecto Integrador).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Complete una matriz IaaS/PaaS/SaaS vs su dominio (control, costo cualitativo, operación, time-to-demo).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Redacte ADR-001 (decisión dominante + 2 alternativas descartadas).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 el informe PI (sección «Modelo de servicio»).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mismo doc del PI o anexo.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