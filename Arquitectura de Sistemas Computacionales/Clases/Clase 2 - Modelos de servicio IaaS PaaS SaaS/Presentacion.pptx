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Los tres modelos de servicio se distinguen exactamente por donde se traza la linea que separa lo que administra el proveedor de lo que administra el cliente.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ahi sale el trade-off central, que se escribe como regla practica: a mas abstraccion, menos control y menos trabajo operativo.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Conviene mostrar la diferencia entre contexto y analisis con el ejemplo, porque es donde se pierde la seccion 3 completa.</a:t>
            </a:r>
          </a:p>
          <a:p/>
          <a:p>
            <a:r>
              <a:t>Eso es contexto: son restricciones, no teoria.</a:t>
            </a:r>
          </a:p>
          <a:p/>
          <a:p>
            <a:r>
              <a:t>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(Sobre la actividad, 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(Sobre la actividad, 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(Sobre la actividad, no se proyecta) «Existen tres modelos de servicio y hay que elegir uno» NO es contexto, es el apunte de clase, y esa confusion es el error dominante de la pregunta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(Sobre la actividad, no se proyecta) Tres preguntas salen en voz alta en esta clase casi sin falta y conviene tener la respuesta lista, porque las tres se contestan en treinta segundos y desbloquean el taller.</a:t>
            </a:r>
          </a:p>
          <a:p/>
          <a:p>
            <a:r>
              <a:t>(Sobre la actividad, no se proyecta) El segundo error es dejar pasar ADR sin consecuencias negativas, y como esta clase tiene encuentro sincronico no hay excusa para no corregirlo en el momento: al pasar por los grupos en el tramo de taller, pregunte «que perdieron al elegir eso» antes de que el documento se suba.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 del docente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app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Ejemplos: IaaS = una máquina virtual (EC2, Droplet) · PaaS = Render, Railway, Heroku · SaaS = correo corporativo, proveedor de identidad.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app de turnos: API en PaaS, base de datos gestionada y correo como SaaS — tres modelos en un mismo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la app: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la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página: las 6 secciones son UN solo documento,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punto de partida es lo definido en la Clase 1: cada estudiante ya tiene un dominio para la app, tres a cinco capacidades, sus actores y un diagrama de contexto.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entender los tres modelos hay que ver primero la pila completa de responsabilidades que existe debajo de cualquier aplicacion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 abajo hacia arriba: el edificio y la energia electrica, el hardware fisico (servidores, discos, cableado de red), la capa de virtualizacion que parte ese hardware en maquinas logicas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sistema operativo de cada maquina, el runtime o entorno de ejecucion (por ejemplo Node.js, Python o la maquina virtual de Java) junto con servicios de apoyo como la base de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finalmente el codigo de la aplicacion, sus datos y la administracion de usuarios y permisos.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Son ocho o nueve capas segun como se 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llamado on-premise porque los equipos son propios y estan en las instalaciones de la organizacion, todas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Nada mas y nada menos: si el estudiante entiende esa frase, entendio la clase.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(1/4)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IaaS, infraestructura como servicio, corta la linea justo encima de la virtualizacion: el proveedor entrega maquinas virtuales, redes y discos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cliente recibe una maquina practicamente vacia con un sistema operativo que debe actualizar, endurecer, monitorear y respaldar el mismo.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cliente pierde el acceso a la maquina, porque ya no hay un servidor donde entrar por consola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(2/4)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gana velocidad: un despliegue que en IaaS implica preparar una imagen, configurar el servicio y probar la red, en PaaS se reduce a subir el codigo al repositorio.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niveles gratuitos tipicos de este modelo ofrecen del orden de 512 MB de memoria por instancia, una cantidad limitada de horas de ejecucion al mes y suspension automatica del servicio tras unos 15 minutos sin trafico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 que produce el efecto conocido como arranque en frio: la primera peticion despues de la inactividad puede tardar varios segundos en lugar de milisegundos.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Esos numeros son ordenes de magnitud tipicos que varian entre proveedores, no constantes; lo estructural es el patron, porque gratis siempre implica limites de memoria, de horas y de latencia en frio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(3/4)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estudiante debe anticiparlo en su diseno en vez de descubrirlo la noche antes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SaaS, software como servicio, lleva la linea hasta arriba: el proveedor administra la aplicacion completa y el cliente solo la configura y la usa, sin desplegar nada.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correo corporativo, un servicio de envio de mensajes transaccionales, un proveedor de identidad que resuelve el inicio de sesion o un servicio de almacenamiento y transformacion de imagenes son SaaS desde la perspectiva de quien construye de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aqui esta el punto que casi siempre se pierde: los tres modelos no son excluyentes y un sistema real los combina.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 (4/4)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arquitectura probable de la app de turnos es hibrida: la API desplegada como PaaS, la base de datos como servicio gestionado (que es PaaS en su variante de datos)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envio de recordatorios delegado a un SaaS de correo y el almacenamiento de fotos de perfil a un SaaS de archivos.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se elige un modelo unico para todo el sistema: se elige por componente y se justifica cada eleccion, que es exactamente como se decide en la industria.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Importa porque la causa dominante de los incidentes de seguridad en la nube no son fallas del proveedor sino configuraciones erradas del cliente: un almacenamiento de archivos dejado publico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credencial subida al repositorio en texto plano, un puerto de base de datos expuesto a internet.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Subir de IaaS a PaaS reduce la superficie de responsabilidad del cliente, pero nunca la elimina, y esa idea es el punto de partida literal de la Clase 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quien responde por que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Pero hay un tercer eje que el estudiante no ve solo, el amarre al proveedor o vendor lock-in, que es el costo de mudarse a otro proveedor mas adelante: bajo en IaaS, porque una maquina virtual con Linux se parece a cualquier otra; medio en PaaS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el archivo de configuracion y algunos servicios son propietarios; potencialmente alto en SaaS, porque los datos y parte de la logica viven dentro de un producto ajeno.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la app la mitigacion no es evitar SaaS sino acotarlo: si el envio de correos se encapsula detras de una interfaz propia, por ejemplo un modulo Notificador con un solo metodo enviar, cambiar de proveedor toca un archivo y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decision se registra en el ADR-001.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 decision.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tiene SEIS secciones rotuladas, siempre las mismas y en este orden,: 1) Titulo, con el numero consecutivo del ADR; 2) Estado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hoy es «Aceptado» mas la fecha de la sesion; 3) Contexto, o sea las restricciones bajo las que se decide; 4) Decision, en una sola frase y con un unico modelo dominante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5) Alternativas descartadas, exactamente dos y con el motivo atado al dominio; 6) Consecuencias, con lo bueno y lo malo que se acepta.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 memoria de nadie.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ADR-001 aceptable para la app de turnos diria en CONTEXTO: la barberia agenda por mensajeria y pierde alrededor de tres turnos diarios por doble reserva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la app de turnos se despliega sobre PaaS.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ALTERNATIVAS DESCARTADAS van dos y solo dos: IaaS con maquina virtual propia, descartada porque habria que asumir parches y respaldos del sistema operativo sin tiempo para ello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SaaS de agendamiento ya existente, descartada porque el proyecto perderia su objeto, ya que no habria arquitectura que disenar sino solo configuracion.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en CONSECUENCIAS, que es la seccion que los estudiantes dejan a medias, deben aparecer tambien las malas: se acepta un arranque en frio de varios segundos tras inactividad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acepta no poder afinar el sistema operativo y se acepta un amarre medio al proveedor, mitigado con contenedores.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Proyecte inmediatamente despues de fijar la plantilla del ADR: es el mismo corte de responsabilidades que se acaba de explicar en prosa, ahora dibujado y con un producto reconocible en cada columna.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Recorrala de abajo hacia arriba y no al reves: senale primero que las tres columnas comparten la misma base (infraestructura), y que lo unico que cambia es hasta donde sube el color amarillo.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 en voz alta, senalando la columna de PaaS: «por que la fila de Sistema operativo es celeste aqui y amarilla en IaaS?» La respuesta correcta es que el proveedor la absorbio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 que desaparecio: es el error mas comun, creer que en PaaS el sistema operativo deja de existir en vez de que alguien mas lo administra.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Cual de los tres modelos es el mejor: ninguno; la pregunta correcta es cual conviene para este componente, con este equipo y en este plazo, y responder que PaaS es mejor sin decir para que es la senal de que el ADR sera de relleno.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Donde encaja serverless o las funciones como servicio: es una variante extrema de PaaS en la que no se administra ninguna instancia siempre encendida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paga por invocacion y el codigo debe tolerar arrancar en frio; para efectos del curso se clasifica como PaaS anotando la diferencia.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la mas comun: si elegimos PaaS, para que aprendemos Docker en la Clase 3 si la plataforma se encarga de todo.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Respuesta: porque la plataforma construye internamente una imagen de contenedor con el codigo entregado, de modo que entender contenedores es entender que hace la plataforma por debajo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porque el contenedor es precisamente el artefacto que vuelve reversible la decision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Clase 4 usara este mismo ADR para justificar cuantas piezas tendra el sistema, y el Parcial 1 de la Clase 5 evalua la capacidad de ubicar la linea de responsabilidad en cada modelo.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Error tipico del docente que no domina el tema: presentar IaaS, PaaS y SaaS como catalogos de marcas y no como un modelo conceptual de responsabilidad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Preguntas frecuentes y cierre conceptual ()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Con lo cual el estudiante memoriza nombres de productos que cambiaran en dos periodos y no aprende a preguntar quien administra que capa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Aguas abajo, en la Clase 6 sera incapaz de decir de que es responsable el en materia de seguridad, y en la Clase 10 no podra explicar por que su factura hipotetica sube o baja.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que solo lista beneficios no es una decision, es una justificacion escrita despues de los hechos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quien lo entrega asi llegara a la Clase 11 sin poder explicar ningun trade-off de su arquitectura, que es justamente lo que se le exigira sustentar en la Clase 15.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plantilla de ADR: los seis apartados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ADR-001 · Modelo de servicio dominante de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Estado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Aceptada · 2026-09-01 · decide: &lt;su nombre&gt;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Contexto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&lt;que problema del dominio obliga a decidir esto, en 3 o 4 lineas&gt;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Alternativas consideradas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  — &lt;que ganaria y que costaria en SU dominio&gt;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PaaS  — &lt;idem&gt;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 — &lt;idem&gt;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 adopta &lt;IaaS|PaaS|SaaS&gt; como modelo dominante porque &lt;criterio&gt;.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Justificacion contra los atributos de calidad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&lt;el atributo de la Clase 1 que esta decision favorece, y el que sacrifica&gt;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Positivas: &lt;...&gt;   Negativas: &lt;...&gt;   A revisar si: &lt;condicion&gt;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la app,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Titulo     ADR-001 Modelo de servicio dominante de la app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Estado     Aceptado — &lt;fecha de hoy&gt;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Contexto                    &lt;- restricciones, no resumen del tema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Lo sostengo yo solo, 12 semanas, sin presupuesto cloud ni tarjeta; demo viva el dia de la sustentacion.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Decision                    &lt;- UNA frase, UN modelo dominante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La aplicacion de la app se despliega sobre PaaS.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Alternativas descartadas    &lt;- exactamente 2, con motivo del dominio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IaaS: control total, pero yo opero SO y parches -&gt; tiempo que no tengo.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 SaaS como nucleo: no queda nada que arquitecturar; solo satelite (auth/email).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6. Consecuencias               &lt;- 3 ejes, cada uno con + y -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Operacion + / -        Costo + / -        Aprendizaje + / -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Sin Titulo y Estado con fecha no hay ADR que citar despues: es su identidad.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la app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