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del PI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CloudLite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página. Las 5 primeras secciones son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CloudLite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CloudLite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pregunta 7: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en la Clase 15: son 1.5 puntos de la pregunta 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ADR-001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de modelos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construya en la pregunta 5 la matriz «Criterio | IaaS | PaaS | SaaS»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redacte en la pregunta 6 el ADR-001 con las cinco secciones rotuladas —titulo, estado con fecha, contexto con sus restricciones reales, la decision en UNA sola frase con UN modelo dominante, y exactamente 2 alternativas descartadas con el motivo atado a su dominio—; verifique que la seccion de decision no nombre dos modelos, porque en ese caso vale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escriba en la pregunta 7 la seccion 6 del mismo ADR,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