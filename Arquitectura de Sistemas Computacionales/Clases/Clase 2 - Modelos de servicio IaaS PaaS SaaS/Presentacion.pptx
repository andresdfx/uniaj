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ADR del PI · elección del modelo de servicio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Decidir modelo dominante (IaaS/PaaS/SaaS) para CloudLite + ADR breve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CloudLite con justificación.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reutilizable en el informe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ADR-001: decisión de modelo de servicio + matriz de comparación aplicada al dominio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 (opcional)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administra SO/red/runtime; el proveedor da cómputo/red/disco.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despliega app; el proveedor gestiona runtime/escala básica.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consume el servicio listo (correo, CRM); poca personalización profunda.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 solo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(auth, email, analytics) — no como toda la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secciones rotuladas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Título · Estado · Contexto · Decisión · Alternativas descartadas ·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Título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«ADR-001 Modelo de servicio dominante de CloudLite App».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Aceptado + fecha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las restricciones (quién lo sostiene, cuánto tiempo, qué presupuesto), no el resumen del 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Decisión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1 frase, 1 modelo dominante.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Alternativas descartadas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exactamente 2, con motivo del dominio.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Máximo 1 página. Las 5 primeras secciones son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 6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Consecuencias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 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las 6 secciones caben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Titulo     ADR-001 Modelo de servicio dominante de CloudLite 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Estado     Aceptado — &lt;fecha de hoy&gt;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Contexto                    &lt;- restricciones, no resumen del tema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sostengo yo solo, 12 semanas, sin presupuesto cloud ni tarjeta; demo viva el dia de la sustentacion.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Decision                    &lt;- UNA frase, UN modelo dominante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aplicacion de CloudLite se despliega sobre PaaS.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Alternativas descartadas    &lt;- exactamente 2, con motivo del dominio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IaaS: control total, pero yo opero SO y parches -&gt; tiempo que no tengo.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como nucleo: no queda nada que arquitecturar; solo satelite (auth/email).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6. Consecuencias               &lt;- pregunta 7: 3 ejes, cada uno con + y 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Operacion + / -        Costo + / -        Aprendizaje + /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Sin Titulo y Estado con fecha no hay ADR que citar en la Clase 15: son 1.5 puntos de la pregunta 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ADR-001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de modelos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relea su ficha y su C4 Context de la Clase 1. No cambie de dominio: las preguntas 5 a 7 se califican sobre el mismo sistema, y el ADR que redacte hoy se reutiliza en el informe del PI y en la sustentacion de la Clase 15.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construya en la pregunta 5 la matriz «Criterio | IaaS | PaaS | SaaS» con las cuatro filas en orden (control, costo cualitativo, operacion, time-to-demo) y maximo 2 lineas por celda; verifique que cada celda nombre una capacidad o una restriccion de SU dominio, y que la fila de operacion no afirme que en PaaS o SaaS usted deja de responder por su propia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redacte en la pregunta 6 el ADR-001 con las cinco secciones rotuladas —titulo, estado con fecha, contexto con sus restricciones reales, la decision en UNA sola frase con UN modelo dominante, y exactamente 2 alternativas descartadas con el motivo atado a su dominio—; verifique que la seccion de decision no nombre dos modelos, porque en ese caso vale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escriba en la pregunta 7 la seccion 6 del mismo ADR, las consecuencias en los tres ejes (operacion, costo y aprendizaje), con al menos una positiva y una negativa por eje marcadas con + y -, y verifique que al menos una negativa hable de amarre al proveedor o de perdida de control; guarde y continue, que la actividad se entrega completa al cierre del corte.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ADR-001: decisión de modelo de servicio + matriz de comparación aplicada al dominio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Decidir modelo dominante (IaaS/PaaS/SaaS) para CloudLite + ADR breve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ADR-001: decisión de modelo de servicio + matriz de comparación aplicada al dominio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