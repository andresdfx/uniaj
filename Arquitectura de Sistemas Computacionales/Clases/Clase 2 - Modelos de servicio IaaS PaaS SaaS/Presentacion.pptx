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 usted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(contraseñas, permisos, datos, configuración).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 el repo, un puerto de base de datos expuesto).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IaaS (una VM Linux se parece a cualquier otra)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PaaS (el archivo de configuración y algún servicio son propietarios)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potencialmente alto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SaaS (datos y lógica viven dentro del producto ajeno).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Mitigación para CloudLite: no evitar SaaS,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acotarlo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si el envío de correos vive detrás de una interfaz propia («Notificador.enviar()»), cambiar de proveedor toca un archivo,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página. Las 5 primeras secciones son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se dicta en sesion virtual sincrona, en el mismo bloque de 120 minutos de siempre: hay explicacion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Taller acompanado y tiempo para preguntar, asi que este fundamento es material del docente para dictar y no una lectura que reemplace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lo definido en la Clase 1: cada estudiante ya tiene un dominio para CloudLite App, tres a cinco capacidades, sus actores y un diagrama de contexto.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entender los tres modelos hay que ver primero la pila completa de responsabilidades que existe debajo de cualquier aplicacion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abajo hacia arriba: el edificio y la energia electrica, el hardware fisico (servidores, discos, cableado de red), la capa de virtualizacion que parte ese hardware en maquinas logicas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operativo de cada maquina, el runtime o entorno de ejecucion (por ejemplo Node.js, Python o la maquina virtual de Java) junto con servicios de apoyo como la base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finalmente el codigo de la aplicacion, sus datos y la administracion de usuarios y permisos.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ocho o nueve capas segun como se 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llamado on-premise porque los equipos son propios y estan en las instalaciones de la organizacion, todas son responsabilidad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 y nada menos: si el estudiante entiende esa frase, entendio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IaaS, infraestructura como servicio, corta la linea justo encima de la virtualizacion: el proveedor entrega maquinas virtuales, redes y discos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cliente recibe una maquina practicamente vacia con un sistema operativo que debe actualizar, endurecer, monitorear y respaldar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pierde el acceso a la maquina, porque ya no hay un servidor donde entrar por consola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gana velocidad: un despliegue que en IaaS implica preparar una imagen, configurar el servicio y probar la red, en PaaS se reduce a subir el codigo al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niveles gratuitos tipicos de este modelo ofrecen del orden de 512 MB de memoria por instancia, una cantidad limitada de horas de ejecucion al mes y suspension automatica del servicio tras unos 15 minutos sin trafico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produce el efecto conocido como arranque en frio: la primera peticion despues de la inactividad puede tardar varios segundos en lugar de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numeros son ordenes de magnitud tipicos que varian entre proveedores, no constantes; lo estructural es el patron, porque gratis siempre implica limites de memoria, de horas y de latencia en frio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estudiante debe anticiparlo en su diseno en vez de descubrirlo la noche antes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SaaS, software como servicio, lleva la linea hasta arriba: el proveedor administra la aplicacion completa y el cliente solo la configura y la usa, sin desplegar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correo corporativo, un servicio de envio de mensajes transaccionales, un proveedor de identidad que resuelve el inicio de sesion o un servicio de almacenamiento y transformacion de imagenes son SaaS desde la perspectiva de quien construye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que casi siempre se pierde: los tres modelos no son excluyentes y un sistema real los combina.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arquitectura probable de CloudLite Turnos es hibrida: la API desplegada como PaaS, la base de datos como servicio gestionado (que es PaaS en su variante de datos)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 recordatorios delegado a un SaaS de correo y el almacenamiento de fotos de perfil a un SaaS de archivos.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de hoy no pide elegir un modelo unico para todo el sistema; pide elegir por componente y justificar cada eleccion, que es exactamente como se decide en la industria.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Importa porque la causa dominante de los incidentes de seguridad en la nube no son fallas del proveedor sino configuraciones erradas del cliente: un almacenamiento de archivos dejado publico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credencial subida al repositorio en texto plano, un puerto de base de datos expuesto a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Subir de IaaS a PaaS reduce la superficie de responsabilidad del cliente, pero nunca la elimina, y esa idea es el punto de partida literal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hay un tercer eje que el estudiante no ve solo, el amarre al proveedor o vendor lock-in, que es el costo de mudarse a otro proveedor mas adelante: bajo en IaaS, porque una maquina virtual con Linux se parece a cualquier otra; medio en PaaS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archivo de configuracion y algunos servicios son propietarios; potencialmente alto en SaaS, porque los datos y parte de la logica viven dentro de un producto ajeno.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la mitigacion no es evitar SaaS sino acotarlo: si el envio de correos se encapsula detras de una interfaz propia, por ejemplo un modulo Notificador con un solo metodo enviar, cambiar de proveedor toca un archivo y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concreto es el ADR-001.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tiene SEIS secciones rotuladas, siempre las mismas y en este orden, y hay que dictarlas tal cual porque son las que la actividad califica: 1) Titulo, con el numero consecutivo del ADR; 2) Estado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hoy es «Aceptado» mas la fecha de la sesion; 3) Contexto, o sea las restricciones bajo las que se decide; 4) Decision, en una sola frase y con un unico modelo dominante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5) Alternativas descartadas, exactamente dos y con el motivo atado al dominio; 6) Consecuencias, con lo bueno y lo malo que se acepta.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en la plataforma es que las cinco primeras van en la pregunta 6 y la sexta en la pregunta 7, pero es UN solo documento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decirlo en voz alta porque el estudiante que lo entienda como dos ejercicios sueltos repite la decision en las consecuencias y pierde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seccion de «opciones consideradas»: ese analisis es la matriz de la pregunta 5, y en el ADR solo quedan las dos alternativas que se descartaron.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 memoria de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ADR-001 aceptable para CloudLite Turnos diria en CONTEXTO: la barberia agenda por mensajeria y pierde alrededor de tres turnos diarios por doble reserva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«Existen tres modelos de servicio y hay que elegir uno» NO es contexto, es el apunte de clase, y esa confusion es el error dominante de la pregunta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CloudLite Turnos se despliega sobre PaaS.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ALTERNATIVAS DESCARTADAS van dos y solo dos: IaaS con maquina virtual propia, descartada porque habria que asumir parches y respaldos del sistema operativo sin tiempo para ello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SaaS de agendamiento ya existente, descartada porque el proyecto perderia su objeto, ya que no habria arquitectura que disenar sino solo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CONSECUENCIAS, que es la seccion que los estudiantes dejan a medias, deben aparecer tambien las malas: se acepta un arranque en frio de varios segundos tras inactividad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acepta no poder afinar el sistema operativo y se acepta un amarre medio al proveedor, mitigado con contenedores.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Proyecte inmediatamente despues de fijar la plantilla del ADR: es el mismo corte de responsabilidades que se acaba de explicar en prosa, ahora dibujado y con un producto reconocible en cada columna.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Recorrala de abajo hacia arriba y no al reves: senale primero que las tres columnas comparten la misma base (infraestructura), y que lo unico que cambia es hasta donde sube el color amarillo.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IaaS el estudiante ya conoce DigitalOcean o AWS EC2 de oidas aunque no tenga cuenta; en PaaS, Render, Railway o Heroku son los que de verdad va a usar en el taller de hoy y en la 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SaaS, Gmail o Notion le sirven para entender que «usted solo configura» no es un eufemismo, de verdad no hay nada que desplegar.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en voz alta, senalando la columna de PaaS: «por que la fila de Sistema operativo es celeste aqui y amarilla en IaaS?» La respuesta correcta es que el proveedor la absorbio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que desaparecio: es el error mas comun, creer que en PaaS el sistema operativo deja de existir en vez de que alguien mas lo administra.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Cual de los tres modelos es el mejor: ninguno; la pregunta correcta es cual conviene para este componente, con este equipo y en este plazo, y responder que PaaS es mejor sin decir para que es la senal de que el ADR sera de relleno.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encaja serverless o las funciones como servicio: es una variante extrema de PaaS en la que no se administra ninguna instancia siempre encendida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paga por invocacion y el codigo debe tolerar arrancar en frio; para efectos del curso se clasifica como PaaS anotando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mas comun: si elegimos PaaS, para que aprendemos Docker en la Clase 3 si la plataforma se encarga de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porque la plataforma construye internamente una imagen de contenedor con el codigo entregado, de modo que entender contenedores es entender que hace la plataforma por debajo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porque el contenedor es precisamente el artefacto que vuelve reversible la decision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usara este mismo ADR para justificar cuantas piezas tendra el sistema, y el Parcial 1 de la Clase 5 evalua la capacidad de ubicar la linea de responsabilidad en cada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IaaS, PaaS y SaaS como catalogos de marcas y no como un modelo conceptual de responsabilidad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el estudiante memoriza nombres de productos que cambiaran en dos periodos y no aprende a preguntar quien administra que capa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Aguas abajo, en la Clase 6 sera incapaz de decir de que es responsable el en materia de seguridad, y en la Clase 10 no podra explicar por que su factura hipotetica sube o baja.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dejar pasar ADR sin consecuencias negativas, y como esta clase tiene encuentro sincronico no hay excusa para no corregirlo en el momento: al pasar por los grupos en el tramo de taller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«que perdieron al elegir eso» antes de que el documento se suba.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que solo lista beneficios no es una decision, es una justificacion escrita despues de los hechos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lo entrega asi llegara a la Clase 11 sin poder explicar ningun trade-off de su arquitectura, que es justamente lo que se le exigira sustentar en la Clase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plantilla de ADR, con los seis apartados que se califican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 · Modelo de servicio dominante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Estado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Aceptada · 2026-09-01 · decide: &lt;su nombre&gt;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&lt;que problema del dominio obliga a decidir esto, en 3 o 4 lineas&gt;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Alternativas consideradas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  — &lt;que ganaria y que costaria en SU dominio&gt;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PaaS  — &lt;idem&gt;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 — &lt;idem&gt;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 adopta &lt;IaaS|PaaS|SaaS&gt; como modelo dominante porque &lt;criterio&gt;.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Justificacion contra los atributos de calidad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&lt;el atributo de la Clase 1 que esta decision favorece, y el que sacrifica&gt;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Positivas: &lt;...&gt;   Negativas: &lt;...&gt;   A revisar si: &lt;condicion&gt;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CloudLite,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pregunta 7: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en la Clase 15: son 1.5 puntos de la pregunta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ADR-001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de modelos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relea su ficha y su C4 Context de la Clase 1. No cambie de dominio: las preguntas 5 a 7 se califican sobre el mismo sistema, y el ADR que redacte hoy se reutiliza en el informe del PI y en la sustentacion de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construya en la pregunta 5 la matriz «Criterio | IaaS | PaaS | SaaS» con las cuatro filas en orden (control, costo cualitativo, operacion, time-to-demo) y maximo 2 lineas por celda; verifique que cada celda nombre una capacidad o una restriccion de SU dominio, y que la fila de operacion no afirme que en PaaS o SaaS usted deja de responder por su propia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redacte en la pregunta 6 el ADR-001 con las cinco secciones rotuladas —titulo, estado con fecha, contexto con sus restricciones reales, la decision en UNA sola frase con UN modelo dominante, y exactamente 2 alternativas descartadas con el motivo atado a su dominio—; verifique que la seccion de decision no nombre dos modelos, porque en ese caso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escriba en la pregunta 7 la seccion 6 del mismo ADR, las consecuencias en los tres ejes (operacion, costo y aprendizaje), con al menos una positiva y una negativa por eje marcadas con + y -, y verifique que al menos una negativa hable de amarre al proveedor o de perdida de control; guarde y continue, que la actividad se entrega completa al cierre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