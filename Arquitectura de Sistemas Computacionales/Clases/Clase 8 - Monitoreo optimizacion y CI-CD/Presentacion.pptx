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Monitoreo y optimización · CI/CD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GitHub Actions + plan de observabilidad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Workflow Actions (build/test/simulate) + métricas de monitoreo del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Explicar pipeline CI vs CD y qué es realista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Crear un workflow Actions que construya/pruebe un stub.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4–6 señales de monitoreo para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.github/workflows/ci.yml + sección Monitoreo/CI del informe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GitHub Actions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CI/CD sin tarjeta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CI: build + test en cada push. CD: deploy — aquí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simulado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(echo/artifact).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GitHub Actions free: runners hosted; YAML en `.github/workflows/`.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Workflow del stub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salida-actions-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5535" y="5279938"/>
            <a:ext cx="3108960" cy="11208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YAML mínimo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on: push · jobs · steps: checkout → setup → test → upload artifact.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Secrets solo vía Settings; nunca en el YAML en claro.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Deploy stage: `echo Deploy simulado a entorno lab`.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Monitoreo y optimización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Golden signals-lite: latencia, tráfico, errores, saturación.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Logs estructurados + healthcheck del contenedor.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Optimización: caché conceptual, paginación, límites de rate (anotar en informe).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.github/workflows/ci.yml — CI real, no un echo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name: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on: [push, pull_request]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jobs: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build: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runs-on: ubuntu-latest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steps: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actions/checkout@v4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actions/setup-node@v4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with: { node-version: '20'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npm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npm test              # &lt;- esto es lo que lo hace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docker build -t cloudlite-api 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Secretos con ${{ secrets.NOMBRE }}, NUNCA en claro dentro del YAML.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creen o reutilicen el repositorio gratuito del equipo con el stub de la Clase 3 y al menos 3 pruebas automatizadas que verifiquen la ruta de salud, un caso valido y un caso de error de negocio, verificando con una ejecucion local o en el lab que las 3 pruebas pasan antes de tocar el pipeline; el enlace del repositorio queda en la portada del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agreguen el archivo .github/workflows/ci.yml con 4 jobs encadenados (build, test, package y deploy simulado), disparadores en push y pull_request sobre la rama principal, y publicacion de artefacto, verificando que ningun paso imprima secretos y que el job de deploy diga explicitamente en su log que es un despliegue simulado.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ejecuten el workflow con un push real, esperen el run completo y capturen el enlace del run verde mas el nombre del artefacto descargable, verificando que los 4 jobs aparezcan en verde y que el artefacto pese mas de 0 bytes; si Actions falla por cuota, dejen registrado el mensaje textual del error y la explicacion, que es el plan B aceptado.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escriban en ExamLab el diagrama Mermaid del pipeline con los 4 jobs dentro de un subgrafo, la compuerta de decision y las dos salidas (despliegue simulado y bloqueo del pull request), verificando al renderizar que los nombres de los jobs sean exactamente los del ci.yml.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completen la tabla de 5 senales de monitoreo con umbral y accion, actualicen las secciones CI/CD y Monitoreo del informe y suban las 5 preguntas a ExamLab (modulo Talleres) antes del domingo 23:59, verificando que el enlace del run verde abra sin pedir permisos y que cada senal se pueda medir en el diseno que ya dibujaron.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.github/workflows/ci.yml + sección Monitoreo/CI del informe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Workflow Actions (build/test/simulate) + métricas de monitoreo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.github/workflows/ci.yml + sección Monitoreo/CI del informe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