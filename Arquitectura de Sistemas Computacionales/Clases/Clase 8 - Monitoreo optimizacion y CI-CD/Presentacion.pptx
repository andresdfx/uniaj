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Monitoreo y optimización · CI/CD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GitHub Actions + plan de observabilidad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Workflow Actions (build/test/simulate) + métricas de monitoreo del PI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avance individual).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Explicar pipeline CI vs CD y qué es realista sin cloud de pago.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Crear un workflow Actions que construya/pruebe un stub.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4–6 señales de monitoreo para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.github/workflows/ci.yml + sección Monitoreo/CI del informe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GitHub Actions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Individual por defecto · el docente puede autorizar equipos de 2–3; la entrega en ExamLab siempre es individual.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CI/CD sin tarjeta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CI: build + test en cada push. CD: deploy — aquí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simulado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(echo/artifact).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GitHub Actions free: runners hosted; YAML en `.github/workflows/`.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Workflow del stub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pic>
        <p:nvPicPr>
          <p:cNvPr id="7" name="Picture 6" descr="salida-actions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25535" y="5279938"/>
            <a:ext cx="3108960" cy="11208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YAML mínimo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on: push · jobs · steps: checkout → setup → test → upload artifact.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Secrets solo vía Settings; nunca en el YAML en claro.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Deploy stage: `echo Deploy simulado a entorno lab`.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Monitoreo y optimización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Golden signals-lite: latencia, tráfico, errores, saturación.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Logs estructurados + healthcheck del contenedor.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Optimización: caché conceptual, paginación, límites de rate (anotar en informe).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.github/workflows/ci.yml — CI real, no un echo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name: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on: [push, pull_request]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jobs: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build: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runs-on: ubuntu-latest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steps: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actions/checkout@v4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uses: actions/setup-node@v4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with: { node-version: '20'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npm test              # &lt;- esto es lo que lo hace CI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- run: docker build -t cloudlite-api 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Secretos con ${{ secrets.NOMBRE }}, NUNCA en claro dentro del YAML.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 · sin cuenta de pago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hub_ac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GitHub Actions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CI del PI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Informe 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Donde se entrega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1: escriba en la pregunta 7 el contenido completo del ci.yml con disparadores, entorno y los pasos de construccion, prueba y despliegue simulado, usando la imagen y el puerto del Dockerfile del Corte 1; verifique que ningun secreto quede escrito en claro dentro del YAML.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2: explique en la pregunta 8 que se compila o instala, que se ejecuta en la prueba y con que condicion el pipeline debe fallar; hagase la prueba mental de que error tendria que introducir para que el check salga rojo, y si no encuentra ninguno, su pipeline todavia no valida nada.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3: distinga en la pregunta 9 que valida CI y que hace CD, ubique cual de los dos construyo y diga que le faltaria para CD real; reconocer que su pipeline llega hasta «listo para desplegar» suma puntos, afirmar que ya tiene CD los resta.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Paso 4: liste en la pregunta 10 entre 4 y 6 senales con su umbral, atadas a operaciones de su dominio, y verifique que al menos una sea un registro y no una metrica numerica; una senal sin umbral no sirve para operar y no suma.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.github/workflows/ci.yml + sección Monitoreo/CI del informe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(https://uniaj.examlab.workers.dev/)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Workflow Actions (build/test/simulate) + métricas de monitoreo del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.github/workflows/ci.yml + sección Monitoreo/CI del informe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