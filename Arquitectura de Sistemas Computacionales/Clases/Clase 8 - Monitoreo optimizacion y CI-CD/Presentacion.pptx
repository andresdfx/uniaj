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Monitoreo y optimización · CI/CD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GitHub Actions + plan de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Workflow Actions (build/test/simulate) + métricas de monitoreo del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Quiz corto / revisión de evidencias.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pipeline CI vs CD y qué es realista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Crear un workflow Actions que construya/pruebe un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4–6 señales de monitoreo para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.github/workflows/ci.yml + sección Monitoreo/CI del informe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GitHub Actions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CI/CD sin tarjeta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CI: build + test en cada push. CD: deploy — aquí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(echo/artifact).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GitHub Actions free: runners hosted; YAML en `.github/workflows/`.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📸 [CAP: actions-yml] Workflow del stub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YAML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on: push · jobs · steps: checkout → setup → test → upload artifact.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Secrets solo vía Settings; nunca en el YAML en claro.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Deploy stage: `echo Deploy simulado a entorno lab`.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Monitoreo y 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Golden signals-lite: latencia, tráfico, errores, saturación.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Logs estructurados + healthcheck del contenedor.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Optimización: caché conceptual, paginación, límites de rate (anotar en informe).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.github/workflows/ci.yml — CI real, no un 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name: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on: [push, pull_request]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jobs: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build: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runs-on: ubuntu-latest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steps: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actions/checkout@v4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actions/setup-node@v4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with: { node-version: '20'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test              # &lt;- esto es lo que lo hace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docker build -t cloudlite-api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Secretos con ${{ secrets.NOMBRE }}, NUNCA en claro dentro del YAML.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Creen repo free (o usen el del equipo) con stub mínimo.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Agreguen `.github/workflows/ci.yml` (build/test + deploy simulado).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Listen 4–6 métricas/logs a observar en producción hipotética.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Peguen captura del run verde (o YAML + explicación si Actions falla por cuota).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Actualicen informe secciones CI/CD y Monitoreo.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.github/workflows/ci.yml + sección Monitoreo/CI del informe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Workflow Actions (build/test/simulate) + métricas de monitoreo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.github/workflows/ci.yml + sección Monitoreo/CI del informe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