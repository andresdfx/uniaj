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«.github/workflows/».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«Ya tenemos CD» porque el YAML tiene un paso «deploy» resta puntos.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Aquí llega a «listo para desplegar».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Tres bloques que se califican: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disparadores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(«on»)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(«runs-on»)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pasos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pasos, en este orden: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prueba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 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cero en la pregunta si aparece uno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 CI que solo imprime «OK» no es CI: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tienes que poder decir qué error lo pondría rojo.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Cada señal va con su umbral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«medimos la latencia» no permite decidir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menos una debe ser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registro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(log), no una métrica numérica.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          # 1. disparadores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        # 2. entorno de ejecucion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Construir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ci &amp;&amp; docker build -t cloudlite-api:0.1.0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Probar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test              # &lt;- si esto no puede fallar, no es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Despliegue SIMULADO (no despliega a ningun servidor)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echo "Artefacto cloudlite-api:0.1.0 listo para desplegar"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Los tres pasos, en orden, y el ultimo rotulado como simulado. 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escriba en la pregunta 7 el contenido completo del ci.yml con disparadores, entorno y los pasos de construccion, prueba y despliegue simulado, usando la imagen y el puerto del Dockerfile del Corte 1; verifique que ningun secreto quede escrito en claro dentro del YAML.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explique en la pregunta 8 que se compila o instala, que se ejecuta en la prueba y con que condicion el pipeline debe fallar; hagase la prueba mental de que error tendria que introducir para que el check salga rojo, y si no encuentra ninguno, su pipeline todavia no valida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distinga en la pregunta 9 que valida CI y que hace CD, ubique cual de los dos construyo y diga que le faltaria para CD real; reconocer que su pipeline llega hasta «listo para desplegar» suma puntos, afirmar que ya tiene CD los resta.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liste en la pregunta 10 entre 4 y 6 senales con su umbral, atadas a operaciones de su dominio, y verifique que al menos una sea un registro y no una metrica numerica; una senal sin umbral no sirve para operar y no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