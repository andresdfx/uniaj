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«.github/workflows/».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«echo Deploy simulado a entorno lab».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