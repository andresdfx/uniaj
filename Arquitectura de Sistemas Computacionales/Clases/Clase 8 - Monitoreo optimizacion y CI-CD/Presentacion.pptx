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916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828800" cy="79710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180015" y="3200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269CCB"/>
                </a:solidFill>
                <a:latin typeface="Calibri"/>
              </a:rPr>
              <a:t>Clase 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14400"/>
            <a:ext cx="1127729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Monitoreo y optimización · CI/CD</a:t>
            </a:r>
          </a:p>
          <a:p>
            <a:pPr algn="ctr">
              <a:spcBef>
                <a:spcPts val="800"/>
              </a:spcBef>
            </a:pPr>
            <a:r>
              <a:rPr sz="1500" b="0" i="0">
                <a:solidFill>
                  <a:srgbClr val="269CCB"/>
                </a:solidFill>
                <a:latin typeface="Calibri"/>
              </a:rPr>
              <a:t>GitHub Actions + plan de observabilidad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00400"/>
            <a:ext cx="11277295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333333"/>
                </a:solidFill>
                <a:latin typeface="Calibri"/>
              </a:rPr>
              <a:t>Hoy avanzamos el PI en: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Workflow Actions (build/test/simulate) + métricas de monitoreo del PI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Bloque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Teoría breve · Taller PI · cierre.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Herramientas gratis + navegador · sin AWS/GCP/Oracle Cloud.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Agenda de hoy (120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0–10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Encuadre: hoy avanzamos el PI en… + entregable concreto.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10–40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Teoría Core breve (solo lo necesario para el taller PI).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40–100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Taller guiado PI (demo en vivo + avance individual).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100–115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Revisión de evidencias del PI.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115–120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Cierre: criterio de éxito + plazo en la fecha que indique el docente.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Objetivos de la clase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Explicar pipeline CI vs CD y qué es realista sin cloud de pago.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Crear un workflow Actions que construya/pruebe un stub.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Definir 4–6 señales de monitoreo para CloudLite.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PI CloudLite — entregable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.github/workflows/ci.yml + sección Monitoreo/CI del informe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GitHub Actions · Google Docs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Todo lo que construyan hoy entra al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informe/repo del PI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(no es lab suelto).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Individual por defecto · el docente puede autorizar equipos de 2–3; la entrega en la plataforma del curso siempre es individual.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CI/CD sin tarjeta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CI: build + test en cada push. CD: deploy — aquí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simulado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(echo/artifact).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GitHub Actions free: runners hosted; YAML en «.github/workflows/».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«Ya tenemos CD» porque el YAML tiene un paso «deploy» resta puntos.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Aquí llega a «listo para desplegar».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YAML mínimo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Tres bloques que se califican: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disparadores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(«on») ·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entorno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(«runs-on») ·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pasos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pasos, en este orden: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construcción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→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prueba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→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despliegue simulado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Secrets solo vía Settings; nunca en el YAML en claro (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cero en la pregunta si aparece uno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Un CI que solo imprime «OK» no es CI: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tienes que poder decir qué error lo pondría rojo.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Monitoreo y optimización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Golden signals-lite: latencia, tráfico, errores, saturación.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Cada señal va con su umbral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«medimos la latencia» no permite decidir nada.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Al menos una debe ser un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registro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(log), no una métrica numérica.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Optimización: caché conceptual, paginación, límites de rate (anotar en informe).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.github/workflows/ci.yml — CI real, no un echo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name: CI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on: [push, pull_request]          # 1. disparadores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jobs: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build: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runs-on: ubuntu-latest        # 2. entorno de ejecucion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steps: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- uses: actions/checkout@v4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- uses: actions/setup-node@v4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with: { node-version: '20'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- name: Construir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run: npm ci &amp;&amp; docker build -t cloudlite-api:0.1.0.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- name: Probar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run: npm test              # &lt;- si esto no puede fallar, no es CI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- name: Despliegue SIMULADO (no despliega a ningun servidor)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run: echo "Artefacto cloudlite-api:0.1.0 listo para desplegar"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Los tres pasos, en orden, y el ultimo rotulado como simulado. Secretos con ${{ secrets.NOMBRE }}, NUNCA en claro dentro del YAML.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· navegador o free tier · sin cuenta de pago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github_ac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3329" y="1847087"/>
            <a:ext cx="1252728" cy="12527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3191256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GitHub Actions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CI del PI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3354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google_doc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69483" y="1847087"/>
            <a:ext cx="1252728" cy="125272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56506" y="3191256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Google Docs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Informe PI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9508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examla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95638" y="1847087"/>
            <a:ext cx="1252728" cy="125272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82660" y="3191256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la plataforma del curso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Donde se entrega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(paso a paso)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Paso 1: escriba en la pregunta 7 el contenido completo del ci.yml con disparadores, entorno y los pasos de construccion, prueba y despliegue simulado, usando la imagen y el puerto del Dockerfile del Corte 1; verifique que ningun secreto quede escrito en claro dentro del YAML.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2.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Paso 2: explique en la pregunta 8 que se compila o instala, que se ejecuta en la prueba y con que condicion el pipeline debe fallar; hagase la prueba mental de que error tendria que introducir para que el check salga rojo, y si no encuentra ninguno, su pipeline todavia no valida nada.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3.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Paso 3: distinga en la pregunta 9 que valida CI y que hace CD, ubique cual de los dos construyo y diga que le faltaria para CD real; reconocer que su pipeline llega hasta «listo para desplegar» suma puntos, afirmar que ya tiene CD los resta.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4.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Paso 4: liste en la pregunta 10 entre 4 y 6 senales con su umbral, atadas a operaciones de su dominio, y verifique que al menos una sea un registro y no una metrica numerica; una senal sin umbral no sirve para operar y no suma.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continuar (PI)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Entregable: .github/workflows/ci.yml + sección Monitoreo/CI del informe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Subir evidencias al paquete CloudLite (Drive/repo) y a la plataforma del curso en la fecha que indique el docente.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Sin cloud de pago ni instalaciones obligatorias de hipervisores/Docker Desktop.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8 · PI en movimiento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Workflow Actions (build/test/simulate) + métricas de monitoreo del PI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Evidencia: .github/workflows/ci.yml + sección Monitoreo/CI del informe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paso = siguiente hito del PI CloudLite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Teoría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