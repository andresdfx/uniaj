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decir el reparto al abrir la clase, porque las dos preguntas que el grupo subestima, la 8 y la 10, valen juntas mas que el YAML.</a:t>
            </a:r>
          </a:p>
          <a:p/>
          <a:p>
            <a:r>
              <a:t>(Sobre la actividad, 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Hay que decirlo explicito: lo simulado es el ultimo paso, no el pipeline; todo lo anterior es real y ejecutable.</a:t>
            </a:r>
          </a:p>
          <a:p/>
          <a:p>
            <a:r>
              <a:t>(Sobre la actividad, 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vocabulario tiene cinco palabras.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Falta la sancion, que conviene anunciar dos veces: la pregunta vale CERO completa si aparece un secreto escrito en claro dentro del YAML, sin importar lo bien que este el resto.</a:t>
            </a:r>
          </a:p>
          <a:p/>
          <a:p>
            <a:r>
              <a:t>(Sobre la actividad, 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apoya en tres tipos de senal.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«Medimos la latencia» no permite decidir nada</a:t>
            </a:r>
          </a:p>
          <a:p/>
          <a:p>
            <a:r>
              <a:t>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Conviene proyectar esa fila y decir «esta es la que falta en el 80 por ciento de las entregas».</a:t>
            </a:r>
          </a:p>
          <a:p/>
          <a:p>
            <a:r>
              <a:t>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a:p/>
          <a:p>
            <a:r>
              <a:t>(Sobre la actividad, no se proyecta) El reparto de sus 6 puntos es un punto por senal bien formada con su umbral hasta la cuarta, hasta un punto adicional entre las senales quinta y sexta, y un punto por que al menos una sea un registro.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workflow se dispara en push y en pull_request.</a:t>
            </a:r>
          </a:p>
          <a:p/>
          <a:p>
            <a:r>
              <a:t>(Sobre la actividad, 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y medio, que se compila o se instala.</a:t>
            </a:r>
          </a:p>
          <a:p/>
          <a:p>
            <a:r>
              <a:t>Uno y medio, que se ejecuta en la prueba y que comprueba exactamente.</a:t>
            </a:r>
          </a:p>
          <a:p/>
          <a:p>
            <a:r>
              <a:t>La forma de responderlo es una prueba mental que el docente debe hacer en voz alta y en vivo: que error tendria que introducir yo en el codigo para que este pipeline lo detecte.</a:t>
            </a:r>
          </a:p>
          <a:p/>
          <a:p>
            <a:r>
              <a:t>Si la respuesta no aparece en diez segundos, el pipeline no valida nada todavia.</a:t>
            </a:r>
          </a:p>
          <a:p/>
          <a:p>
            <a:r>
              <a:t>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(Sobre la actividad, 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que aparecen todos los semestres.</a:t>
            </a:r>
          </a:p>
          <a:p/>
          <a:p>
            <a:r>
              <a:t>Un umbral justificado asi vale, aunque despues la medicion lo corrija.</a:t>
            </a:r>
          </a:p>
          <a:p/>
          <a:p>
            <a:r>
              <a:t>(Sobre la actividad, no se proyecta) «Si no tenemos usuarios reales, que monitoreamos?» El entregable es el plan, no los datos: la pregunta pide que senales observaria en una produccion hipotetica, con sus umbrales.</a:t>
            </a:r>
          </a:p>
          <a:p/>
          <a:p>
            <a:r>
              <a:t>(Sobre la actividad, no se proyecta) Es preferible una prueba real y pequena a tres pruebas inventadas que no se ejecutan, porque la pregunta 8 evalua si el pipeline puede fallar.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Los tres PASOS van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importa: al menos una de las senales de un plan deberia ser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tiene que referirse a operaciones del dominio propio, asi que «el sistema» no es una respuesta y «el listado de disponibilidad de canchas» o «el registro de una reserva» 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Y el tercero, el corazon del asunto: con que condicion el pipeline debe FALLAR.</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cloudlite-api:${{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en el PI se declara como SIMULADO</a:t>
            </a:r>
          </a:p>
          <a:p>
            <a:pPr>
              <a:spcAft>
                <a:spcPts val="400"/>
              </a:spcAft>
            </a:pPr>
            <a:r>
              <a:rPr sz="1400" b="0" i="0">
                <a:solidFill>
                  <a:srgbClr val="FFFFFF"/>
                </a:solidFill>
                <a:latin typeface="Calibri"/>
              </a:rPr>
              <a:t>#       y el ultimo paso se rotula como tal. Decirlo es honesto;</a:t>
            </a:r>
          </a:p>
          <a:p>
            <a:pPr>
              <a:spcAft>
                <a:spcPts val="400"/>
              </a:spcAft>
            </a:pPr>
            <a:r>
              <a:rPr sz="1400" b="0" i="0">
                <a:solidFill>
                  <a:srgbClr val="FFFFFF"/>
                </a:solidFill>
                <a:latin typeface="Calibri"/>
              </a:rPr>
              <a:t>#       fingirlo es un error.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