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Redes y almacenamiento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Diagrama de despliegue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de despliegue: red, zonas, almacenamiento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red lógica (cliente, edge, app, datos) sin VPC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tipo de almacenamiento según el caso de uso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Completar el diagrama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Deployment (draw.io) + elección de storage (objeto/bloque/relacional conceptual)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 lógica para el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Cliente → DNS/edge → balanceador conceptual → app →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Segregación: frontend público vs datos privados (aunque sea «caja» en draw.io).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inventen subnets AWS: usen zonas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Pública / Privada /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Almacenamiento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Objeto (archivos/media) · Bloque (discos) · Archivo · DB gestionada conceptual.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justifiquen 1 primario + 1 secundario (ej. DB + object para adjuntos).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Backup/retención: una frase de política cualitativa basta.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del diagrama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Nodos, redes/zonas, puertos, almacenes, relación con CI (artefacto).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alinearse con el C4 Containers (mismos nombres).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de despliegue (Deployment)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Zonas de confianza: qué es público, qué es privado, dónde viven los datos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Zona pública
(balanceador / edge)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privada
(app CloudLite)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194560"/>
            <a:ext cx="329184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Zona de datos
(base de datos)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697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79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443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046720" y="2697480"/>
            <a:ext cx="5486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0" y="2496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solo puerto BD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base de datos NUNCA vive en la zona pública. Los nombres deben coincidir con los del C4 Containers (Clase 4) — mismo sistema, otro ángulo.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Deployment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C4Deployment».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copien la lista canonica de 5 contenedores de la Clase 4 y asignen cada uno a una de 3 zonas con su subred (zona publica 10.10.1.0/24, zona privada 10.10.2.0/24, zona de datos 10.10.3.0/24), verificando que ningun contenedor quede sin zona y que la base de datos y la cola no queden en la zona publica.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el diagrama C4Deployment en Mermaid con 4 Deployment_Node (dispositivo del usuario, zona publica, zona privada y zona de datos), el tamano de cada nodo y los mismos nombres de contenedores, verificando al renderizar que cada relacion lleve puerto y que el nombre de cada contenedor sea identico letra por letra al del C4Container de la Clase 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en el editor de topologia de red arme la red con 5 dispositivos (equipo del usuario, edge o proxy reverso, dos nodos de aplicacion y un nodo de datos) y las 3 subredes del paso 1, verificando que cada interfaz tenga una direccion valida dentro de su subred y que el nodo de datos no tenga ruta hacia la subred del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 la consola de red ejecuten las 4 comprobaciones (direcciones de las interfaces, alcance del usuario al edge, alcance del edge a la aplicacion y alcance del usuario a la base de datos) y peguen las salidas, verificando que las 3 primeras tengan exito y que la cuarta falle, porque un exito ahi significa que la zona de datos quedo expuesta.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completen la tabla de almacenamiento de 5 filas y la matriz de puertos de 6 filas, actualicen la seccion Redes y almacenamiento del informe y suban las 5 preguntas a ExamLab (modulo Talleres) antes del domingo 23:59, verificando que los puertos del diagrama, de la matriz y de la topologia sean los mismos numeros.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Deployment (draw.io) + elección de storage (objeto/bloque/relacional conceptual)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 de despliegue: red, zonas, almacenamiento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Deployment (draw.io) + elección de storage (objeto/bloque/relacional conceptual)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