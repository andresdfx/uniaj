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Redes y almacenamiento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Diagrama de despliegue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 de despliegue: red, zonas, almacenamiento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Modelar red lógica (cliente, edge, app, datos) sin VPC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Elegir tipo de almacenamiento según el caso de uso CloudLite.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Completar el diagrama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Diagrama Deployment (draw.io) + elección de storage (objeto/bloque/relacional conceptual)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Red lógica para el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Cliente → DNS/edge → balanceador conceptual → app → datos.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Segregación: frontend público vs datos privados (aunque sea «caja» en draw.io).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inventen subnets AWS: usen zonas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Pública / Privada / Datos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Almacenamiento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Objeto (archivos/media) · Bloque (discos) · Archivo · DB gestionada conceptual.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CloudLite: justifiquen 1 primario + 1 secundario (ej. DB + object para adjuntos).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Backup/retención: una frase de política cualitativa basta.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del diagrama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Nodos, redes/zonas, puertos, almacenes, relación con CI (artefacto).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Debe alinearse con el C4 Containers (mismos nombres).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de despliegue (Deployment)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Zonas de confianza: qué es público, qué es privado, dónde viven los datos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Zona pública
(balanceador / edge)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Zona privada
(app CloudLite)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Zona de datos
(base de datos)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0" y="26974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11879" y="2496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solo puerto 443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046720" y="2697480"/>
            <a:ext cx="54864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498080" y="2496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solo puerto BD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base de datos NUNCA vive en la zona pública. Los nombres deben coincidir con los del C4 Containers (Clase 4) — mismo sistema, otro ángulo.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Deployment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flowchart».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dibuje primero el boceto del despliegue en Excalidraw o draw.io con las tres zonas (publica, privada y de datos), y despues pidale a una IA que lo traduzca a Mermaid; peguelo en la pregunta 4 y verifique en el diagrama ya renderizado que la base de datos NO quede en la zona publica.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etiquete en ese mismo diagrama el puerto de cada componente y marque las fronteras de confianza, es decir donde termina lo que usted controla; verifique que no aparezcan nombres de subredes ni de servicios de un proveedor concreto.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justifique en la pregunta 5 el tipo de almacenamiento de cada componente diciendo que caracteristica del dato lo exige; si su dominio no necesita almacenamiento de objetos, declarelo y justifiquelo en vez de agregarlo.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complete en la pregunta 6 la tabla de correspondencia entre el C4 Containers y el Despliegue, con una fila por componente y su zona, y liste los renombres que aplico; si no hubo ninguno, digalo explicitamente.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Diagrama Deployment (draw.io) + elección de storage (objeto/bloque/relacional conceptual)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Diagrama de despliegue: red, zonas, almacenamiento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Diagrama Deployment (draw.io) + elección de storage (objeto/bloque/relacional conceptual)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