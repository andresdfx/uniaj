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828800" cy="797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80015" y="320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69CCB"/>
                </a:solidFill>
                <a:latin typeface="Calibri"/>
              </a:rPr>
              <a:t>Clase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Redes y almacenamiento cloud</a:t>
            </a:r>
          </a:p>
          <a:p>
            <a:pPr algn="ctr">
              <a:spcBef>
                <a:spcPts val="800"/>
              </a:spcBef>
            </a:pPr>
            <a:r>
              <a:rPr sz="1500" b="0" i="0">
                <a:solidFill>
                  <a:srgbClr val="269CCB"/>
                </a:solidFill>
                <a:latin typeface="Calibri"/>
              </a:rPr>
              <a:t>Diagrama de despliegue CloudLite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127729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Diagrama de despliegue: red, zonas, almacenamiento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Bloque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Teoría breve · Taller PI · cierre.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Herramientas gratis + navegador · sin AWS/GCP/Oracle Cloud.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(120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0–10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Encuadre: hoy avanzamos el PI en… + entregable concreto.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10–40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Teoría Core breve (solo lo necesario para el taller PI).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40–100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Taller guiado PI (demo en vivo + avance individual).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100–115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Revisión de evidencias del PI.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115–120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Cierre: criterio de éxito + plazo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Modelar red lógica (cliente, edge, app, datos) sin VPC de pago.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Elegir tipo de almacenamiento según el caso de uso CloudLite.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Completar el diagrama de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despliegue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del PI.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PI CloudLite — entregable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Diagrama Deployment (draw.io) + elección de storage (objeto/bloque/relacional conceptual)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draw.io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Todo lo que construyan hoy entra al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informe/repo del PI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(no es lab suelto).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Individual por defecto · el docente puede autorizar equipos de 2–3; la entrega en ExamLab siempre es individual.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Red lógica para el diagrama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Cliente → DNS/edge → balanceador conceptual → app → datos.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Segregación: frontend público vs datos privados (aunque sea «caja» en draw.io).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No inventen subnets AWS: usen zonas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Pública / Privada / Datos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Almacenamiento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Objeto (archivos/media) · Bloque (discos) · Archivo · DB gestionada conceptual.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CloudLite: justifiquen 1 primario + 1 secundario (ej. DB + object para adjuntos).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Backup/retención: una frase de política cualitativa basta.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Checklist del diagrama Deployment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Nodos, redes/zonas, puertos, almacenes, relación con CI (artefacto).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Debe alinearse con el C4 Containers (mismos nombres).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Ejemplo de diagrama de despliegue (Deployment)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Zonas de confianza: qué es público, qué es privado, dónde viven los datos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194560"/>
            <a:ext cx="3291840" cy="1005840"/>
          </a:xfrm>
          <a:prstGeom prst="roundRect">
            <a:avLst>
              <a:gd name="adj" fmla="val 12000"/>
            </a:avLst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Zona pública
(balanceador / edge)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0" y="2194560"/>
            <a:ext cx="3291840" cy="1005840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Zona privada
(app CloudLite)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95360" y="2194560"/>
            <a:ext cx="3291840" cy="100584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Zona de datos
(base de datos)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114800" y="2697480"/>
            <a:ext cx="640080" cy="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3611879" y="249631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66666"/>
                </a:solidFill>
                <a:latin typeface="Calibri"/>
              </a:rPr>
              <a:t>solo puerto 443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046720" y="2697480"/>
            <a:ext cx="548640" cy="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498080" y="249631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66666"/>
                </a:solidFill>
                <a:latin typeface="Calibri"/>
              </a:rPr>
              <a:t>solo puerto BD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26364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La base de datos NUNCA vive en la zona pública. Los nombres deben coincidir con los del C4 Containers (Clase 4) — mismo sistema, otro ángulo.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(paso a paso)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1: copien la lista canonica de 5 contenedores de la Clase 4 y asignen cada uno a una de 3 zonas con su subred (zona publica 10.10.1.0/24, zona privada 10.10.2.0/24, zona de datos 10.10.3.0/24), verificando que ningun contenedor quede sin zona y que la base de datos y la cola no queden en la zona publica.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2.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2: escriban en ExamLab el diagrama C4Deployment en Mermaid con 4 Deployment_Node (dispositivo del usuario, zona publica, zona privada y zona de datos), el tamano de cada nodo y los mismos nombres de contenedores, verificando al renderizar que cada relacion lleve puerto y que el nombre de cada contenedor sea identico letra por letra al del C4Container de la Clase 4.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3.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3: en el editor de topologia de red arme la red con 5 dispositivos (equipo del usuario, edge o proxy reverso, dos nodos de aplicacion y un nodo de datos) y las 3 subredes del paso 1, verificando que cada interfaz tenga una direccion valida dentro de su subred y que el nodo de datos no tenga ruta hacia la subred del usuario.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4.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4: en la consola de red ejecuten las 4 comprobaciones (direcciones de las interfaces, alcance del usuario al edge, alcance del edge a la aplicacion y alcance del usuario a la base de datos) y peguen las salidas, verificando que las 3 primeras tengan exito y que la cuarta falle, porque un exito ahi significa que la zona de datos quedo expuesta.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5.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5: completen la tabla de almacenamiento de 5 filas y la matriz de puertos de 6 filas, actualicen la seccion Redes y almacenamiento del informe y suban las 5 preguntas a ExamLab (modulo Talleres) antes del domingo 23:59, verificando que los puertos del diagrama, de la matriz y de la topologia sean los mismos numeros.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continuar (PI)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Entregable: Diagrama Deployment (draw.io) + elección de storage (objeto/bloque/relacional conceptual)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Subir evidencias al paquete CloudLite (Drive/repo) y a ExamLab (https://examlab.lovable.app/) domingo 23:59.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Sin cloud de pago ni instalaciones obligatorias de hipervisores/Docker Desktop.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7 · PI en movimiento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Diagrama de despliegue: red, zonas, almacenamiento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Evidencia: Diagrama Deployment (draw.io) + elección de storage (objeto/bloque/relacional conceptual)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paso = siguiente hito del PI CloudLite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Teoría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