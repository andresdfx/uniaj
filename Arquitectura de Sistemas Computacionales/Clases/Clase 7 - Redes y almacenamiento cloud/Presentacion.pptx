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Redes y almacenamiento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Diagrama de despliegue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de despliegue: red, zonas, almacenamiento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Quiz corto / revisión de evidencias.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red lógica (cliente, edge, app, datos) sin VPC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tipo de almacenamiento según el caso de uso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Completar el diagrama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Deployment (draw.io) + elección de storage (objeto/bloque/relacional conceptual)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 lógica para el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Cliente → DNS/edge → balanceador conceptual → app →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Segregación: frontend público vs datos privados (aunque sea «caja» en draw.io).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inventen subnets AWS: usen zonas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Pública / Privada /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Almacenamiento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Objeto (archivos/media) · Bloque (discos) · Archivo · DB gestionada conceptual.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justifiquen 1 primario + 1 secundario (ej. DB + object para adjuntos).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Backup/retención: una frase de política cualitativa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del diagrama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Nodos, redes/zonas, puertos, almacenes, relación con CI (artefacto).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alinearse con el C4 Containers (mismos nombres).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de despliegue (Deployment)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Zonas de confianza: qué es público, qué es privado, dónde viven los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Zona pública
(balanceador / edge)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privada
(app CloudLite)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de datos
(base de datos)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697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79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443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46720" y="2697480"/>
            <a:ext cx="5486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0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BD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base de datos NUNCA vive en la zona pública. Los nombres deben coincidir con los del C4 Containers (Clase 4) — mismo sistema, otro ángulo.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Dibujen Deployment en draw.io (zonas pública/privada/datos).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Etiqueten puertos y tipo de storage por componente.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Alineen nombres con el diagrama C4 de Clase 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Actualicen informe: sección Redes y almacenamiento.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Deployment (draw.io) + elección de storage (objeto/bloque/relacional conceptual)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 de despliegue: red, zonas, almacenamiento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Deployment (draw.io) + elección de storage (objeto/bloque/relacional conceptual)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