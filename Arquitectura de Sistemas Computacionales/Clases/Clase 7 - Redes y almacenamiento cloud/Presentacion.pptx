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Deployment en Mermaid dentro de ExamLab (3 zonas + puertos) + tipo de almacenamiento por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(Mermaid) · boceto en draw.io o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 → edge/balanceador → app → datos: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zonas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base de datos va en la zona de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en la pública: es el error que la nota castiga.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Frontera de confianza: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flecha donde termina lo que tú controlas (un SaaS externo).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tipos y sus nombres exactos: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Bloque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Relacional: el dato se cruza con otro · Bloque: lo monta un solo proceso · Objeto: se recupera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justifica por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característica del dato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preferencia.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tu dominio no maneja archivos,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declara que no necesitas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zonas rotuladas · cada componente en su zona · puerto de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Fronteras de confianza marcadas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renderice sin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8080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5432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Despliegue en Mermaid: el molde que ExamLab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publica["Zona publica - internet"]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web["App web&lt;br/&gt;React estatico - 443"]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edge["Edge / balanceador&lt;br/&gt;443 HTTPS"]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privada["Zona privada - solo desde el edge"]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api["API CloudLite&lt;br/&gt;8080 HTTP"]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datos["Zona de datos - sin internet: la BD va AQUI"]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db[("Base de datos&lt;br/&gt;5432 TCP")]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web --&gt;|"HTTPS 443"| edge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edge --&gt;|"HTTP 8080"|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--&gt;|"TCP 5432"| db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--&gt;|"HTTPS 443 - frontera de confianza"| pagos["Pasarela de pagos externa"]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«subgraph» por zona, el puerto en cada caja y la base con «[( )]». La flecha al externo ES la frontera de confianza. Nombres: los mismos del C4 Containers de la Clase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dibuje primero el boceto del despliegue en Excalidraw o draw.io con las tres zonas (publica, privada y de datos), y despues pidale a una IA que lo traduzca a Mermaid; peguelo en la pregunta 4 y verifique en el diagrama ya renderizado que la base de datos NO quede en la zona publica.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etiquete en ese mismo diagrama el puerto de cada componente y marque las fronteras de confianza, es decir donde termina lo que usted controla; verifique que no aparezcan nombres de subredes ni de servicios de un proveedor concreto.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justifique en la pregunta 5 el tipo de almacenamiento de cada componente diciendo que caracteristica del dato lo exige; si su dominio no necesita almacenamiento de objetos, declarelo y justifiquelo en vez de agregarlo.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complete en la pregunta 6 la tabla de correspondencia entre el C4 Containers y el Despliegue, con una fila por componente y su zona, y liste los renombres que aplico; si no hubo ninguno, digalo explicitamente.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en Mermaid dentro de ExamLab (3 zonas + puertos) + tipo de almacenamiento por componente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en Mermaid dentro de ExamLab (3 zonas + puertos) + tipo de almacenamiento por componente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