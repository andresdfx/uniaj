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Sniglet"/>
      <p:regular r:id="rId12"/>
    </p:embeddedFont>
    <p:embeddedFont>
      <p:font typeface="Open Sans Ligh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UtYK9rtoDzJDG8p3TQXBP/88m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penSansLight-regular.fntdata"/><Relationship Id="rId12" Type="http://schemas.openxmlformats.org/officeDocument/2006/relationships/font" Target="fonts/Snigle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Light-italic.fntdata"/><Relationship Id="rId14" Type="http://schemas.openxmlformats.org/officeDocument/2006/relationships/font" Target="fonts/OpenSansLight-bold.fntdata"/><Relationship Id="rId17" Type="http://customschemas.google.com/relationships/presentationmetadata" Target="metadata"/><Relationship Id="rId16" Type="http://schemas.openxmlformats.org/officeDocument/2006/relationships/font" Target="fonts/OpenSans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4173bd5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94173bd54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33278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-268941" y="8238153"/>
            <a:ext cx="18729512" cy="2370455"/>
            <a:chOff x="0" y="-47625"/>
            <a:chExt cx="4932876" cy="624318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4932876" cy="576693"/>
            </a:xfrm>
            <a:custGeom>
              <a:rect b="b" l="l" r="r" t="t"/>
              <a:pathLst>
                <a:path extrusionOk="0" h="576693" w="4932876">
                  <a:moveTo>
                    <a:pt x="0" y="0"/>
                  </a:moveTo>
                  <a:lnTo>
                    <a:pt x="4932876" y="0"/>
                  </a:lnTo>
                  <a:lnTo>
                    <a:pt x="4932876" y="576693"/>
                  </a:lnTo>
                  <a:lnTo>
                    <a:pt x="0" y="576693"/>
                  </a:lnTo>
                  <a:close/>
                </a:path>
              </a:pathLst>
            </a:custGeom>
            <a:solidFill>
              <a:srgbClr val="0457A0"/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47625"/>
              <a:ext cx="4932876" cy="624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8023021" y="1028700"/>
            <a:ext cx="9243618" cy="8386482"/>
          </a:xfrm>
          <a:custGeom>
            <a:rect b="b" l="l" r="r" t="t"/>
            <a:pathLst>
              <a:path extrusionOk="0" h="8386482" w="9243618">
                <a:moveTo>
                  <a:pt x="0" y="0"/>
                </a:moveTo>
                <a:lnTo>
                  <a:pt x="9243618" y="0"/>
                </a:lnTo>
                <a:lnTo>
                  <a:pt x="9243618" y="8386482"/>
                </a:lnTo>
                <a:lnTo>
                  <a:pt x="0" y="83864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9" name="Google Shape;89;p1"/>
          <p:cNvGrpSpPr/>
          <p:nvPr/>
        </p:nvGrpSpPr>
        <p:grpSpPr>
          <a:xfrm>
            <a:off x="-1311834" y="3493748"/>
            <a:ext cx="12833919" cy="3856636"/>
            <a:chOff x="0" y="-192904"/>
            <a:chExt cx="17111892" cy="5142181"/>
          </a:xfrm>
        </p:grpSpPr>
        <p:grpSp>
          <p:nvGrpSpPr>
            <p:cNvPr id="90" name="Google Shape;90;p1"/>
            <p:cNvGrpSpPr/>
            <p:nvPr/>
          </p:nvGrpSpPr>
          <p:grpSpPr>
            <a:xfrm>
              <a:off x="0" y="-192904"/>
              <a:ext cx="17111892" cy="5142181"/>
              <a:chOff x="0" y="-28575"/>
              <a:chExt cx="2534796" cy="761715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2534796" cy="733140"/>
              </a:xfrm>
              <a:custGeom>
                <a:rect b="b" l="l" r="r" t="t"/>
                <a:pathLst>
                  <a:path extrusionOk="0" h="733140" w="2534796">
                    <a:moveTo>
                      <a:pt x="2327127" y="0"/>
                    </a:moveTo>
                    <a:lnTo>
                      <a:pt x="6029" y="0"/>
                    </a:lnTo>
                    <a:cubicBezTo>
                      <a:pt x="2699" y="0"/>
                      <a:pt x="0" y="2699"/>
                      <a:pt x="0" y="6029"/>
                    </a:cubicBezTo>
                    <a:lnTo>
                      <a:pt x="0" y="727111"/>
                    </a:lnTo>
                    <a:cubicBezTo>
                      <a:pt x="0" y="730441"/>
                      <a:pt x="2699" y="733140"/>
                      <a:pt x="6029" y="733140"/>
                    </a:cubicBezTo>
                    <a:lnTo>
                      <a:pt x="2327127" y="733140"/>
                    </a:lnTo>
                    <a:cubicBezTo>
                      <a:pt x="2330847" y="733140"/>
                      <a:pt x="2334274" y="731121"/>
                      <a:pt x="2336078" y="727867"/>
                    </a:cubicBezTo>
                    <a:lnTo>
                      <a:pt x="2533432" y="371843"/>
                    </a:lnTo>
                    <a:cubicBezTo>
                      <a:pt x="2535251" y="368563"/>
                      <a:pt x="2535251" y="364577"/>
                      <a:pt x="2533432" y="361297"/>
                    </a:cubicBezTo>
                    <a:lnTo>
                      <a:pt x="2336078" y="5273"/>
                    </a:lnTo>
                    <a:cubicBezTo>
                      <a:pt x="2334274" y="2019"/>
                      <a:pt x="2330847" y="0"/>
                      <a:pt x="2327127" y="0"/>
                    </a:cubicBezTo>
                    <a:close/>
                  </a:path>
                </a:pathLst>
              </a:custGeom>
              <a:solidFill>
                <a:srgbClr val="C1FF72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28575"/>
                <a:ext cx="2422055" cy="7617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89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" name="Google Shape;93;p1"/>
            <p:cNvSpPr txBox="1"/>
            <p:nvPr/>
          </p:nvSpPr>
          <p:spPr>
            <a:xfrm>
              <a:off x="3196912" y="227299"/>
              <a:ext cx="10139442" cy="42946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366" u="none" cap="none" strike="noStrike">
                  <a:solidFill>
                    <a:srgbClr val="0457A0"/>
                  </a:solidFill>
                  <a:latin typeface="Arial"/>
                  <a:ea typeface="Arial"/>
                  <a:cs typeface="Arial"/>
                  <a:sym typeface="Arial"/>
                </a:rPr>
                <a:t>INGENIERÍA DE SOFTWARE 1</a:t>
              </a:r>
              <a:endParaRPr/>
            </a:p>
          </p:txBody>
        </p:sp>
      </p:grpSp>
      <p:sp>
        <p:nvSpPr>
          <p:cNvPr id="94" name="Google Shape;94;p1"/>
          <p:cNvSpPr txBox="1"/>
          <p:nvPr/>
        </p:nvSpPr>
        <p:spPr>
          <a:xfrm>
            <a:off x="1028700" y="8555354"/>
            <a:ext cx="6232781" cy="702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99" u="none" cap="none" strike="noStrike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Agenda de clase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 flipH="1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638" l="0" r="0" t="-16638"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>
            <a:off x="6081396" y="758634"/>
            <a:ext cx="11177904" cy="8942323"/>
          </a:xfrm>
          <a:custGeom>
            <a:rect b="b" l="l" r="r" t="t"/>
            <a:pathLst>
              <a:path extrusionOk="0" h="8942323" w="11177904">
                <a:moveTo>
                  <a:pt x="0" y="0"/>
                </a:moveTo>
                <a:lnTo>
                  <a:pt x="11177904" y="0"/>
                </a:lnTo>
                <a:lnTo>
                  <a:pt x="11177904" y="8942323"/>
                </a:lnTo>
                <a:lnTo>
                  <a:pt x="0" y="8942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>
            <a:off x="437455" y="672338"/>
            <a:ext cx="6324661" cy="8942323"/>
          </a:xfrm>
          <a:custGeom>
            <a:rect b="b" l="l" r="r" t="t"/>
            <a:pathLst>
              <a:path extrusionOk="0" h="8942323" w="6324661">
                <a:moveTo>
                  <a:pt x="0" y="0"/>
                </a:moveTo>
                <a:lnTo>
                  <a:pt x="6324661" y="0"/>
                </a:lnTo>
                <a:lnTo>
                  <a:pt x="6324661" y="8942324"/>
                </a:lnTo>
                <a:lnTo>
                  <a:pt x="0" y="89423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7037523" y="3940997"/>
            <a:ext cx="700504" cy="700504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D9FF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7037523" y="5102312"/>
            <a:ext cx="700504" cy="700504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D9FF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7037523" y="6263627"/>
            <a:ext cx="700504" cy="700504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D9FF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7037523" y="1668222"/>
            <a:ext cx="9265651" cy="1494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74" u="none" cap="none" strike="noStrike">
                <a:solidFill>
                  <a:srgbClr val="0457A0"/>
                </a:solidFill>
                <a:latin typeface="Arial"/>
                <a:ea typeface="Arial"/>
                <a:cs typeface="Arial"/>
                <a:sym typeface="Arial"/>
              </a:rPr>
              <a:t>¡BIENVENIDOS!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7950103" y="3830356"/>
            <a:ext cx="796665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Acuerdo Pedagógico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7149297" y="3920065"/>
            <a:ext cx="494719" cy="618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66" u="none" cap="none" strike="noStrike">
                <a:solidFill>
                  <a:srgbClr val="0457A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7950103" y="4991671"/>
            <a:ext cx="796665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Conociéndonos (Padlet)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7149297" y="5081379"/>
            <a:ext cx="494719" cy="618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7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66" u="none" cap="none" strike="noStrike">
                <a:solidFill>
                  <a:srgbClr val="0457A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7950103" y="7325058"/>
            <a:ext cx="796665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Proyecto Integrador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7149297" y="6242694"/>
            <a:ext cx="494719" cy="618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7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66" u="none" cap="none" strike="noStrike">
                <a:solidFill>
                  <a:srgbClr val="0457A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7037523" y="7421331"/>
            <a:ext cx="700504" cy="700504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D9FF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7149297" y="7402281"/>
            <a:ext cx="494719" cy="618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7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66" u="none" cap="none" strike="noStrike">
                <a:solidFill>
                  <a:srgbClr val="0457A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8004727" y="6165397"/>
            <a:ext cx="796665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Vocero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7950103" y="8606587"/>
            <a:ext cx="796665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Prueba Diagnóstica 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7037523" y="8702860"/>
            <a:ext cx="700504" cy="700504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D9FF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7149297" y="8683810"/>
            <a:ext cx="494719" cy="618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7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66" u="none" cap="none" strike="noStrike">
                <a:solidFill>
                  <a:srgbClr val="0457A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 flipH="1" rot="10800000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638" l="0" r="0" t="-16638"/>
            </a:stretch>
          </a:blipFill>
          <a:ln>
            <a:noFill/>
          </a:ln>
        </p:spPr>
      </p:sp>
      <p:grpSp>
        <p:nvGrpSpPr>
          <p:cNvPr id="123" name="Google Shape;123;p3"/>
          <p:cNvGrpSpPr/>
          <p:nvPr/>
        </p:nvGrpSpPr>
        <p:grpSpPr>
          <a:xfrm>
            <a:off x="1772565" y="3103648"/>
            <a:ext cx="4564026" cy="2039852"/>
            <a:chOff x="0" y="-38100"/>
            <a:chExt cx="626589" cy="280048"/>
          </a:xfrm>
        </p:grpSpPr>
        <p:sp>
          <p:nvSpPr>
            <p:cNvPr id="124" name="Google Shape;124;p3"/>
            <p:cNvSpPr/>
            <p:nvPr/>
          </p:nvSpPr>
          <p:spPr>
            <a:xfrm>
              <a:off x="0" y="0"/>
              <a:ext cx="626589" cy="241948"/>
            </a:xfrm>
            <a:custGeom>
              <a:rect b="b" l="l" r="r" t="t"/>
              <a:pathLst>
                <a:path extrusionOk="0" h="241948" w="626589">
                  <a:moveTo>
                    <a:pt x="33926" y="0"/>
                  </a:moveTo>
                  <a:lnTo>
                    <a:pt x="592663" y="0"/>
                  </a:lnTo>
                  <a:cubicBezTo>
                    <a:pt x="601661" y="0"/>
                    <a:pt x="610290" y="3574"/>
                    <a:pt x="616652" y="9937"/>
                  </a:cubicBezTo>
                  <a:cubicBezTo>
                    <a:pt x="623015" y="16299"/>
                    <a:pt x="626589" y="24928"/>
                    <a:pt x="626589" y="33926"/>
                  </a:cubicBezTo>
                  <a:lnTo>
                    <a:pt x="626589" y="208023"/>
                  </a:lnTo>
                  <a:cubicBezTo>
                    <a:pt x="626589" y="217020"/>
                    <a:pt x="623015" y="225650"/>
                    <a:pt x="616652" y="232012"/>
                  </a:cubicBezTo>
                  <a:cubicBezTo>
                    <a:pt x="610290" y="238374"/>
                    <a:pt x="601661" y="241948"/>
                    <a:pt x="592663" y="241948"/>
                  </a:cubicBezTo>
                  <a:lnTo>
                    <a:pt x="33926" y="241948"/>
                  </a:lnTo>
                  <a:cubicBezTo>
                    <a:pt x="24928" y="241948"/>
                    <a:pt x="16299" y="238374"/>
                    <a:pt x="9937" y="232012"/>
                  </a:cubicBezTo>
                  <a:cubicBezTo>
                    <a:pt x="3574" y="225650"/>
                    <a:pt x="0" y="217020"/>
                    <a:pt x="0" y="208023"/>
                  </a:cubicBezTo>
                  <a:lnTo>
                    <a:pt x="0" y="33926"/>
                  </a:lnTo>
                  <a:cubicBezTo>
                    <a:pt x="0" y="24928"/>
                    <a:pt x="3574" y="16299"/>
                    <a:pt x="9937" y="9937"/>
                  </a:cubicBezTo>
                  <a:cubicBezTo>
                    <a:pt x="16299" y="3574"/>
                    <a:pt x="24928" y="0"/>
                    <a:pt x="33926" y="0"/>
                  </a:cubicBezTo>
                  <a:close/>
                </a:path>
              </a:pathLst>
            </a:custGeom>
            <a:solidFill>
              <a:srgbClr val="0457A0"/>
            </a:solidFill>
            <a:ln cap="sq" cmpd="sng" w="19050">
              <a:solidFill>
                <a:srgbClr val="14122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 txBox="1"/>
            <p:nvPr/>
          </p:nvSpPr>
          <p:spPr>
            <a:xfrm>
              <a:off x="0" y="-38100"/>
              <a:ext cx="626589" cy="280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 </a:t>
              </a:r>
              <a:endParaRPr/>
            </a:p>
          </p:txBody>
        </p:sp>
      </p:grpSp>
      <p:grpSp>
        <p:nvGrpSpPr>
          <p:cNvPr id="126" name="Google Shape;126;p3"/>
          <p:cNvGrpSpPr/>
          <p:nvPr/>
        </p:nvGrpSpPr>
        <p:grpSpPr>
          <a:xfrm>
            <a:off x="1772565" y="4041395"/>
            <a:ext cx="4564026" cy="5010566"/>
            <a:chOff x="0" y="-47625"/>
            <a:chExt cx="626589" cy="687894"/>
          </a:xfrm>
        </p:grpSpPr>
        <p:sp>
          <p:nvSpPr>
            <p:cNvPr id="127" name="Google Shape;127;p3"/>
            <p:cNvSpPr/>
            <p:nvPr/>
          </p:nvSpPr>
          <p:spPr>
            <a:xfrm>
              <a:off x="0" y="0"/>
              <a:ext cx="626589" cy="640269"/>
            </a:xfrm>
            <a:custGeom>
              <a:rect b="b" l="l" r="r" t="t"/>
              <a:pathLst>
                <a:path extrusionOk="0" h="640269" w="626589">
                  <a:moveTo>
                    <a:pt x="25444" y="0"/>
                  </a:moveTo>
                  <a:lnTo>
                    <a:pt x="601145" y="0"/>
                  </a:lnTo>
                  <a:cubicBezTo>
                    <a:pt x="607893" y="0"/>
                    <a:pt x="614365" y="2681"/>
                    <a:pt x="619136" y="7452"/>
                  </a:cubicBezTo>
                  <a:cubicBezTo>
                    <a:pt x="623908" y="12224"/>
                    <a:pt x="626589" y="18696"/>
                    <a:pt x="626589" y="25444"/>
                  </a:cubicBezTo>
                  <a:lnTo>
                    <a:pt x="626589" y="614824"/>
                  </a:lnTo>
                  <a:cubicBezTo>
                    <a:pt x="626589" y="621573"/>
                    <a:pt x="623908" y="628045"/>
                    <a:pt x="619136" y="632816"/>
                  </a:cubicBezTo>
                  <a:cubicBezTo>
                    <a:pt x="614365" y="637588"/>
                    <a:pt x="607893" y="640269"/>
                    <a:pt x="601145" y="640269"/>
                  </a:cubicBezTo>
                  <a:lnTo>
                    <a:pt x="25444" y="640269"/>
                  </a:lnTo>
                  <a:cubicBezTo>
                    <a:pt x="11392" y="640269"/>
                    <a:pt x="0" y="628877"/>
                    <a:pt x="0" y="614824"/>
                  </a:cubicBezTo>
                  <a:lnTo>
                    <a:pt x="0" y="25444"/>
                  </a:lnTo>
                  <a:cubicBezTo>
                    <a:pt x="0" y="18696"/>
                    <a:pt x="2681" y="12224"/>
                    <a:pt x="7452" y="7452"/>
                  </a:cubicBezTo>
                  <a:cubicBezTo>
                    <a:pt x="12224" y="2681"/>
                    <a:pt x="18696" y="0"/>
                    <a:pt x="25444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0" y="-47625"/>
              <a:ext cx="626589" cy="68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3"/>
          <p:cNvGrpSpPr/>
          <p:nvPr/>
        </p:nvGrpSpPr>
        <p:grpSpPr>
          <a:xfrm>
            <a:off x="11951409" y="3103648"/>
            <a:ext cx="4564026" cy="2039852"/>
            <a:chOff x="0" y="-38100"/>
            <a:chExt cx="626589" cy="280048"/>
          </a:xfrm>
        </p:grpSpPr>
        <p:sp>
          <p:nvSpPr>
            <p:cNvPr id="130" name="Google Shape;130;p3"/>
            <p:cNvSpPr/>
            <p:nvPr/>
          </p:nvSpPr>
          <p:spPr>
            <a:xfrm>
              <a:off x="0" y="0"/>
              <a:ext cx="626589" cy="241948"/>
            </a:xfrm>
            <a:custGeom>
              <a:rect b="b" l="l" r="r" t="t"/>
              <a:pathLst>
                <a:path extrusionOk="0" h="241948" w="626589">
                  <a:moveTo>
                    <a:pt x="33926" y="0"/>
                  </a:moveTo>
                  <a:lnTo>
                    <a:pt x="592663" y="0"/>
                  </a:lnTo>
                  <a:cubicBezTo>
                    <a:pt x="601661" y="0"/>
                    <a:pt x="610290" y="3574"/>
                    <a:pt x="616652" y="9937"/>
                  </a:cubicBezTo>
                  <a:cubicBezTo>
                    <a:pt x="623015" y="16299"/>
                    <a:pt x="626589" y="24928"/>
                    <a:pt x="626589" y="33926"/>
                  </a:cubicBezTo>
                  <a:lnTo>
                    <a:pt x="626589" y="208023"/>
                  </a:lnTo>
                  <a:cubicBezTo>
                    <a:pt x="626589" y="217020"/>
                    <a:pt x="623015" y="225650"/>
                    <a:pt x="616652" y="232012"/>
                  </a:cubicBezTo>
                  <a:cubicBezTo>
                    <a:pt x="610290" y="238374"/>
                    <a:pt x="601661" y="241948"/>
                    <a:pt x="592663" y="241948"/>
                  </a:cubicBezTo>
                  <a:lnTo>
                    <a:pt x="33926" y="241948"/>
                  </a:lnTo>
                  <a:cubicBezTo>
                    <a:pt x="24928" y="241948"/>
                    <a:pt x="16299" y="238374"/>
                    <a:pt x="9937" y="232012"/>
                  </a:cubicBezTo>
                  <a:cubicBezTo>
                    <a:pt x="3574" y="225650"/>
                    <a:pt x="0" y="217020"/>
                    <a:pt x="0" y="208023"/>
                  </a:cubicBezTo>
                  <a:lnTo>
                    <a:pt x="0" y="33926"/>
                  </a:lnTo>
                  <a:cubicBezTo>
                    <a:pt x="0" y="24928"/>
                    <a:pt x="3574" y="16299"/>
                    <a:pt x="9937" y="9937"/>
                  </a:cubicBezTo>
                  <a:cubicBezTo>
                    <a:pt x="16299" y="3574"/>
                    <a:pt x="24928" y="0"/>
                    <a:pt x="33926" y="0"/>
                  </a:cubicBezTo>
                  <a:close/>
                </a:path>
              </a:pathLst>
            </a:custGeom>
            <a:solidFill>
              <a:srgbClr val="0457A0"/>
            </a:solidFill>
            <a:ln cap="sq" cmpd="sng" w="19050">
              <a:solidFill>
                <a:srgbClr val="14122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"/>
            <p:cNvSpPr txBox="1"/>
            <p:nvPr/>
          </p:nvSpPr>
          <p:spPr>
            <a:xfrm>
              <a:off x="0" y="-38100"/>
              <a:ext cx="626589" cy="280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3"/>
          <p:cNvGrpSpPr/>
          <p:nvPr/>
        </p:nvGrpSpPr>
        <p:grpSpPr>
          <a:xfrm>
            <a:off x="6861987" y="3103648"/>
            <a:ext cx="4564026" cy="2039852"/>
            <a:chOff x="0" y="-38100"/>
            <a:chExt cx="626589" cy="280048"/>
          </a:xfrm>
        </p:grpSpPr>
        <p:sp>
          <p:nvSpPr>
            <p:cNvPr id="133" name="Google Shape;133;p3"/>
            <p:cNvSpPr/>
            <p:nvPr/>
          </p:nvSpPr>
          <p:spPr>
            <a:xfrm>
              <a:off x="0" y="0"/>
              <a:ext cx="626589" cy="241948"/>
            </a:xfrm>
            <a:custGeom>
              <a:rect b="b" l="l" r="r" t="t"/>
              <a:pathLst>
                <a:path extrusionOk="0" h="241948" w="626589">
                  <a:moveTo>
                    <a:pt x="33926" y="0"/>
                  </a:moveTo>
                  <a:lnTo>
                    <a:pt x="592663" y="0"/>
                  </a:lnTo>
                  <a:cubicBezTo>
                    <a:pt x="601661" y="0"/>
                    <a:pt x="610290" y="3574"/>
                    <a:pt x="616652" y="9937"/>
                  </a:cubicBezTo>
                  <a:cubicBezTo>
                    <a:pt x="623015" y="16299"/>
                    <a:pt x="626589" y="24928"/>
                    <a:pt x="626589" y="33926"/>
                  </a:cubicBezTo>
                  <a:lnTo>
                    <a:pt x="626589" y="208023"/>
                  </a:lnTo>
                  <a:cubicBezTo>
                    <a:pt x="626589" y="217020"/>
                    <a:pt x="623015" y="225650"/>
                    <a:pt x="616652" y="232012"/>
                  </a:cubicBezTo>
                  <a:cubicBezTo>
                    <a:pt x="610290" y="238374"/>
                    <a:pt x="601661" y="241948"/>
                    <a:pt x="592663" y="241948"/>
                  </a:cubicBezTo>
                  <a:lnTo>
                    <a:pt x="33926" y="241948"/>
                  </a:lnTo>
                  <a:cubicBezTo>
                    <a:pt x="24928" y="241948"/>
                    <a:pt x="16299" y="238374"/>
                    <a:pt x="9937" y="232012"/>
                  </a:cubicBezTo>
                  <a:cubicBezTo>
                    <a:pt x="3574" y="225650"/>
                    <a:pt x="0" y="217020"/>
                    <a:pt x="0" y="208023"/>
                  </a:cubicBezTo>
                  <a:lnTo>
                    <a:pt x="0" y="33926"/>
                  </a:lnTo>
                  <a:cubicBezTo>
                    <a:pt x="0" y="24928"/>
                    <a:pt x="3574" y="16299"/>
                    <a:pt x="9937" y="9937"/>
                  </a:cubicBezTo>
                  <a:cubicBezTo>
                    <a:pt x="16299" y="3574"/>
                    <a:pt x="24928" y="0"/>
                    <a:pt x="33926" y="0"/>
                  </a:cubicBezTo>
                  <a:close/>
                </a:path>
              </a:pathLst>
            </a:custGeom>
            <a:solidFill>
              <a:srgbClr val="0457A0"/>
            </a:solidFill>
            <a:ln cap="sq" cmpd="sng" w="19050">
              <a:solidFill>
                <a:srgbClr val="14122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0" y="-38100"/>
              <a:ext cx="626589" cy="280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" name="Google Shape;135;p3"/>
          <p:cNvGrpSpPr/>
          <p:nvPr/>
        </p:nvGrpSpPr>
        <p:grpSpPr>
          <a:xfrm>
            <a:off x="11951409" y="4041395"/>
            <a:ext cx="4564026" cy="5010566"/>
            <a:chOff x="0" y="-47625"/>
            <a:chExt cx="626589" cy="687894"/>
          </a:xfrm>
        </p:grpSpPr>
        <p:sp>
          <p:nvSpPr>
            <p:cNvPr id="136" name="Google Shape;136;p3"/>
            <p:cNvSpPr/>
            <p:nvPr/>
          </p:nvSpPr>
          <p:spPr>
            <a:xfrm>
              <a:off x="0" y="0"/>
              <a:ext cx="626589" cy="640269"/>
            </a:xfrm>
            <a:custGeom>
              <a:rect b="b" l="l" r="r" t="t"/>
              <a:pathLst>
                <a:path extrusionOk="0" h="640269" w="626589">
                  <a:moveTo>
                    <a:pt x="25444" y="0"/>
                  </a:moveTo>
                  <a:lnTo>
                    <a:pt x="601145" y="0"/>
                  </a:lnTo>
                  <a:cubicBezTo>
                    <a:pt x="607893" y="0"/>
                    <a:pt x="614365" y="2681"/>
                    <a:pt x="619136" y="7452"/>
                  </a:cubicBezTo>
                  <a:cubicBezTo>
                    <a:pt x="623908" y="12224"/>
                    <a:pt x="626589" y="18696"/>
                    <a:pt x="626589" y="25444"/>
                  </a:cubicBezTo>
                  <a:lnTo>
                    <a:pt x="626589" y="614824"/>
                  </a:lnTo>
                  <a:cubicBezTo>
                    <a:pt x="626589" y="621573"/>
                    <a:pt x="623908" y="628045"/>
                    <a:pt x="619136" y="632816"/>
                  </a:cubicBezTo>
                  <a:cubicBezTo>
                    <a:pt x="614365" y="637588"/>
                    <a:pt x="607893" y="640269"/>
                    <a:pt x="601145" y="640269"/>
                  </a:cubicBezTo>
                  <a:lnTo>
                    <a:pt x="25444" y="640269"/>
                  </a:lnTo>
                  <a:cubicBezTo>
                    <a:pt x="11392" y="640269"/>
                    <a:pt x="0" y="628877"/>
                    <a:pt x="0" y="614824"/>
                  </a:cubicBezTo>
                  <a:lnTo>
                    <a:pt x="0" y="25444"/>
                  </a:lnTo>
                  <a:cubicBezTo>
                    <a:pt x="0" y="18696"/>
                    <a:pt x="2681" y="12224"/>
                    <a:pt x="7452" y="7452"/>
                  </a:cubicBezTo>
                  <a:cubicBezTo>
                    <a:pt x="12224" y="2681"/>
                    <a:pt x="18696" y="0"/>
                    <a:pt x="25444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3"/>
            <p:cNvSpPr txBox="1"/>
            <p:nvPr/>
          </p:nvSpPr>
          <p:spPr>
            <a:xfrm>
              <a:off x="0" y="-47625"/>
              <a:ext cx="626589" cy="68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3"/>
          <p:cNvGrpSpPr/>
          <p:nvPr/>
        </p:nvGrpSpPr>
        <p:grpSpPr>
          <a:xfrm>
            <a:off x="6861987" y="4041395"/>
            <a:ext cx="4564026" cy="5010566"/>
            <a:chOff x="0" y="-47625"/>
            <a:chExt cx="626589" cy="687894"/>
          </a:xfrm>
        </p:grpSpPr>
        <p:sp>
          <p:nvSpPr>
            <p:cNvPr id="139" name="Google Shape;139;p3"/>
            <p:cNvSpPr/>
            <p:nvPr/>
          </p:nvSpPr>
          <p:spPr>
            <a:xfrm>
              <a:off x="0" y="0"/>
              <a:ext cx="626589" cy="640269"/>
            </a:xfrm>
            <a:custGeom>
              <a:rect b="b" l="l" r="r" t="t"/>
              <a:pathLst>
                <a:path extrusionOk="0" h="640269" w="626589">
                  <a:moveTo>
                    <a:pt x="25444" y="0"/>
                  </a:moveTo>
                  <a:lnTo>
                    <a:pt x="601145" y="0"/>
                  </a:lnTo>
                  <a:cubicBezTo>
                    <a:pt x="607893" y="0"/>
                    <a:pt x="614365" y="2681"/>
                    <a:pt x="619136" y="7452"/>
                  </a:cubicBezTo>
                  <a:cubicBezTo>
                    <a:pt x="623908" y="12224"/>
                    <a:pt x="626589" y="18696"/>
                    <a:pt x="626589" y="25444"/>
                  </a:cubicBezTo>
                  <a:lnTo>
                    <a:pt x="626589" y="614824"/>
                  </a:lnTo>
                  <a:cubicBezTo>
                    <a:pt x="626589" y="621573"/>
                    <a:pt x="623908" y="628045"/>
                    <a:pt x="619136" y="632816"/>
                  </a:cubicBezTo>
                  <a:cubicBezTo>
                    <a:pt x="614365" y="637588"/>
                    <a:pt x="607893" y="640269"/>
                    <a:pt x="601145" y="640269"/>
                  </a:cubicBezTo>
                  <a:lnTo>
                    <a:pt x="25444" y="640269"/>
                  </a:lnTo>
                  <a:cubicBezTo>
                    <a:pt x="11392" y="640269"/>
                    <a:pt x="0" y="628877"/>
                    <a:pt x="0" y="614824"/>
                  </a:cubicBezTo>
                  <a:lnTo>
                    <a:pt x="0" y="25444"/>
                  </a:lnTo>
                  <a:cubicBezTo>
                    <a:pt x="0" y="18696"/>
                    <a:pt x="2681" y="12224"/>
                    <a:pt x="7452" y="7452"/>
                  </a:cubicBezTo>
                  <a:cubicBezTo>
                    <a:pt x="12224" y="2681"/>
                    <a:pt x="18696" y="0"/>
                    <a:pt x="25444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3"/>
            <p:cNvSpPr txBox="1"/>
            <p:nvPr/>
          </p:nvSpPr>
          <p:spPr>
            <a:xfrm>
              <a:off x="0" y="-47625"/>
              <a:ext cx="626589" cy="68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3"/>
          <p:cNvSpPr txBox="1"/>
          <p:nvPr/>
        </p:nvSpPr>
        <p:spPr>
          <a:xfrm>
            <a:off x="1772565" y="3555802"/>
            <a:ext cx="4564026" cy="83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8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CORTE (30%)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11949888" y="3555802"/>
            <a:ext cx="4565547" cy="83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8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CORTE (40%)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6861987" y="3555802"/>
            <a:ext cx="4564026" cy="83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8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CORTE (30%)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1996735" y="4757282"/>
            <a:ext cx="41127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87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1</a:t>
            </a:r>
            <a:r>
              <a:rPr lang="en-US" sz="4087"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b="0" i="0" lang="en-US" sz="4087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% Parcial 1</a:t>
            </a:r>
            <a:endParaRPr/>
          </a:p>
        </p:txBody>
      </p:sp>
      <p:grpSp>
        <p:nvGrpSpPr>
          <p:cNvPr id="145" name="Google Shape;145;p3"/>
          <p:cNvGrpSpPr/>
          <p:nvPr/>
        </p:nvGrpSpPr>
        <p:grpSpPr>
          <a:xfrm>
            <a:off x="3393872" y="616653"/>
            <a:ext cx="11487183" cy="2039482"/>
            <a:chOff x="0" y="-28575"/>
            <a:chExt cx="2449955" cy="434975"/>
          </a:xfrm>
        </p:grpSpPr>
        <p:sp>
          <p:nvSpPr>
            <p:cNvPr id="146" name="Google Shape;146;p3"/>
            <p:cNvSpPr/>
            <p:nvPr/>
          </p:nvSpPr>
          <p:spPr>
            <a:xfrm>
              <a:off x="0" y="0"/>
              <a:ext cx="2449955" cy="406400"/>
            </a:xfrm>
            <a:custGeom>
              <a:rect b="b" l="l" r="r" t="t"/>
              <a:pathLst>
                <a:path extrusionOk="0" h="406400" w="2449955">
                  <a:moveTo>
                    <a:pt x="2242811" y="0"/>
                  </a:moveTo>
                  <a:lnTo>
                    <a:pt x="6732" y="0"/>
                  </a:lnTo>
                  <a:cubicBezTo>
                    <a:pt x="3014" y="0"/>
                    <a:pt x="0" y="3014"/>
                    <a:pt x="0" y="6732"/>
                  </a:cubicBezTo>
                  <a:lnTo>
                    <a:pt x="0" y="399668"/>
                  </a:lnTo>
                  <a:cubicBezTo>
                    <a:pt x="0" y="403386"/>
                    <a:pt x="3014" y="406400"/>
                    <a:pt x="6732" y="406400"/>
                  </a:cubicBezTo>
                  <a:lnTo>
                    <a:pt x="2242811" y="406400"/>
                  </a:lnTo>
                  <a:cubicBezTo>
                    <a:pt x="2247122" y="406400"/>
                    <a:pt x="2251255" y="404688"/>
                    <a:pt x="2254303" y="401640"/>
                  </a:cubicBezTo>
                  <a:lnTo>
                    <a:pt x="2447983" y="207960"/>
                  </a:lnTo>
                  <a:cubicBezTo>
                    <a:pt x="2449245" y="206698"/>
                    <a:pt x="2449955" y="204985"/>
                    <a:pt x="2449955" y="203200"/>
                  </a:cubicBezTo>
                  <a:cubicBezTo>
                    <a:pt x="2449955" y="201415"/>
                    <a:pt x="2449245" y="199702"/>
                    <a:pt x="2447983" y="198440"/>
                  </a:cubicBezTo>
                  <a:lnTo>
                    <a:pt x="2254303" y="4760"/>
                  </a:lnTo>
                  <a:cubicBezTo>
                    <a:pt x="2251255" y="1712"/>
                    <a:pt x="2247122" y="0"/>
                    <a:pt x="2242811" y="0"/>
                  </a:cubicBezTo>
                  <a:close/>
                </a:path>
              </a:pathLst>
            </a:custGeom>
            <a:solidFill>
              <a:srgbClr val="C1FF72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 txBox="1"/>
            <p:nvPr/>
          </p:nvSpPr>
          <p:spPr>
            <a:xfrm>
              <a:off x="0" y="-28575"/>
              <a:ext cx="2338443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89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" name="Google Shape;148;p3"/>
          <p:cNvSpPr txBox="1"/>
          <p:nvPr/>
        </p:nvSpPr>
        <p:spPr>
          <a:xfrm>
            <a:off x="3393872" y="1200150"/>
            <a:ext cx="11043491" cy="1149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99" u="none" cap="none" strike="noStrike">
                <a:solidFill>
                  <a:srgbClr val="0457A0"/>
                </a:solidFill>
                <a:latin typeface="Arial"/>
                <a:ea typeface="Arial"/>
                <a:cs typeface="Arial"/>
                <a:sym typeface="Arial"/>
              </a:rPr>
              <a:t>ASPECTOS DE EVALUACIÓN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1830048" y="5693806"/>
            <a:ext cx="44463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87">
                <a:latin typeface="Sniglet"/>
                <a:ea typeface="Sniglet"/>
                <a:cs typeface="Sniglet"/>
                <a:sym typeface="Sniglet"/>
              </a:rPr>
              <a:t>10</a:t>
            </a:r>
            <a:r>
              <a:rPr b="0" i="0" lang="en-US" sz="4087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% Talleres y Quiz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1830048" y="7263559"/>
            <a:ext cx="43251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87">
                <a:latin typeface="Sniglet"/>
                <a:ea typeface="Sniglet"/>
                <a:cs typeface="Sniglet"/>
                <a:sym typeface="Sniglet"/>
              </a:rPr>
              <a:t>10</a:t>
            </a:r>
            <a:r>
              <a:rPr b="0" i="0" lang="en-US" sz="4087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% Asistencia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12283263" y="4757282"/>
            <a:ext cx="40062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87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1</a:t>
            </a:r>
            <a:r>
              <a:rPr lang="en-US" sz="4087">
                <a:latin typeface="Sniglet"/>
                <a:ea typeface="Sniglet"/>
                <a:cs typeface="Sniglet"/>
                <a:sym typeface="Sniglet"/>
              </a:rPr>
              <a:t>5</a:t>
            </a:r>
            <a:r>
              <a:rPr b="0" i="0" lang="en-US" sz="4087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% Parcial 3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12283263" y="5693806"/>
            <a:ext cx="4006200" cy="15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87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2</a:t>
            </a:r>
            <a:r>
              <a:rPr lang="en-US" sz="4087"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b="0" i="0" lang="en-US" sz="4087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% Proyecto Integrador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12070044" y="7354193"/>
            <a:ext cx="43251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87">
                <a:latin typeface="Sniglet"/>
                <a:ea typeface="Sniglet"/>
                <a:cs typeface="Sniglet"/>
                <a:sym typeface="Sniglet"/>
              </a:rPr>
              <a:t>5</a:t>
            </a:r>
            <a:r>
              <a:rPr b="0" i="0" lang="en-US" sz="4087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% Asistencia 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7087612" y="4757282"/>
            <a:ext cx="41127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87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1</a:t>
            </a:r>
            <a:r>
              <a:rPr lang="en-US" sz="4087">
                <a:latin typeface="Sniglet"/>
                <a:ea typeface="Sniglet"/>
                <a:cs typeface="Sniglet"/>
                <a:sym typeface="Sniglet"/>
              </a:rPr>
              <a:t>0</a:t>
            </a:r>
            <a:r>
              <a:rPr b="0" i="0" lang="en-US" sz="4087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% Parcial 2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6979861" y="5693806"/>
            <a:ext cx="44463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87">
                <a:latin typeface="Sniglet"/>
                <a:ea typeface="Sniglet"/>
                <a:cs typeface="Sniglet"/>
                <a:sym typeface="Sniglet"/>
              </a:rPr>
              <a:t>10</a:t>
            </a:r>
            <a:r>
              <a:rPr b="0" i="0" lang="en-US" sz="4087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% Talleres y Quiz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7040320" y="7263559"/>
            <a:ext cx="43251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87">
                <a:latin typeface="Sniglet"/>
                <a:ea typeface="Sniglet"/>
                <a:cs typeface="Sniglet"/>
                <a:sym typeface="Sniglet"/>
              </a:rPr>
              <a:t>10</a:t>
            </a:r>
            <a:r>
              <a:rPr b="0" i="0" lang="en-US" sz="4087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% Asistencia</a:t>
            </a:r>
            <a:endParaRPr/>
          </a:p>
        </p:txBody>
      </p:sp>
    </p:spTree>
  </p:cSld>
  <p:clrMapOvr>
    <a:masterClrMapping/>
  </p:clrMapOvr>
  <p:transition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638" l="0" r="0" t="-16638"/>
            </a:stretch>
          </a:blipFill>
          <a:ln>
            <a:noFill/>
          </a:ln>
        </p:spPr>
      </p:sp>
      <p:sp>
        <p:nvSpPr>
          <p:cNvPr id="162" name="Google Shape;162;p4"/>
          <p:cNvSpPr/>
          <p:nvPr/>
        </p:nvSpPr>
        <p:spPr>
          <a:xfrm>
            <a:off x="293906" y="672338"/>
            <a:ext cx="11177904" cy="8942323"/>
          </a:xfrm>
          <a:custGeom>
            <a:rect b="b" l="l" r="r" t="t"/>
            <a:pathLst>
              <a:path extrusionOk="0" h="8942323" w="11177904">
                <a:moveTo>
                  <a:pt x="0" y="0"/>
                </a:moveTo>
                <a:lnTo>
                  <a:pt x="11177904" y="0"/>
                </a:lnTo>
                <a:lnTo>
                  <a:pt x="11177904" y="8942324"/>
                </a:lnTo>
                <a:lnTo>
                  <a:pt x="0" y="89423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4"/>
          <p:cNvSpPr/>
          <p:nvPr/>
        </p:nvSpPr>
        <p:spPr>
          <a:xfrm>
            <a:off x="11958526" y="2474426"/>
            <a:ext cx="5722927" cy="5746003"/>
          </a:xfrm>
          <a:custGeom>
            <a:rect b="b" l="l" r="r" t="t"/>
            <a:pathLst>
              <a:path extrusionOk="0" h="5746003" w="5722927">
                <a:moveTo>
                  <a:pt x="0" y="0"/>
                </a:moveTo>
                <a:lnTo>
                  <a:pt x="5722927" y="0"/>
                </a:lnTo>
                <a:lnTo>
                  <a:pt x="5722927" y="5746003"/>
                </a:lnTo>
                <a:lnTo>
                  <a:pt x="0" y="5746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4"/>
          <p:cNvSpPr txBox="1"/>
          <p:nvPr/>
        </p:nvSpPr>
        <p:spPr>
          <a:xfrm>
            <a:off x="1028700" y="2205995"/>
            <a:ext cx="8501161" cy="14941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74" u="none" cap="none" strike="noStrike">
                <a:solidFill>
                  <a:srgbClr val="0457A0"/>
                </a:solidFill>
                <a:latin typeface="Arial"/>
                <a:ea typeface="Arial"/>
                <a:cs typeface="Arial"/>
                <a:sym typeface="Arial"/>
              </a:rPr>
              <a:t>CONOCIENDONOS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758469" y="4294491"/>
            <a:ext cx="9581382" cy="496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5773" lvl="1" marL="971547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Char char="•"/>
            </a:pPr>
            <a:r>
              <a:rPr b="0" i="0" lang="en-US" sz="4499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Tu nombre</a:t>
            </a:r>
            <a:endParaRPr/>
          </a:p>
          <a:p>
            <a:pPr indent="-485773" lvl="1" marL="971547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Char char="•"/>
            </a:pPr>
            <a:r>
              <a:rPr b="0" i="0" lang="en-US" sz="4499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Edad</a:t>
            </a:r>
            <a:endParaRPr/>
          </a:p>
          <a:p>
            <a:pPr indent="-485773" lvl="1" marL="971547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Char char="•"/>
            </a:pPr>
            <a:r>
              <a:rPr b="0" i="0" lang="en-US" sz="4499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¿Actualmente trabajas? (¿En qué o qué te gustaría hacer?)</a:t>
            </a:r>
            <a:endParaRPr/>
          </a:p>
          <a:p>
            <a:pPr indent="-485773" lvl="1" marL="971547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Char char="•"/>
            </a:pPr>
            <a:r>
              <a:rPr b="0" i="0" lang="en-US" sz="4499" u="none" cap="none" strike="noStrike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Comparte una imagen, o meme que te represente o te guste mucho</a:t>
            </a:r>
            <a:endParaRPr/>
          </a:p>
          <a:p>
            <a:pPr indent="0" lvl="0" marL="0" marR="0" rtl="0" algn="l">
              <a:lnSpc>
                <a:spcPct val="11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99" u="none" cap="none" strike="noStrike">
              <a:solidFill>
                <a:srgbClr val="000000"/>
              </a:solidFill>
              <a:latin typeface="Sniglet"/>
              <a:ea typeface="Sniglet"/>
              <a:cs typeface="Sniglet"/>
              <a:sym typeface="Sniglet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/>
          <p:nvPr/>
        </p:nvSpPr>
        <p:spPr>
          <a:xfrm flipH="1" rot="10800000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638" l="0" r="0" t="-16638"/>
            </a:stretch>
          </a:blipFill>
          <a:ln>
            <a:noFill/>
          </a:ln>
        </p:spPr>
      </p:sp>
      <p:grpSp>
        <p:nvGrpSpPr>
          <p:cNvPr id="171" name="Google Shape;171;p5"/>
          <p:cNvGrpSpPr/>
          <p:nvPr/>
        </p:nvGrpSpPr>
        <p:grpSpPr>
          <a:xfrm>
            <a:off x="3479049" y="3376004"/>
            <a:ext cx="13762505" cy="3317277"/>
            <a:chOff x="0" y="-290547"/>
            <a:chExt cx="18350007" cy="4423036"/>
          </a:xfrm>
        </p:grpSpPr>
        <p:grpSp>
          <p:nvGrpSpPr>
            <p:cNvPr id="172" name="Google Shape;172;p5"/>
            <p:cNvGrpSpPr/>
            <p:nvPr/>
          </p:nvGrpSpPr>
          <p:grpSpPr>
            <a:xfrm>
              <a:off x="0" y="-290547"/>
              <a:ext cx="18350007" cy="4423036"/>
              <a:chOff x="0" y="-28575"/>
              <a:chExt cx="1804702" cy="435001"/>
            </a:xfrm>
          </p:grpSpPr>
          <p:sp>
            <p:nvSpPr>
              <p:cNvPr id="173" name="Google Shape;173;p5"/>
              <p:cNvSpPr/>
              <p:nvPr/>
            </p:nvSpPr>
            <p:spPr>
              <a:xfrm>
                <a:off x="0" y="0"/>
                <a:ext cx="1804702" cy="406426"/>
              </a:xfrm>
              <a:custGeom>
                <a:rect b="b" l="l" r="r" t="t"/>
                <a:pathLst>
                  <a:path extrusionOk="0" h="406426" w="1804702">
                    <a:moveTo>
                      <a:pt x="1598211" y="0"/>
                    </a:moveTo>
                    <a:lnTo>
                      <a:pt x="5618" y="0"/>
                    </a:lnTo>
                    <a:cubicBezTo>
                      <a:pt x="2515" y="0"/>
                      <a:pt x="0" y="2515"/>
                      <a:pt x="0" y="5618"/>
                    </a:cubicBezTo>
                    <a:lnTo>
                      <a:pt x="0" y="400807"/>
                    </a:lnTo>
                    <a:cubicBezTo>
                      <a:pt x="0" y="402297"/>
                      <a:pt x="592" y="403726"/>
                      <a:pt x="1646" y="404780"/>
                    </a:cubicBezTo>
                    <a:cubicBezTo>
                      <a:pt x="2699" y="405834"/>
                      <a:pt x="4128" y="406426"/>
                      <a:pt x="5618" y="406426"/>
                    </a:cubicBezTo>
                    <a:lnTo>
                      <a:pt x="1598211" y="406426"/>
                    </a:lnTo>
                    <a:cubicBezTo>
                      <a:pt x="1601808" y="406426"/>
                      <a:pt x="1605258" y="404996"/>
                      <a:pt x="1607801" y="402453"/>
                    </a:cubicBezTo>
                    <a:lnTo>
                      <a:pt x="1803057" y="207186"/>
                    </a:lnTo>
                    <a:cubicBezTo>
                      <a:pt x="1805250" y="204991"/>
                      <a:pt x="1805250" y="201434"/>
                      <a:pt x="1803057" y="199240"/>
                    </a:cubicBezTo>
                    <a:lnTo>
                      <a:pt x="1607801" y="3973"/>
                    </a:lnTo>
                    <a:cubicBezTo>
                      <a:pt x="1605258" y="1429"/>
                      <a:pt x="1601808" y="0"/>
                      <a:pt x="1598211" y="0"/>
                    </a:cubicBezTo>
                    <a:close/>
                  </a:path>
                </a:pathLst>
              </a:custGeom>
              <a:solidFill>
                <a:srgbClr val="C1FF72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5"/>
              <p:cNvSpPr txBox="1"/>
              <p:nvPr/>
            </p:nvSpPr>
            <p:spPr>
              <a:xfrm>
                <a:off x="0" y="-28575"/>
                <a:ext cx="1692729" cy="4350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89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5" name="Google Shape;175;p5"/>
            <p:cNvSpPr txBox="1"/>
            <p:nvPr/>
          </p:nvSpPr>
          <p:spPr>
            <a:xfrm>
              <a:off x="4882619" y="180975"/>
              <a:ext cx="10241945" cy="3951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121" u="none" cap="none" strike="noStrike">
                  <a:solidFill>
                    <a:srgbClr val="0457A0"/>
                  </a:solidFill>
                  <a:latin typeface="Arial"/>
                  <a:ea typeface="Arial"/>
                  <a:cs typeface="Arial"/>
                  <a:sym typeface="Arial"/>
                </a:rPr>
                <a:t>PRUEBA DIAGNÓSTICA</a:t>
              </a:r>
              <a:endParaRPr/>
            </a:p>
          </p:txBody>
        </p:sp>
      </p:grpSp>
      <p:sp>
        <p:nvSpPr>
          <p:cNvPr id="176" name="Google Shape;176;p5"/>
          <p:cNvSpPr/>
          <p:nvPr/>
        </p:nvSpPr>
        <p:spPr>
          <a:xfrm>
            <a:off x="77826" y="1349032"/>
            <a:ext cx="6802447" cy="7588937"/>
          </a:xfrm>
          <a:custGeom>
            <a:rect b="b" l="l" r="r" t="t"/>
            <a:pathLst>
              <a:path extrusionOk="0" h="7588937" w="6802447">
                <a:moveTo>
                  <a:pt x="0" y="0"/>
                </a:moveTo>
                <a:lnTo>
                  <a:pt x="6802447" y="0"/>
                </a:lnTo>
                <a:lnTo>
                  <a:pt x="6802447" y="7588936"/>
                </a:lnTo>
                <a:lnTo>
                  <a:pt x="0" y="7588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4173bd542_0_0"/>
          <p:cNvSpPr/>
          <p:nvPr/>
        </p:nvSpPr>
        <p:spPr>
          <a:xfrm flipH="1" rot="10800000"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638" l="0" r="0" t="-16638"/>
            </a:stretch>
          </a:blipFill>
          <a:ln>
            <a:noFill/>
          </a:ln>
        </p:spPr>
      </p:sp>
      <p:grpSp>
        <p:nvGrpSpPr>
          <p:cNvPr id="182" name="Google Shape;182;g394173bd542_0_0"/>
          <p:cNvGrpSpPr/>
          <p:nvPr/>
        </p:nvGrpSpPr>
        <p:grpSpPr>
          <a:xfrm>
            <a:off x="3479049" y="3376003"/>
            <a:ext cx="13762522" cy="5489042"/>
            <a:chOff x="0" y="-290548"/>
            <a:chExt cx="18350029" cy="7318723"/>
          </a:xfrm>
        </p:grpSpPr>
        <p:grpSp>
          <p:nvGrpSpPr>
            <p:cNvPr id="183" name="Google Shape;183;g394173bd542_0_0"/>
            <p:cNvGrpSpPr/>
            <p:nvPr/>
          </p:nvGrpSpPr>
          <p:grpSpPr>
            <a:xfrm>
              <a:off x="0" y="-290548"/>
              <a:ext cx="18350029" cy="4423047"/>
              <a:chOff x="0" y="-28575"/>
              <a:chExt cx="1804702" cy="435001"/>
            </a:xfrm>
          </p:grpSpPr>
          <p:sp>
            <p:nvSpPr>
              <p:cNvPr id="184" name="Google Shape;184;g394173bd542_0_0"/>
              <p:cNvSpPr/>
              <p:nvPr/>
            </p:nvSpPr>
            <p:spPr>
              <a:xfrm>
                <a:off x="0" y="0"/>
                <a:ext cx="1804702" cy="406426"/>
              </a:xfrm>
              <a:custGeom>
                <a:rect b="b" l="l" r="r" t="t"/>
                <a:pathLst>
                  <a:path extrusionOk="0" h="406426" w="1804702">
                    <a:moveTo>
                      <a:pt x="1598211" y="0"/>
                    </a:moveTo>
                    <a:lnTo>
                      <a:pt x="5618" y="0"/>
                    </a:lnTo>
                    <a:cubicBezTo>
                      <a:pt x="2515" y="0"/>
                      <a:pt x="0" y="2515"/>
                      <a:pt x="0" y="5618"/>
                    </a:cubicBezTo>
                    <a:lnTo>
                      <a:pt x="0" y="400807"/>
                    </a:lnTo>
                    <a:cubicBezTo>
                      <a:pt x="0" y="402297"/>
                      <a:pt x="592" y="403726"/>
                      <a:pt x="1646" y="404780"/>
                    </a:cubicBezTo>
                    <a:cubicBezTo>
                      <a:pt x="2699" y="405834"/>
                      <a:pt x="4128" y="406426"/>
                      <a:pt x="5618" y="406426"/>
                    </a:cubicBezTo>
                    <a:lnTo>
                      <a:pt x="1598211" y="406426"/>
                    </a:lnTo>
                    <a:cubicBezTo>
                      <a:pt x="1601808" y="406426"/>
                      <a:pt x="1605258" y="404996"/>
                      <a:pt x="1607801" y="402453"/>
                    </a:cubicBezTo>
                    <a:lnTo>
                      <a:pt x="1803057" y="207186"/>
                    </a:lnTo>
                    <a:cubicBezTo>
                      <a:pt x="1805250" y="204991"/>
                      <a:pt x="1805250" y="201434"/>
                      <a:pt x="1803057" y="199240"/>
                    </a:cubicBezTo>
                    <a:lnTo>
                      <a:pt x="1607801" y="3973"/>
                    </a:lnTo>
                    <a:cubicBezTo>
                      <a:pt x="1605258" y="1429"/>
                      <a:pt x="1601808" y="0"/>
                      <a:pt x="1598211" y="0"/>
                    </a:cubicBezTo>
                    <a:close/>
                  </a:path>
                </a:pathLst>
              </a:custGeom>
              <a:solidFill>
                <a:srgbClr val="C1FF72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g394173bd542_0_0"/>
              <p:cNvSpPr txBox="1"/>
              <p:nvPr/>
            </p:nvSpPr>
            <p:spPr>
              <a:xfrm>
                <a:off x="0" y="-28575"/>
                <a:ext cx="1692600" cy="43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89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6" name="Google Shape;186;g394173bd542_0_0"/>
            <p:cNvSpPr txBox="1"/>
            <p:nvPr/>
          </p:nvSpPr>
          <p:spPr>
            <a:xfrm>
              <a:off x="4882619" y="180975"/>
              <a:ext cx="10242000" cy="684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121" u="none" cap="none" strike="noStrike">
                  <a:solidFill>
                    <a:srgbClr val="0457A0"/>
                  </a:solidFill>
                  <a:latin typeface="Arial"/>
                  <a:ea typeface="Arial"/>
                  <a:cs typeface="Arial"/>
                  <a:sym typeface="Arial"/>
                </a:rPr>
                <a:t>PRUEBA DIAGNÓSTICA</a:t>
              </a:r>
              <a:endParaRPr/>
            </a:p>
          </p:txBody>
        </p:sp>
      </p:grpSp>
      <p:sp>
        <p:nvSpPr>
          <p:cNvPr id="187" name="Google Shape;187;g394173bd542_0_0"/>
          <p:cNvSpPr/>
          <p:nvPr/>
        </p:nvSpPr>
        <p:spPr>
          <a:xfrm>
            <a:off x="77826" y="1349032"/>
            <a:ext cx="6802447" cy="7588937"/>
          </a:xfrm>
          <a:custGeom>
            <a:rect b="b" l="l" r="r" t="t"/>
            <a:pathLst>
              <a:path extrusionOk="0" h="7588937" w="6802447">
                <a:moveTo>
                  <a:pt x="0" y="0"/>
                </a:moveTo>
                <a:lnTo>
                  <a:pt x="6802447" y="0"/>
                </a:lnTo>
                <a:lnTo>
                  <a:pt x="6802447" y="7588936"/>
                </a:lnTo>
                <a:lnTo>
                  <a:pt x="0" y="75889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