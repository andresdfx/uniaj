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modelo de dominio de VetCare: el diagrama de clases con Dueno, Mascota, Cita, Veterinario y Atencion.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UML significa Lenguaje Unificado de Modelado y nacio en los anos...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UML significa Lenguaje Unificado de Modelado y nacio en los anos noventa para resolver un problema muy concreto: tres personas leian la misma frase en espanol y entendian tres sistemas distintos.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lenguaje grafico estandarizado, no un lenguaje de programacion y no una herramienta; usted puede dibujar UML valido en draw.io, en Mermaid o en el tablero con marcador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lo que esta normalizado es el significado de las cajas, las lineas y los numeros, no el programa donde se pintan.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especificacion tiene catorce tipos de diagrama, pero en la vida real de un analista se usan cuatro o cinco de forma constante y los demas se consultan cuando se necesitan; querer aprender los catorce es la manera mas rapida de no aprender ninguno.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UML significa Lenguaje Unificado de Modelado y nacio en los anos...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la frase un dueno puede tener varias mascotas parece clarisima hasta que alguien pregunta si una mascota puede tener dos duenos, si el dueno existe antes de registrar la mascota o si al borrar el dueno desaparece la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contesta esas tres preguntas con dos numeros y una linea, y ahi es donde UML se gana el sueldo.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diagramas se agrupan en dos grandes vistas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vista estructural muestra de que esta hecho el sistema y no cambia con el tiempo: diagrama de clases, de objetos, de componentes y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vista de comportamiento muestra que pasa y en que orden: casos de uso, actividades, secuencia y maquina de estados.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practica profesional los que sobreviven son cinco: casos de uso para acordar el alcance con el cliente, clases para el modelo del dominio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Secuencia para entender un flujo complicado paso a paso, actividades para procesos de negocio con decisiones, y despliegue cuando hay que explicar donde vive cada cosa.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Aclaracion importante: los diagramas no reemplazan el documento de requisitos, lo dibujan; cada clase que aparezca hoy debe poder rastrearse a un RF o a una historia del backlog.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clases se dibuja con una caja de tres compartimentos:...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clases se dibuja con una caja de tres compartimentos: arriba el nombre de la clase en singular y con mayuscula inicial (Mascota, no mascotas), en el medio los atributos y abajo los metodos.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atributo se escribe con visibilidad, nombre y tipo, por ejemplo -nombre: String o -fechaNacimiento: Date, donde el guion significa privado y el mas significa publico.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metodo se escribe con su firma y su tipo de retorno, por ejemplo +calcularEdad(): int.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distinguir dos cosas que los estudiantes mezclan: el modelo de dominio, que solo tiene los conceptos del negocio y sus datos, y el modelo de diseno, que ya incluye clases tecnicas como controladores o repositorios.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clases se dibuja con una caja de tres compartimentos:...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hacemos modelo de dominio, asi que en VetCare no aparece ninguna clase llamada MascotaDAO ni ConexionBD: aparecen Dueno, Mascota, Cita, Veterinario y Atencion, que son las cosas de las que habla el Dr. Ramirez cuando cuenta como funciona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metodos, en el modelo de dominio, son solo los que pertenecen naturalmente al concepto, como calcularEdad en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lineas entre clases son la mitad del valor del diagrama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lineas entre clases son la mitad del valor del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asociacion es una relacion estable entre dos conceptos y se dibuja con una linea recta, un nombre que se lee como frase (Dueno tiene Mascota) y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cada extremo, una multiplicidad que responde cuantos: 1 exactamente uno, 0..1 opcional, 1..* uno o mas, 0..* cero o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Dueno 1 --- 0..* Mascota se lee un dueno puede tener cero o mas mascotas y una mascota pertenece a exactamente un dueno; ese 1 del lado del dueno es una decision de negocio que hay que confirmar con el cliente, no una suposicion.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lineas entre clases son la mitad del valor del diagrama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composicion (rombo relleno) se usa cuando la parte no vive sin el todo: en VetCare las Atenciones de una Mascota son parte de su historia clinica y no tienen sentido si se elimina la ficha de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agregacion (rombo vacio) se usa cuando la parte sobrevive por su cuenta, como un Veterinario que pertenece a una Sede pero sigue existiendo si la sede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herencia (triangulo) solo cuando hay un es-un verdadero, por ejemplo Persona con Dueno y Veterinario como especializaciones, decision que solo vale la pena si comparten varios atributos.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que dibujamos hoy no se queda en la clase: es la pieza que...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que dibujamos hoy no se queda en la clase: es la pieza que viaja mas lejos del Proyecto Integrador.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cada clase salen los campos del diccionario de datos y, mas adelante, las tablas de la base de datos: la clase Mascota con sus atributos se convierte en la tabla mascota, la asociacion 1 a 0..* se convierte en una llave foranea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las multiplicidades muchos a muchos se convierten en una tabla intermedia.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quien cursa tambien Programacion II, este diagrama es el mapa que le dice que clases crear y que atributos poner; para quien solo cursa Programacion II, es lo que recibe ya hecho y debe respetar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para quien solo cursa Seminario, es el corazon del documento de diseno que se entrega al final junto con el prototipo navegable, una ruta completa y perfectamente valida donde el entregable profesional es el plano, no el ladrillo.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clases en Mermaid: la sintaxis completa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classDiagram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class Dueno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-int idDueno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-String nombre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-String telefono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+registrar()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class Mascota {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-int idMascota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-String nombre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-String especie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-char activa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+abrirExpediente()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Dueno "1" --&gt; "0..*" Mascota: posee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%% Complete con SUS clases. Lo que se califica: visibilidad (- privado,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%% + publico), TIPO de cada atributo, y multiplicidad en LOS DOS extremos.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 una clase del dominio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NO son clases del dominio, y es el error mas comun: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FormularioRegistroMascota   -&gt; es una PANTALLA (Clase 13)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ConexionBaseDatos           -&gt; es INFRAESTRUCTURA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GestorDeMascotas            -&gt; es un «gestor» que solo mueve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BotonGuardar                -&gt; es un control de interfaz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SI son clases del dominio: los sustantivos que el CLIENTE nombra 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tienen estado propio y reglas propias.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Dueno, Mascota, Cita, Veterinario, Consulta, Factura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 prueba: si el sistema no existiera, la clinica seguiria hablando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de «la mascota» y «la cita». De «GestorDeMascotas» 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de VetCare en sintaxis Mermaid (diagrama, no codigo)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classDiagram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Dueno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-documento: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-nombre: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+registrarMascota(m: Mascota): void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-codigo: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-especie: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-fechaNacimiento: Date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+calcularEdad(): int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Veterinario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-tarjetaProfesional: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-especialidad: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Cita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-fechaHora: DateTime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-estado: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+reprogramar(nuevaFecha: DateTime): void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Atencion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-diagnostico: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-tratamiento: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Dueno "1" --&gt; "0..*" Mascota: es dueno 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Mascota "1" --&gt; "0..*" Cita: tiene agendada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Veterinario "1" --&gt; "0..*" Cita: atiende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Cita "1" --&gt; "0..1" Atencion: genera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como texto versionable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este diagrama de clases es el plano maestro de VetCare: de el salen el diccionario de datos, las tablas de la base de datos y las clases que se programan en Programacion II.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primer artefacto del curso que se lee igual en Cali, en Bogota o en Berlin, porque UML es un estandar y no una convencion del salon.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clase no puede rastrearse a un requisito o a una historia del backlog, sobra; y si un requisito no tiene donde vivir en el diagrama, falta una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existen el catalogo de RF/RNF y el backlog de historias de VetCare, ambos escritos en texto y sin ninguna representacion grafica.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ha definido todavia que conceptos del negocio existen, que datos guarda cada uno ni como se relacionan entre 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discute en palabras si una mascota puede tener dos duenos y si la cita pertenece a la mascota o al veterinario, y esa discusion no se cierra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subraye en el catalogo de requisitos y en el backlog los sustantivos del negocio de VetCare y arme la lista de clases candidatas, descartando las que sean pantallas, reportes o cosas tecnicas.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dibuje en draw.io las cinco clases Dueno, Mascota, Cita, Veterinario y Atencion con la caja de tres compartimentos, en singular y con mayuscula inicial.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coloque minimo cuatro atributos por clase con visibilidad y tipo (por ejemplo -documento: String, -fechaNacimiento: Date) verificando que ningun atributo este repetido en dos clases distintas.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agregue al menos un metodo propio del dominio por clase (por ejemplo +calcularEdad(): int en Mascota, +reprogramar(nuevaFecha: Date) en Cita) y descarte metodos tecnicos como conectarBD o guardarEnDisco.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trace las cuatro asociaciones con nombre de relacion y multiplicidad en ambos extremos, leala cada una en voz alta como frase completa, exporte a PNG y .drawio y suba ambos archivos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leo esta relacion en voz alta con sus dos multiplicidades, la frase resultante es cierta en la clinica Huellitas o suena absurda?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Este atributo pertenece de verdad al concepto donde lo puse, o lo puse ahi solo porque en la pantalla aparecen juntos?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caja es un concepto del negocio del que habla el veterinario, o es una pantalla, un reporte o algo tecnico que se me colo?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tiene las 5 clases del dominio en singular, con mayuscula inicial y sin clases tecnicas (nada de DAO, Conexion, Login o Menu).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clase tiene minimo 4 atributos con visibilidad y tipo, y ningun atributo aparece duplicado en dos clases.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4 asociaciones tienen nombre de relacion y multiplicidad explicita en ambos extremos.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relacion se puede leer en voz alta como una frase verdadera del negocio de la clinica Huellitas, y cada clase se rastrea a un RF o a una historia.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modelo de dominio de VetCare: el diagrama de clases con Dueno, Mascota, Cita, Veterinario y Atencion.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modelo de dominio de VetCare: el diagrama de clases con Dueno, Mascota, Cita, Veterinario y Atencion.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Diagrama de clases de VetCare hecho en draw.io, exportado a PNG y al archivo .drawio, con 5 clases, atributos tipados, metodos propios y 4 asociaciones con multiplicidad y nombre de rol,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