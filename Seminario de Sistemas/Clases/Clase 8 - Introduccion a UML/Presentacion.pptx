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calificar el diagrama de clases por lo bonito y por el numero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