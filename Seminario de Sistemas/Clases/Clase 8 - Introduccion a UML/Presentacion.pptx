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Introduccion a UML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idioma comun para dibujar los planos de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Queda listo el modelo de dominio de VetCare: el diagrama de clases con Dueno, Mascota, Cita, Veterinario y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UML significa Lenguaje Unificado de Modelado y nacio en los anos noventa para resolver un problema muy concreto…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diagramas se agrupan en dos grandes vistas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clases se dibuja con una caja de tres compartimentos: arriba el nombre de la clase en singular y…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lineas entre clases son la mitad del valor del diagrama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que dibujamos hoy no se queda en la clase: es la pieza que viaja mas lejos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Modelo de dominio de VetCare en sintaxis Mermaid (diagrama, no codigo)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classDiagram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Dueno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-documento: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-nombre: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+registrarMascota(m: Mascota):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Mascota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-codigo: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-especie: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-fechaNacimiento: Date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+calcularEdad(): int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Veterinario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-tarjetaProfesional: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-especialidad: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Cita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-fechaHora: DateTime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-estado: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+reprogramar(nuevaFecha: DateTime): void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class Atencion {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-diagnostico: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-tratamiento: String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}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Dueno "1" --&gt; "0..*" Mascota : es dueno 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Mascota "1" --&gt; "0..*" Cita : tiene agendada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Veterinario "1" --&gt; "0..*" Cita : atiende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Cita "1" --&gt; "0..1" Atencion : genera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Las multiplicidades son las que contestan las preguntas que el espanol deja abiertas: un dueno, muchas mascotas.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dibuja en vivo Dueno, Mascota y Cita en draw.io y borra tres atributos mal ubicados explicando a que clase pertenecen de verdad.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erma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Mermaid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como texto versionable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diagrama de clases es el plano maestro de VetCare: de el salen el diccionario de datos, las tablas de la base de datos y las clases que se programan en Programacion II.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primer artefacto del curso que se lee igual en Cali, en Bogota o en Berlin, porque UML es un estandar y no una convencion del salon.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una clase no puede rastrearse a un requisito o a una historia del backlog, sobra; y si un requisito no tiene donde vivir en el diagrama, falta una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existen el catalogo de RF/RNF y el backlog de historias de VetCare, ambos escritos en texto y sin ninguna representacion grafica.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Nadie ha definido todavia que conceptos del negocio existen, que datos guarda cada uno ni como se relacionan entre 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equipo discute en palabras si una mascota puede tener dos duenos y si la cita pertenece a la mascota o al veterinario, y esa discusion no se cierra hablando.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subraye en el catalogo de requisitos y en el backlog los sustantivos del negocio de VetCare y arme la lista de clases candidatas, descartando las que sean pantallas, reportes o cosas tecnicas.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dibuje en draw.io las cinco clases Dueno, Mascota, Cita, Veterinario y Atencion con la caja de tres compartimentos, en singular y con mayuscula inicial.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coloque minimo cuatro atributos por clase con visibilidad y tipo (por ejemplo -documento: String, -fechaNacimiento: Date) verificando que ningun atributo este repetido en dos clases distintas.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agregue al menos un metodo propio del dominio por clase (por ejemplo +calcularEdad(): int en Mascota, +reprogramar(nuevaFecha: Date) en Cita) y descarte metodos tecnicos como conectarBD o guardarEnDisco.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trace las cuatro asociaciones con nombre de relacion y multiplicidad en ambos extremos, leala cada una en voz alta como frase completa, exporte a PNG y .drawio y suba ambos archivos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leo esta relacion en voz alta con sus dos multiplicidades, la frase resultante es cierta en la clinica Huellitas o suena absurda?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Este atributo pertenece de verdad al concepto donde lo puse, o lo puse ahi solo porque en la pantalla aparecen juntos?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Esta caja es un concepto del negocio del que habla el veterinario, o es una pantalla, un reporte o algo tecnico que se me colo?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diagrama tiene las 5 clases del dominio en singular, con mayuscula inicial y sin clases tecnicas (nada de DAO, Conexion, Login o Menu).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clase tiene minimo 4 atributos con visibilidad y tipo, y ningun atributo aparece duplicado en dos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4 asociaciones tienen nombre de relacion y multiplicidad explicita en ambos extremos.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relacion se puede leer en voz alta como una frase verdadera del negocio de la clinica Huellitas, y cada clase se rastrea a un RF o a una historia.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modelo de dominio de VetCare: el diagrama de clases con Dueno, Mascota, Cita, Veterinario y Atencion.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modelo de dominio de VetCare: el diagrama de clases con Dueno, Mascota, Cita, Veterinario y Atencion.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Diagrama de clases de VetCare hecho en draw.io, exportado a PNG y al archivo .drawio, con 5 clases, atributos tipados, metodos propios y 4 asociaciones con multiplicidad y nombre de rol,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