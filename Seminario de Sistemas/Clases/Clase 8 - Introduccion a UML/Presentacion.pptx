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concreto: tres personas leian la misma frase en espanol y entendian tres sistemas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lenguaje grafico estandarizado, no un lenguaje de programacion y no una herramienta; usted puede dibujar UML valido en draw.io, en Mermaid o en el tablero con marcador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que esta normalizado es el significado de las cajas, las lineas y los numeros,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contesta esas tres preguntas con dos numeros y una linea, y ahi es donde UML se gana el sueldo.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diagramas se agrupan en dos grandes vistas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Los diagramas se agrupan en dos grandes vistas.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vista estructural muestra de que esta hecho el sistema y no cambia con el tiempo: diagrama de clases, de objetos, de componentes y de despliegue.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vista de comportamiento muestra que pasa y en que orden: casos de uso, actividades, secuencia y maquina de estados.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mismo sistema necesita las dos, igual que una casa necesita el plano de plantas y tambien el plano de instalaciones.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la practica profesional los que sobreviven son cinco: casos de uso para acordar el alcance con el cliente, clases para el modelo del dominio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Secuencia para entender un flujo complicado paso a paso, actividades para procesos de negocio con decisiones, y despliegue cuando hay que explicar donde vive cada cosa.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VetCare vamos a usar clases hoy, casos de uso y secuencia mas adelante, y el resto se menciona para que sepan que existen.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Aclaracion importante: los diagramas no reemplazan el documento de requisitos, lo dibujan; cada clase que aparezca hoy debe poder rastrearse a un RF o a una historia del backlog.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 con mayuscula inicial (Mascota, no mascotas), en el medio los atributos y abajo los metodos.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atributo se escribe con visibilidad, nombre y tipo, por ejemplo -nombre: String o -fechaNacimiento: Date, donde el guion significa privado y el mas significa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metodo se escribe con su firma y su tipo de retorno, por ejemplo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distinguir dos cosas que los estudiantes mezclan: el modelo de dominio, que solo tiene los conceptos del negocio y sus datos, y el modelo de diseno, que ya incluye clases tecnicas como controladores o repositorios.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hacemos modelo de dominio, asi que en VetCare no aparece ninguna clase llamada MascotaDAO ni ConexionBD: aparecen Dueno, Mascota, Cita, Veterinario y Atencion, que son las cosas de las que habla el Dr. Ramirez cuando cuenta como funciona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metodos, en el modelo de dominio, son solo los que pertenecen naturalmente al concepto, como calcularEdad en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asociacion es una relacion estable entre dos conceptos y se dibuja con una linea recta, un nombre que se lee como frase (Dueno tiene Mascota) 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cada extremo, una multiplicidad que responde cuantos: 1 exactamente uno, 0..1 opcional, 1..* uno o mas, 0..* cero 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Cita relaciona a Mascota y a Veterinario, cada cita con exactamente una mascota y un veterinario, y cada veterinario con muchas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composicion (rombo relleno) se usa cuando la parte no vive sin el todo: en VetCare las Atenciones de una Mascota son parte de su historia clinica y no tienen sentido si se elimina la ficha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agregacion (rombo vacio) se usa cuando la parte sobrevive por su cuenta, como un Veterinario que pertenece a una Sede pero sigue existiendo si la sede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herencia (triangulo) solo cuando hay un es-un verdadero, por ejemplo Persona con Dueno y Veterinario como especializaciones, decision que solo vale la pena si comparten varios atributos.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que dibujamos hoy no se queda en la clase: es la pieza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multiplicidades muchos a muchos se convierten en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quien cursa tambien Programacion II, este diagrama es el mapa que le dice que clases crear y que atributos poner; para quien solo cursa Programacion II, es lo que recibe ya hecho y debe respetar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para quien solo cursa Seminario, es el corazon del documento de diseno que se entrega al final junto con el prototipo navegable, una ruta completa y perfectamente valida donde el entregable profesional es el plano, no el ladrillo.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diagrama debe estar limpio: nombres en singular, sin atributos repetidos en dos clases, sin lineas sueltas y sin cajas que no correspondan a ningun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