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770584" y="2474565"/>
            <a:ext cx="6650831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Funcionales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28937" y="3827115"/>
            <a:ext cx="63341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Aseguramiento de Calidad y Casos de Prueba (Clase 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370784" y="2737544"/>
            <a:ext cx="345043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QA?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Hasta hoy fuimos constructores. Hoy seremos "destructores". El objetivo del Aseguramiento de Calidad es romper el software metódicamente antes de que llegue a las manos del cliente.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Caja Negra vs. Caja Blanca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Dos enfoques de pruebas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2547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254793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Caja Blanca: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inspecciona el código interno (loops, condicionales). Requiere saber Java. Usualmente lo hace el desarrollador (Ej. Pruebas Unitarias).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60521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Caja Negra: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No miramos el código interno. Solo nos importan los datos que inyectamos (Entradas) y la respuesta del sistema (Salidas). Simula el uso real.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Caso de Prueba (Test Case)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receta metodológica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probamos al azar o dando "clics" por doquier. Un Caso de Prueba es un documento formal (normalmente una tabla) que incluye: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61473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62025" y="3614737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Precondiciones: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estado inicial.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09625" y="406241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406241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Entradas: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datos exactos a ingresar.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09625" y="45100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4510087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Salida Esperada: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 que debe pasar.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495776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95776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Salida Real: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 que pasó al ejecutarlo.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Diseño: Técnicas de Límite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¿Cómo elegir los datos de entrada?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un campo acepta edades de 0 a 20, no hacemos 20 pruebas.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19150" y="33004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Partición de Equivalencia: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Probamos un dato válido al azar (Ej. 10). Si funciona, asumimos que el rango funciona.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52475" y="4500562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9150" y="4500562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Análisis de Valores Límite: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bugs viven en los bordes. Probamos el -1, el 0, el 20 y el 21. Son los escenarios más críticos.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57400"/>
            <a:ext cx="34226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057400"/>
            <a:ext cx="34226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057400"/>
            <a:ext cx="342260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Veredicto: PASSED vs FAILED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382137" y="3343275"/>
            <a:ext cx="182022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Ecuación QA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76300" y="37814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evaluación es un proceso lógico matemático muy estricto: ¿Es igual la Salida Real a la Salida Esperada detallada en el Requisito?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070723" y="3343275"/>
            <a:ext cx="20502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PASSED (Exitoso)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79900" y="37814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la salida real COINCIDE exactamente con la esperada, la prueba Pasa. El sistema hace lo que se le prometió al cliente.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934330" y="3343275"/>
            <a:ext cx="19302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FAILED (Fallido)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83500" y="37814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la salida real DIFIERE (Ej. Esperaba un error y generó un perro), la prueba falla y se levanta un Reporte de Bug.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4125" y="25336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5336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5336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Ejecución: Manual vs. Automatizada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Evolución del Testing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Pruebas Manuales: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 humano abre el programa, tipea datos y mira la pantalla. Es lento y propenso a errores por cansancio.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81025" y="360521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Automatización: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Escribimos un "código que prueba otro código" comparando salidas a la velocidad de la luz mediante aserciones (Asserts). Ideal para pruebas repetitivas.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Abran su archivo README y su IDE.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Redactaremos nuestra Matriz de Casos de Prueba en Markdown y construíremos nuestro propio motor de automatización en Java.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776537" y="2383333"/>
            <a:ext cx="66389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776537" y="3168104"/>
            <a:ext cx="66389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2776537" y="3952875"/>
            <a:ext cx="66389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776537" y="3158579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776537" y="3158579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2776537" y="394335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776537" y="394335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776537" y="472812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776537" y="472812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37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3871912" y="2526208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https://testrigor.com/wp-content/uploads/2024/12/Black-Box-and-White-Box-Testing-IMG1.jpeg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871912" y="2771923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testrigor.com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537" y="33175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3871912" y="3310979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http://www.computinglesson.com/uploads/1/3/7/4/13748232/7130829_orig.png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871912" y="3556694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www.computinglesson.com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537" y="4102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3871912" y="4095750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https://upload.wikimedia.org/wikipedia/commons/3/36/ECP.png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3871912" y="4341465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en.wikipedia.org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6537" y="4887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3871912" y="4880520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https://dz2cdn1.dzone.com/storage/temp/5873828-screen-shot-2017-07-10-at-55316-pm.png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3871912" y="5126235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dzone.com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