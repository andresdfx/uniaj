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(virtual sincrono por Meet).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tema nuevo en esta sesion.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3 ·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