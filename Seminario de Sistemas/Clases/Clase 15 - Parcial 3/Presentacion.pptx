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Hoy es el parcial: no hay tema nuevo en esta sesion.</a:t>
            </a:r>
          </a:p>
          <a:p/>
          <a:p>
            <a:r>
              <a:t>Entra lo visto en el corte hasta hoy.</a:t>
            </a:r>
          </a:p>
          <a:p/>
          <a:p>
            <a:r>
              <a:t>Modalidad virtual sincrona por Meet.</a:t>
            </a:r>
          </a:p>
          <a:p/>
          <a:p>
            <a:r>
              <a:t>Duracion aproximada: 90–100 min dentro del bloque de 120.</a:t>
            </a:r>
          </a:p>
          <a:p/>
          <a:p>
            <a:r>
              <a:t>El enunciado y el canal de entrega se comparten al empezar.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2175828"/>
            <a:ext cx="6010497" cy="2853814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udents-writing-ex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2248980"/>
            <a:ext cx="5864193" cy="27075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This And No Internet 25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parcial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hay tema nuevo en esta sesion.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Entra lo visto en el corte hasta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Modalidad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 sincrona por Meet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Duracion aproximada: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3 · Clase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