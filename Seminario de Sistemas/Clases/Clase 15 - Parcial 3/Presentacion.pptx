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3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es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parcial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no hay tema nuevo en esta sesion.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Entra lo visto en el corte hasta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Modalidad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virtual sincrona por Meet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Duracion aproximada: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90–100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enunciado y el canal de entrega se comparten al empezar.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3 · Clase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evaluacion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tema continua la proxima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