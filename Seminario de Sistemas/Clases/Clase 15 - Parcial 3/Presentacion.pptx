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Modalidad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sincrona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Duracion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enunciado y el canal de entrega se comparten al empezar.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3 · Clase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Enfocados en la evaluacion del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continua la proxima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