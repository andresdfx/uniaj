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Parcial 1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Solo evaluacion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Indicaciones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parcial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tema nuevo en esta sesion.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Entra lo visto en el corte hasta hoy.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Modalidad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virtual sincrona por Meet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Duracion aproximada: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90–100 min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dentro del bloque de 120.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enunciado y el canal de entrega se comparten al empezar.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Parcial 1 · Clase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Enfocados en la evaluacion del corte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tema continua la proxima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Solo evaluacion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