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clinica hay que evaluar pensando en la usuaria real, que es la recepcionista de la clinica: no es experta en computadores, escribe lento, contesta el telefono mientras registra y tiene un perro ladrando al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login[Ingreso] --&gt; menu[Menu principal]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regm[Registrar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busc[Buscar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agen[Agendar cita]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--&gt;|guardar|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--&gt;|cancelar|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--&gt;|1 resultado| det[Detalle del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--&gt;|varios| lista[Lista de resultados] --&gt; det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--&gt;|ninguno| vacio[Estado vacio&lt;br/&gt;con accion sugerida]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Los tres caminos de una busqueda —uno, varios, ninguno— son lo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separa un wireframe de un dibujo. El «ninguno» es el que se olvida.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Campo de la pantalla | RF que lo exige | Atributo de la clase  | Validacion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|----------------------|-----------------|-----------------------|-------------------|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Nombre               | RF-01           | Mascota.nombre        | obligatorio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Especie              | RF-01           | Mascota.especie       | lista cerrada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Fecha de nacimiento  | RF-02           | Mascota.fechaNac      | no futura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Dueno                | RF-01           | Mascota.idDueno (FK)  | debe existir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campo sin RF que lo exija es un campo que nadie pidio: se quita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 agrega el requisito. Un atributo de la clase sin campo en ninguna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pantalla es un dato que nadie puede ingresar.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la clinica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