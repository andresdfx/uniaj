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Quedan listas las pantallas de Registrar mascota y Buscar expediente de VetCare, anotadas y conectadas en un prototipo navegable.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 del diseño y cada uno responde una pregunta diferente.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wireframe es el esqueleto en gris, cajas, lineas y etiquetas, sin colores ni logos, y responde a la pregunta que informacion va en esta pantalla y en que orden la va a leer la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ya es la foto fija de como se vera: tipografia, color, iconos, el logo de la clinica Huellitas, los espacios reales entre elementos; responde a la pregunta como se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prototipo es el mockup con clic, es decir uno oprime Guardar y la herramienta lo lleva a otra pantalla; responde a la pregunta como se siente usarlo.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esto se traduce asi: el wireframe de Registrar mascota se hace en diez minutos en Excalidraw y solo dice que arriba va la busqueda del dueño, en el centro los datos de la mascota y abajo el boton Guardar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de esa misma pantalla ya usa el verde de la clinica y una tipografia grande porque la recepcionista tiene el monitor lejos; y el prototipo permite que el docente, en la sustentacion, oprima Guardar y aterrice en la ficha del paciente recien creado.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de hacerlo en ese orden es puramente economica: mover una caja en un wireframe cuesta treinta segundos, mover esa misma caja cuando ya esta programada en Programacion II cuesta dos sesiones de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es equivocarse barato.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Visibilidad del estado del sistema significa que la persona siempre sepa que esta pasando: si la recepcionista oprime Guardar y la pantalla no dice nada, ella va a oprimir Guardar otra vez y VetCare va a terminar con la mascota registrada dos veces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diseño debe incluir el mensaje concreto Ficha guardada, codigo M-0421, y el boton debe quedar deshabilitado mientras se guarda.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Prevencion de errores significa que es mejor impedir el error que ponerle un mensaje bonito despues: la fecha de nacimiento se escoge en un calendario y no se teclea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especie se elige de una lista cerrada con Canino, Felino y Otro, y el sistema pide confirmacion antes de eliminar una historia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Consistencia significa que la misma accion se llame igual y viva en el mismo lugar en todas las pantallas: si en Registrar mascota el boton principal se llama Guardar y esta abajo a la derecha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Registrar dueño no puede llamarse Aceptar ni estar arriba a la izquierda.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antes que recordar significa que la persona escoja de una lista en vez de acordarse de un codigo: la recepcionista no tiene por que memorizar que el codigo de raza mestiza es 07, se lo mostramos.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uno de estos cuatro principios se puede auditar sobre un wireframe impreso, sin una sola linea de codigo, y esa auditoria es exactamente lo que se evalua en esta asignatura.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 hace una persona real desde que tiene una intencion hasta que la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tiene un camino feliz y tiene caminos alternos, y los caminos alternos son donde se cae el diseño de los principiantes.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el camino feliz de registrar una mascota es: llega el dueño, la recepcionista lo busca, lo encuentra, registra la mascota y el sistema devuelve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los caminos alternos son igual de reales: el dueño no esta registrado y hay que crearlo sin perder lo que ya se habia escrito de la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mascota ya existe porque otro turno la registro ayer y hay que avisarlo en vez de duplicarla; el dueño no trae documento y hay que permitir el registro con telefono como identificador temporal.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Buscar expediente pasa lo mismo: el camino feliz es buscar por documento del dueño y encontrar una sola ficha, pero hay que diseñar que ocurre cuando la busqueda por nombre devuelve doce mascotas llamadas Firulais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la respuesta de diseño es mostrar en la lista de resultados la especie, la edad y el nombre del dueño para poder desambiguar de un vistazo.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flujo que solo dibuja el camino feliz no es un diseño, es una postal.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interfaz no se inventa: se deriva de los artefactos que el equipo ya...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pantalla debe poder señalar el requisito funcional que la origina, cada campo debe existir en el diccionario de datos con su tipo y su longitud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cada boton debe corresponder a una operacion que aparece en el diagrama de casos de uso o en el de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los wireframes se entregan anotados: se ponen numeritos sobre el dibujo y al lado una tabla que dice, por ejemplo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uno es el campo Nombre de la mascota que sale del atributo Mascota.nombre, texto de sesenta caracteres, obligatorio, exigido por RF-03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interfaz no se inventa: se deriva de los artefactos que el equipo ya...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cuatro es el mensaje de confirmacion que cumple el RNF-02 de respuesta menor a tres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anotacion tiene un efecto secundario muy util: si aparece un campo en la pantalla que no esta en el diccionario de datos, entonces o falta un requisito o sobra el campo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ambas cosas hay que resolverlas hoy y no cuando el compañero de Programacion II ya escribio la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trazabilidad no es burocracia, es el mecanismo que hace que los planos y la casa coincidan.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interfaz se puede evaluar sin programarla, y esa es una de las...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metodo mas barato es el recorrido cognitivo: se toma una tarea concreta, por ejemplo registrar la mascota Luna de la señora Perez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persona que no participo en el diseño intenta hacerla sobre el prototipo sin que nadie le explique nada, mientras usted cuenta cuantos clics necesito, donde dudo y donde se equivoco.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variante de bolsillo es la prueba de pasillo: se le pide a tres compañeros de otro grupo que lo intenten y se anota, sin defenderse ni explicar.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interfaz se puede evaluar sin programarla, y esa es una de las...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VetCare hay que evaluar pensando en la usuaria real, que es la recepcionista de Huellitas: no es experta en computadores, escribe lento, contesta el telefono mientras registra y tiene un perro ladrando al 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obliga a decisiones de diseño concretas: letra grande, pocos campos obligatorios, nada de scroll interminable, tolerancia a la interrupcion para que si la llaman y vuelve en tres minutos no haya perdido lo escrito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mensajes en lenguaje de clinica y no de sistemas, es decir Esta mascota ya tiene ficha en la clinica y no Violacion de restriccion de unicidad.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1640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1640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Figma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Wireframes y prototipo navegable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72408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2408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Penpot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Alternativa libre a Figma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interfaz es la cara visible del paquete de diseño de VetCare y es lo unico del PI que la clinica Huellitas entiende sin traduccion; ademas es el insumo directo con el que Programacion II construye las pantallas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ultima clase con tema nuevo del curso: lo que se produzca hoy entra tal cual al documento final y a la sustentacion de la clase 14.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va solo por la ruta C cierra su PI con este prototipo navegable, que es entregable completo y valido por si mismo, no una version recortada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ya tiene aprobados los RF y RNF, el diagrama de casos de uso, el de clases con Mascota, Dueño, Historia_Clinica y Cita, y el diccionario de datos con tipos y longitudes.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hoy VetCare existe solo como texto y diagramas: nadie ha visto todavia como se veria la pantalla que va a usar la recepcionista de Huellitas.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usuaria de referencia esta descrita asi: recepcionista con experiencia clinica alta y experiencia informatica baja, atiende telefono mientras registra y necesita terminar el registro de un paciente nuevo en menos de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1. En Excalidraw o en papel, dibujen el wireframe en gris de la pantalla Registrar mascota de VetCare, sin colores ni logos, ubicando bloque de dueño, bloque de datos de la mascota y zona de accion; el wireframe debe caber en una sola vista sin scroll y no puede tener mas de nueve campos.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2. Numeren de uno a seis los elementos criticos del wireframe y llenen la tabla de anotaciones indicando para cada numero el atributo del diccionario de datos que lo respalda, el RF que lo exige y si es obligatorio u opcional; si un elemento no tiene RF, borrenlo o creen el requisito y dejenlo escrito.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3. Diseñen la pantalla Buscar expediente resolviendo explicitamente el caso de resultados multiples: definan los tres criterios de busqueda, las columnas de la lista de resultados que permiten desambiguar y el mensaje exacto que se muestra cuando no hay ningun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4. Pasen las dos pantallas a Figma o Penpot como mockup y conecten minimo tres transiciones navegables: Registrar mascota hacia la confirmacion con codigo, confirmacion hacia Buscar expediente, y un resultado de la lista hacia la ficha del paciente; escriban al lado de cada transicion que principio de usabilidad estan cumpliendo.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5. Hagan prueba de pasillo con otro compañero, denle la tarea registrar la mascota Luna de la señora Perez y encontrar su ficha, no le expliquen nada, cronometren, cuenten clics y anoten los dos puntos donde dudo; escriban abajo los dos cambios concretos que haran al diseño por lo observado.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recepcionista oprime Guardar y se va al telefono treinta segundos, cuando vuelva a mirar la pantalla sabe con certeza si el registro quedo o no quedo, y por que lo sabe.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los campos que dibujaron, cuantos podria llenar mal una persona apurada, y cual de esos errores se puede volver imposible en vez de corregible.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busqueda por nombre devuelve doce mascotas llamadas Firulais, que dato adicional muestra la lista para que la recepcionista escoja la correcta sin abrir ninguna ficha.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pantallas se entregan primero como wireframe en gris y luego como mockup, y ambas versiones estan en el archivo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campo dibujado aparece en la tabla de anotaciones con su atributo del diccionario de datos y el RF que lo exige, sin campos huerfanos.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prototipo tiene al menos tres transiciones que funcionan al hacer clic y cubre minimo dos caminos alternos, entre ellos resultados multiples o dueño no registrado.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diseño evidencia por escrito los cuatro principios trabajados: hay mensaje de estado tras guardar, hay al menos dos mecanismos de prevencion de errores, los botones principales son consistentes entre pantallas y las listas cerradas reemplazan los campos de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Quedan listas las pantallas de Registrar mascota y Buscar expediente de VetCare, anotadas y conectadas en un prototipo navegable.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Quedan listas las pantallas de Registrar mascota y Buscar expediente de VetCare, anotadas y conectadas en un prototipo navegable.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