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diseñar interfaces es escoger colores y decir que quede…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43913" y="4256532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3913" y="4256532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un integrante de otro equipo,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