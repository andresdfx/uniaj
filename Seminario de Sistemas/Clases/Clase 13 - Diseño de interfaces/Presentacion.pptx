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43913" y="4256532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43913" y="4256532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Hagan prueba de pasillo con otro compañero,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