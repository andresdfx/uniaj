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Diseño de interfaces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Del boceto en gris al prototipo que se puede recorrer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Quedan listas las pantallas de Registrar mascota y Buscar expediente de VetCare, anotadas y conectadas en un prototipo navegable.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Figma o Penpot · Excalidraw · Google Docs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Un archivo de Figma o Penpot con las dos pantallas anotadas y minimo tres transiciones navegables, mas la hoja de anotaciones que amarra cada campo a un RF y a un atributo del diccionario de datos,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 wireframe, un mockup y un prototipo no son tres nombres elegantes para lo mismo: son tres momentos distintos…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Los principios de usabilidad no son gusto ni estetica, son reglas observables que se pueden verificar sobre el…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Una pantalla suelta no sirve para nada; lo que se diseña es un flujo de tarea completo, es decir el recorrido que…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interfaz no se inventa: se deriva de los artefactos que el equipo ya construyo en las clases anteriores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Una interfaz se puede evaluar sin programarla, y esa es una de las habilidades mas valiosas que se lleva un…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Error tipico del docente que no domina el tema: creer que diseñar interfaces es escoger colores y decir que quede…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Flujo de tarea de VetCare en Mermaid: registrar mascota y buscar expediente con caminos alternos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flowchart TD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A[Recepcion: llega el dueño con su mascota] --&gt; B{Dueño ya registrado?}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B -- No --&gt; C[Pantalla Registrar dueño]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B -- Si --&gt; D[Pantalla Registrar mascota]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 --&gt; 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D --&gt; E{Campos obligatorios completos?}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E -- No --&gt; F[Guardar deshabilitado + ayuda en el campo faltante]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F --&gt; 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E -- Si --&gt; G[Confirmacion: Ficha guardada, codigo M-0421]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G --&gt; H[Pantalla Buscar expediente]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H --&gt; I{Cuantos resultados?}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 -- Cero --&gt; J[Mensaje sin resultados + Buscar por otro criterio]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 -- Varios --&gt; K[Lista con especie, edad y dueño para desambiguar]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 -- Uno --&gt; L[Ficha del paciente]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La interfaz no son pantallas sueltas: es un camino con desvios, y los desvios son los que hay que diseñar.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Figma o Penpot · Excalidraw · Google Docs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docente dibuja en vivo el wireframe de Registrar mascota en Penpot, le pone tres anotaciones numeradas y lo conecta con Buscar expediente para que la clase vea en la misma pantalla la diferencia entre wireframe, mockup y prototipo.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Mismo dominio VetCare — no otro ejemplo. Aqui se diseña, no se programa.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funcionan en el navegador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excalidra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Excalidraw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Bocetos rapidos a mano alzada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oogle_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Documentos del paquete de diseño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396222" y="1792224"/>
            <a:ext cx="1051560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96222" y="1792224"/>
            <a:ext cx="1051560" cy="10515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095292"/>
                </a:solidFill>
                <a:latin typeface="Calibri"/>
              </a:rPr>
              <a:t>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Figma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Wireframes y prototipo navegable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743913" y="4256532"/>
            <a:ext cx="1051560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743913" y="4256532"/>
            <a:ext cx="1051560" cy="10515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095292"/>
                </a:solidFill>
                <a:latin typeface="Calibri"/>
              </a:rPr>
              <a:t>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" y="5381244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Penpot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Alternativa libre a Figma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83354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283354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283354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examl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70067" y="4256532"/>
            <a:ext cx="1051560" cy="105156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4356506" y="5381244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Entrega del taller · domingo 23:59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interfaz es la cara visible del paquete de diseño de VetCare y es lo unico del PI que la clinica Huellitas entiende sin traduccion; ademas es el insumo directo con el que Programacion II construye las pantallas reales.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Es la ultima clase con tema nuevo del curso: lo que se produzca hoy entra tal cual al documento final y a la sustentacion de la clase 14.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Quien va solo por la ruta C cierra su PI con este prototipo navegable, que es entregable completo y valido por si mismo, no una version recortada del proyecto.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equipo ya tiene aprobados los RF y RNF, el diagrama de casos de uso, el de clases con Mascota, Dueño, Historia_Clinica y Cita, y el diccionario de datos con tipos y longitudes.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Hasta hoy VetCare existe solo como texto y diagramas: nadie ha visto todavia como se veria la pantalla que va a usar la recepcionista de Huellitas.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usuaria de referencia esta descrita asi: recepcionista con experiencia clinica alta y experiencia informatica baja, atiende telefono mientras registra y necesita terminar el registro de un paciente nuevo en menos de dos minutos.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1. En Excalidraw o en papel, dibujen el wireframe en gris de la pantalla Registrar mascota de VetCare, sin colores ni logos, ubicando bloque de dueño, bloque de datos de la mascota y zona de accion; el wireframe debe caber en una sola vista sin scroll y no puede tener mas de nueve campos.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2. Numeren de uno a seis los elementos criticos del wireframe y llenen la tabla de anotaciones indicando para cada numero el atributo del diccionario de datos que lo respalda, el RF que lo exige y si es obligatorio u opcional; si un elemento no tiene RF, borrenlo o creen el requisito y dejenlo escrito.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3. Diseñen la pantalla Buscar expediente resolviendo explicitamente el caso de resultados multiples: definan los tres criterios de busqueda, las columnas de la lista de resultados que permiten desambiguar y el mensaje exacto que se muestra cuando no hay ningun resultado.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4. Pasen las dos pantallas a Figma o Penpot como mockup y conecten minimo tres transiciones navegables: Registrar mascota hacia la confirmacion con codigo, confirmacion hacia Buscar expediente, y un resultado de la lista hacia la ficha del paciente; escriban al lado de cada transicion que principio de usabilidad estan cumpliendo.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70916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487832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87832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80060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5. Hagan prueba de pasillo con un integrante de otro equipo, denle la tarea registrar la mascota Luna de la señora Perez y encontrar su ficha, no le expliquen nada, cronometren, cuenten clics y anoten los dos puntos donde dudo; escriban abajo los dos cambios concretos que haran al diseño por lo observado.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la recepcionista oprime Guardar y se va al telefono treinta segundos, cuando vuelva a mirar la pantalla sabe con certeza si el registro quedo o no quedo, y por que lo sabe.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De los campos que dibujaron, cuantos podria llenar mal una persona apurada, y cual de esos errores se puede volver imposible en vez de corregible.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la busqueda por nombre devuelve doce mascotas llamadas Firulais, que dato adicional muestra la lista para que la recepcionista escoja la correcta sin abrir ninguna ficha.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Un archivo de Figma o Penpot con las dos pantallas anotadas y minimo tres transiciones navegables, mas la hoja de anotaciones que amarra cada campo a un RF y a un atributo del diccionario de datos,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Las dos pantallas se entregan primero como wireframe en gris y luego como mockup, y ambas versiones estan en el archivo entregado.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Cada campo dibujado aparece en la tabla de anotaciones con su atributo del diccionario de datos y el RF que lo exige, sin campos huerfanos.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prototipo tiene al menos tres transiciones que funcionan al hacer clic y cubre minimo dos caminos alternos, entre ellos resultados multiples o dueño no registrado.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diseño evidencia por escrito los cuatro principios trabajados: hay mensaje de estado tras guardar, hay al menos dos mecanismos de prevencion de errores, los botones principales son consistentes entre pantallas y las listas cerradas reemplazan los campos de memoria.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 (examlab.lovable.app/app)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Quedan listas las pantallas de Registrar mascota y Buscar expediente de VetCare, anotadas y conectadas en un prototipo navegable.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 en ExamLab (examlab.lovable.app/app) · domingo 23:59.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13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Quedan listas las pantallas de Registrar mascota y Buscar expediente de VetCare, anotadas y conectadas en un prototipo navegable.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Un archivo de Figma o Penpot con las dos pantallas anotadas y minimo tres transiciones navegables, mas la hoja de anotaciones que amarra cada campo a un RF y a un atributo del diccionario de datos, subido a ExamLab.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