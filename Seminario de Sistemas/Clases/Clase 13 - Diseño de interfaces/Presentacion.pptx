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 del diseño y cada uno responde una pregunta diferente.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wireframe es el esqueleto en gris, cajas, lineas y etiquetas, sin colores ni logos, y responde a la pregunta que informacion va en esta pantalla y en que orden la va a leer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ya es la foto fija de como se vera: tipografia, color, iconos, el logo de la clinica Huellitas, los espacios reales entre elementos; responde a la pregunta como se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prototipo es el mockup con clic, es decir uno oprime Guardar y la herramienta lo lleva a otra pantalla; responde a la pregunta como se siente usarlo.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traduce asi: el wireframe de Registrar mascota se hace en diez minutos en Excalidraw y solo dice que arriba va la busqueda del dueño, en el centro los datos de la mascota y abajo el boton Guardar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hacerlo en ese orden es puramente economica: mover una caja en un wireframe cuesta treinta segundos, mover esa misma caja cuando ya esta programada en Programacion II cuesta dos sesiones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es equivocarse barato.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 del sistema significa que la persona siempre sepa que esta pasando: si la recepcionista oprime Guardar y la pantalla no dice nada, ella va a oprimir Guardar otra vez y VetCare va a terminar con la mascota registrada dos veces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diseño debe incluir el mensaje concreto Ficha guardada, codigo M-0421, y el boton debe quedar deshabilitado mientras se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Prevencion de errores significa que es mejor impedir el error que ponerle un mensaje bonito despues: la fecha de nacimiento se escoge en un calendario y no se teclea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especie se elige de una lista cerrada con Canino, Felino y Otro, y el sistema pide confirmacion antes de eliminar una historia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 significa que la misma accion se llame igual y viva en el mismo lugar en todas las pantallas: si en Registrar mascota el boton principal se llama Guardar y esta abajo a la derecha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Registrar dueño no puede llamarse Aceptar ni estar arriba a la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 significa que la persona escoja de una lista en vez de acordarse de un codigo: la recepcionista no tiene por que memorizar que el codigo de raza mestiza es 07, se lo mostramos.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 hace una persona real desde que tiene una intencion hasta que la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tiene un camino feliz y tiene caminos alternos, y los caminos alternos son donde se cae el diseño de los principiantes.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camino feliz de registrar una mascota es: llega el dueño, la recepcionista lo busca, lo encuentra, registra la mascota y el sistema devuelve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los caminos alternos son igual de reales: el dueño no esta registrado y hay que crearlo sin perder lo que ya se habia escrito de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ya existe porque otro turno la registro ayer y hay que avisarlo en vez de duplicarla; el dueño no trae documento y hay que permitir el registro con telefono como identificador temporal.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Buscar expediente pasa lo mismo: el camino feliz es buscar por documento del dueño y encontrar una sola ficha, pero hay que diseñar que ocurre cuando la busqueda por nombre devuelve doce mascotas llamadas Firulais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la respuesta de diseño es mostrar en la lista de resultados la especie, la edad y el nombre del dueño para poder desambiguar de un vistazo.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flujo que solo dibuja el camino feliz no es un diseño, es una postal.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debe poder señalar el requisito funcional que la origina, cada campo debe existir en el diccionario de datos con su tipo y su longitud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boton debe corresponder a una operacion que aparece en el diagrama de casos de uso o en el de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no es burocracia, es el mecanismo que hace que los planos y la casa coincidan.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metodo mas barato es el recorrido cognitivo: se toma una tarea concreta, por ejemplo registrar la mascota Luna de la señora Perez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persona que no participo en el diseño intenta hacerla sobre el prototipo sin que nadie le explique nada, mientras usted cuenta cuantos clics necesito, donde dudo y donde se equivoco.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variante de bolsillo es la prueba de pasillo: se le pide a tres compañeros de otro grupo que lo intenten y se anota, sin defenderse ni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hay que evaluar pensando en la usuaria real, que es la recepcionista de Huellitas: no es experta en computadores, escribe lento, contesta el telefono mientras registra y tiene un perro ladrando al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login[Ingreso] --&gt; menu[Menu principal]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regm[Registrar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busc[Buscar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agen[Agendar cita]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--&gt;|guardar|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--&gt;|cancelar|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--&gt;|1 resultado| det[Detalle del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--&gt;|varios| lista[Lista de resultados] --&gt; det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--&gt;|ninguno| vacio[Estado vacio&lt;br/&gt;con accion sugerida]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Los tres caminos de una busqueda —uno, varios, ninguno— son lo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separa un wireframe de un dibujo. El «ninguno» es el que se olvida.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Campo de la pantalla | RF que lo exige | Atributo de la clase  | Validacion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|----------------------|-----------------|-----------------------|-------------------|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Nombre               | RF-01           | Mascota.nombre        | obligatorio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Especie              | RF-01           | Mascota.especie       | lista cerrada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Fecha de nacimiento  | RF-02           | Mascota.fechaNac      | no futura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Dueno                | RF-01           | Mascota.idDueno (FK)  | debe existir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campo sin RF que lo exija es un campo que nadie pidio: se quita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 agrega el requisito. Un atributo de la clase sin campo en ninguna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pantalla es un dato que nadie puede ingresar.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