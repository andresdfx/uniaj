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notesMaster" Target="notesMasters/notesMaster1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Por eso los wireframes se entregan anotados: se ponen numeritos sobre el dibujo y al lado una tabla que dice, por ejemplo, el numero uno es el campo Nombre de la mascota que sale del atributo Mascota.nombre, texto de sesenta caracteres, obligatorio, exigido por RF-03; el numero cuatro es el mensaje de confirmacion que cumple el RNF-02 de respuesta menor a tres segundos.</a:t>
            </a:r>
          </a:p>
          <a:p/>
          <a:p>
            <a:r>
              <a:t>Esa anotacion tiene un efecto secundario muy util: si aparece un campo en la pantalla que no esta en el diccionario de datos, entonces o falta un requisito o sobra el campo, y ambas cosas hay que resolverlas hoy y no cuando el compañero de Programacion II ya escribio la tabla.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Eso obliga a decisiones de diseño concretas: letra grande, pocos campos obligatorios, nada de scroll interminable, tolerancia a la interrupcion para que si la llaman y vuelve en tres minutos no haya perdido lo escrito, y mensajes en lenguaje de clinica y no de sistemas, es decir Esta mascota ya tiene ficha en la clinica y no Violacion de restriccion de unicidad.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Diseño de interfaces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Del boceto en gris al prototipo que se puede recorrer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Tema: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Diseño de interfaces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Del boceto en gris al prototipo que se puede recorrer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 del tema: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Figma o Penpot · Excalidraw · Google Docs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Ejemplo de toda la clase: el sistema de una clinica veterinaria.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la clinica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Practica (opcional, guia en la carpeta)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Sintesis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 wireframe, un mockup y un prototipo no son tres nombres elegantes...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wireframe, un mockup y un prototipo no son tres nombres elegantes para lo mismo: son tres momentos distintos del diseño y cada uno responde una pregunta diferente.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wireframe es el esqueleto en gris, cajas, lineas y etiquetas, sin colores ni logos, y responde a la pregunta que informacion va en esta pantalla y en que orden la va a leer la persona.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mockup ya es la foto fija de como se vera: tipografia, color, iconos, el logo de la clinica, los espacios reales entre elementos; responde a la pregunta como se ve.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prototipo es el mockup con clic, es decir uno oprime Guardar y la herramienta lo lleva a otra pantalla; responde a la pregunta como se siente usarlo.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el sistema de la clinica esto se traduce asi: el wireframe de Registrar mascota se hace en diez minutos en Excalidraw y solo dice que arriba va la busqueda del dueño, en el centro los datos de la mascota y abajo el boton Guardar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 wireframe, un mockup y un prototipo no son tres nombres elegantes...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mockup de esa misma pantalla ya usa el verde de la clinica y una tipografia grande porque la recepcionista tiene el monitor lejos; y el prototipo permite que el docente, en la sustentacion, oprima Guardar y aterrice en la ficha del paciente recien creado.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razon de hacerlo en ese orden es puramente economica: mover una caja en un wireframe cuesta treinta segundos, mover esa misma caja cuando ya esta programada en Programacion II cuesta dos sesiones de trabajo.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Diseñar es equivocarse barato.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principios de usabilidad no son gusto ni estetica, son reglas...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principios de usabilidad no son gusto ni estetica, son reglas observables que se pueden verificar sobre el papel.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Visibilidad del estado del sistema significa que la persona siempre sepa que esta pasando: si la recepcionista oprime Guardar y la pantalla no dice nada, ella va a oprimir Guardar otra vez y el sistema va a terminar con la mascota registrada dos veces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 eso el diseño debe incluir el mensaje concreto Ficha guardada, codigo M-0421, y el boton debe quedar deshabilitado mientras se guarda.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Prevencion de errores significa que es mejor impedir el error que ponerle un mensaje bonito despues: la fecha de nacimiento se escoge en un calendario y no se teclea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especie se elige de una lista cerrada con Canino, Felino y Otro, y el sistema pide confirmacion antes de eliminar una historia clinica.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principios de usabilidad no son gusto ni estetica, son reglas...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Consistencia significa que la misma accion se llame igual y viva en el mismo lugar en todas las pantallas: si en Registrar mascota el boton principal se llama Guardar y esta abajo a la derecha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Registrar dueño no puede llamarse Aceptar ni estar arriba a la izquierda.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Reconocer antes que recordar significa que la persona escoja de una lista en vez de acordarse de un codigo: la recepcionista no tiene por que memorizar que el codigo de raza mestiza es 07, se lo mostramos.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uno de estos cuatro principios se puede auditar sobre un wireframe impreso, sin una sola linea de codigo, y esa auditoria es exactamente lo que se evalua en esta asignatura.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Una pantalla suelta no sirve para nada; lo que se diseña es un flujo de...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pantalla suelta no sirve para nada; lo que se diseña es un flujo de tarea completo, es decir el recorrido que hace una persona real desde que tiene una intencion hasta que la cumple.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flujo tiene un camino feliz y tiene caminos alternos, y los caminos alternos son donde se cae el diseño de los principiantes.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el sistema de la clinica el camino feliz de registrar una mascota es: llega el dueño, la recepcionista lo busca, lo encuentra, registra la mascota y el sistema devuelve el codigo.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Pero los caminos alternos son igual de reales: el dueño no esta registrado y hay que crearlo sin perder lo que ya se habia escrito de la mascota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Una pantalla suelta no sirve para nada; lo que se diseña es un flujo de...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mascota ya existe porque otro turno la registro ayer y hay que avisarlo en vez de duplicarla; el dueño no trae documento y hay que permitir el registro con telefono como identificador temporal.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Buscar expediente pasa lo mismo: el camino feliz es buscar por documento del dueño y encontrar una sola ficha, pero hay que diseñar que ocurre cuando la busqueda por nombre devuelve doce mascotas llamadas Firulais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ahi la respuesta de diseño es mostrar en la lista de resultados la especie, la edad y el nombre del dueño para poder desambiguar de un vistazo.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flujo que solo dibuja el camino feliz no es un diseño, es una postal.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interfaz no se inventa: se deriva de los artefactos que el equipo ya...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interfaz no se inventa: se deriva de los artefactos que el equipo ya construyo en las clases anteriores.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pantalla debe poder señalar el requisito funcional que la origina, cada campo debe existir en el diccionario de datos con su tipo y su longitud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cada boton debe corresponder a una operacion que aparece en el diagrama de casos de uso o en el de secuencia.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trazabilidad no es burocracia, es el mecanismo que hace que los planos y la casa coincidan.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Una interfaz se puede evaluar sin programarla, y esa es una de las...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interfaz se puede evaluar sin programarla, y esa es una de las habilidades mas valiosas que se lleva un analista.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metodo mas barato es el recorrido cognitivo: se toma una tarea concreta, por ejemplo registrar la mascota Luna de la señora Perez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una persona que no participo en el diseño intenta hacerla sobre el prototipo sin que nadie le explique nada, mientras usted cuenta cuantos clics necesito, donde dudo y donde se equivoco.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Una interfaz se puede evaluar sin programarla, y esa es una de las...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variante de bolsillo es la prueba de pasillo: se le pide a tres compañeros de otro grupo que lo intenten y se anota, sin defenderse ni explicar.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Para el sistema de la clinica hay que evaluar pensando en la usuaria real, que es la recepcionista de la clinica: no es experta en computadores, escribe lento, contesta el telefono mientras registra y tiene un perro ladrando al lado.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mapa de navegacion del prototipo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flowchart LR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login[Ingreso] --&gt; menu[Menu principal]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menu --&gt; regm[Registrar mascota]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menu --&gt; busc[Buscar expediente]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menu --&gt; agen[Agendar cita]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regm --&gt;|guardar| menu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regm --&gt;|cancelar| menu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busc --&gt;|1 resultado| det[Detalle del expediente]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busc --&gt;|varios| lista[Lista de resultados] --&gt; det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busc --&gt;|ninguno| vacio[Estado vacio&lt;br/&gt;con accion sugerida]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Los tres caminos de una busqueda —uno, varios, ninguno— son lo que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separa un wireframe de un dibujo. El «ninguno» es el que se olvida.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tabla de anotaciones del wireframe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 Campo de la pantalla | RF que lo exige | Atributo de la clase  | Validacion        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|----------------------|-----------------|-----------------------|-------------------|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 Nombre               | RF-01           | Mascota.nombre        | obligatorio       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 Especie              | RF-01           | Mascota.especie       | lista cerrada     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 Fecha de nacimiento  | RF-02           | Mascota.fechaNac      | no futura         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 Dueno                | RF-01           | Mascota.idDueno (FK)  | debe existir      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Un campo sin RF que lo exija es un campo que nadie pidio: se quita 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se agrega el requisito. Un atributo de la clase sin campo en ninguna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pantalla es un dato que nadie puede ingresar.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Flujo de tarea del sistema de la clinica en Mermaid: registrar mascota y buscar expediente con caminos alternos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flowchart TD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A[Recepcion: llega el dueño con su mascota] --&gt; B{Dueño ya registrado?}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B -- No --&gt; C[Pantalla Registrar dueño]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B -- Si --&gt; D[Pantalla Registrar mascota]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 --&gt; 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D --&gt; E{Campos obligatorios completos?}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E -- No --&gt; F[Guardar deshabilitado + ayuda en el campo faltante]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F --&gt; 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E -- Si --&gt; G[Confirmacion: Ficha guardada, codigo M-0421]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G --&gt; H[Pantalla Buscar expediente]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H --&gt; I{Cuantos resultados?}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I -- Cero --&gt; J[Mensaje sin resultados + Buscar por otro criterio]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I -- Varios --&gt; K[Lista con especie, edad y dueño para desambiguar]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I -- Uno --&gt; L[Ficha del paciente]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La interfaz no son pantallas sueltas: es un camino con desvios, y los desvios son los que hay que diseñar.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Figma o Penpot · Excalidraw · Google Docs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docente dibuja en vivo el wireframe de Registrar mascota en Penpot, le pone tres anotaciones numeradas y lo conecta con Buscar expediente para que la clase vea en la misma pantalla la diferencia entre wireframe, mockup y prototipo.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dominio: la clinica veterinaria — no otro ejemplo. Aqui se diseña, no se programa.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13 · Diseño de interfaces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Del boceto en gris al prototipo que se puede recorrer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Repasen las laminas de teoria: cada concepto esta completo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con el siguiente tema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diseño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