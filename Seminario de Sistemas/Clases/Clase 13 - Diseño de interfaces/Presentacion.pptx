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6222" y="1792224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6222" y="1792224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43913" y="4256532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43913" y="4256532"/>
            <a:ext cx="105156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067" y="4256532"/>
            <a:ext cx="1051560" cy="10515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Hagan prueba de pasillo con un integrante de otro equipo,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