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actor es un rol, no una persona ni un cargo del organigrama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relaciones entre casos de uso son tres y se abusa de ellas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Precondiciones y postcondiciones son un contrato, no un adorno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