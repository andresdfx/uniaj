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la clinica, Registrar mascota pasa la prueba, porque la recepcionista de la clinica termina con la ficha creada y el codigo asignado; en cambio Validar la fecha de nacimiento no la pasa, porque nadie llega a la clinica con el objetivo de validar una fecha.</a:t>
            </a:r>
          </a:p>
          <a:p/>
          <a:p>
            <a:r>
              <a:t>Esa distincion parece un detalle de nombres, pero define el tamaño de todo el modelo: si se confunde, un sistema pequeño como el sistema termina con cuarenta casos de uso inutiles en vez de seis u ocho casos de uso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en la clinica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Escribirlas asi tiene dos consecuencias practicas enormes.</a:t>
            </a:r>
          </a:p>
          <a:p/>
          <a:p>
            <a:r>
              <a:t>Primero, cada postcondicion se convierte casi automaticamente en un caso de prueba, porque describe algo que se puede ir a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Casos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se dibuja en cinco minutos; el valor esta en la especificacion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caso de uso es la descripcion de una interaccion completa entre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 resultado con valor observable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completa: no es una pantalla, no es un boton, no es una tabla de la base de datos y no es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que usamos en clase es la del almuerzo: si el actor puede levantarse de la silla e irse a almorzar satisfecho porque ya logro lo que queria, entonces eso es un caso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redaccion es simple y no se negocia: verbo en infinitivo mas objeto del dominio, escrito con las palabras de la clinica y no con palabras de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no una persona ni un cargo del organigrama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actor es un rol, no una persona ni un cargo del organigrama.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Marta, la recepcionista de la clinica, no es un actor: el actor es Recepcionista, y si mañana la reemplazan el modelo no cambia.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existen actores que no son humanos: un sistema externo que enviaria los recordatorios por mensajeria seria un actor secundario del sistema, porque participaria en el caso de uso pero no es quien lo inicia.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 significa que el caso base siempre ejecuta el caso incluido, y se usa cuando un comportamiento se repite en varios casos y vale la pena escribirlo una sola vez: en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CU-03 Registrar consulta medica y CU-04 Agendar cita incluyen ambos a Verificar existencia de la mascota, siempre, sin condicion.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 es lo contrario: comportamiento opcional que se dispara solo si se cumple una condicion en un punto de extension del caso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CU-02 Buscar expediente puede extenderse con CU-06 Exportar expediente a PDF, que ocurre unicamente cuando el veterinario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generalizacion, mucho menos frecuente, sirve cuando un actor especializa a otro, por ejemplo Veterinario especialista como especializacion de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peligro real no es equivocarse en la flecha sino usar include para descomponer funcionalmente: si el diagrama muestra Registrar mascota incluyendo Abrir formulario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se escribe en pares de responsabilidad: una columna dice que hace el actor y la otra que hace el sistema, alternandose, en pasos numerados y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no es un paso sino un requisito no funcional que ya vive en otro documento, el RNF-02, que exige mostrar el resultado en menos de tres segundos.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se numeran respecto al paso donde se desvian: 2a cuando no hay coincidencias, 2b cuando hay demasiadas, 4a cuando la mascota esta inactiva.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numerito es lo que permite que el compañero de Programacion II sepa exactamente en que punto del comportamiento hay que preguntar algo, y es tambien la razon por la cual la clinica deja de perder tiempo buscando historiales.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precondicion es aquello que debe ser verdadero antes de empezar y que el caso de uso no vuelve a verificar dentro del flujo: si escribimos que el usuario esta autenticado como precondicion de Registrar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el flujo principal no puede tener un paso que diga el sistema pide usuario y contraseña, porque eso ya ocurrio.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postcondicion describe el estado en que queda el sistema cuando el caso termina, y debe ser verificable mirando los datos: en la clinica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resuelve la discusion entre los tres casos de matricula: el estudiante que solo cursa Seminario cierra con este documento y su prototipo navegable y ya entrego un producto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el que solo cursa Programacion II recibe estas postcondiciones y sabe exactamente que debe dejar guardado su codigo, sin tener que adivinar ni volver a entrevistar a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sistema[Sistema de la clinica]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cu1((CU-01&lt;br/&gt;Registrar mascota))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cu2((CU-02&lt;br/&gt;Buscar expediente))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cu3((CU-04&lt;br/&gt;Agendar cita))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cu4((Validar&lt;br/&gt;disponibilidad))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cu3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 cu2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cu3 -.include.-&gt; cu4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include: el caso base SIEMPRE lo ejecuta (agendar siempre valida).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extend:  solo en ciertas condiciones (agendar + notificar por WhatsApp).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principal: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    RF-01, RF-02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    el dueno existe y esta 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   la mascota queda activa con expediente abierto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La recepcionista solicita registrar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pide nombre, especie, fecha de nacimiento y dueno.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La recepcionista ingresa los datos.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valida que el dueno exista y este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5. El sistema guarda la mascota y confirma.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El dueno no existe -&gt; el sistema ofrece registrarlo primero.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4b. Falta un dato obligatorio -&gt; el sistema lo senala y no guarda.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Sin flujos alternos la especificacion esta a medias: el 4a y el 4b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son las dos terceras partes del trabajo real del programador.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diagrama se dibuja en cinco minutos; el valor esta en la especificacion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