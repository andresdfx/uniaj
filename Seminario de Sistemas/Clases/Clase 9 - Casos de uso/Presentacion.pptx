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el sistema de la clinica, Registrar mascota pasa la prueba, porque la recepcionista de la clinica termina con la ficha creada y el codigo asignado; en cambio Validar la fecha de nacimiento no la pasa, porque nadie llega a la clinica con el objetivo de validar una fecha.</a:t>
            </a:r>
          </a:p>
          <a:p/>
          <a:p>
            <a:r>
              <a:t>Esa distincion parece un detalle de nombres, pero define el tamaño de todo el modelo: si se confunde, un sistema pequeño como el sistema de la clinica termina con cuarenta casos de uso inutiles en vez de seis u ocho casos de uso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en el sistema de la clinica dibujamos adentro del rectangulo un caso de uso llamado Enviar mensaje de WhatsApp, estamos diciendo que nosotros construimos la mensajeria, y eso probablemente sea falso y encarezca el proyecto por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caso de uso especificado tiene ficha de identificacion (ID, nombre, actor primario, requisitos que cubre, prioridad y frecuencia), precondiciones, postcondiciones, flujo principal y flujos alternos, y las reglas de negocio asociadas.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Escribirlas asi tiene dos consecuencias practicas enormes.</a:t>
            </a:r>
          </a:p>
          <a:p/>
          <a:p>
            <a:r>
              <a:t>Primero, cada postcondicion se convierte casi automaticamente en un caso de prueba, porque describe algo que se puede ir a comprobar.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Casos de uso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se dibuja en cinco minutos; el valor esta en la especificacion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caso de uso es la descripcion de una interaccion completa entre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uso es la descripcion de una interaccion completa entre un actor y el sistema que termina entregando un resultado con valor observable para ese actor.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clave es completa: no es una pantalla, no es un boton, no es una tabla de la base de datos y no es un paso intermedio.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que usamos en clase es la del almuerzo: si el actor puede levantarse de la silla e irse a almorzar satisfecho porque ya logro lo que queria, entonces eso es un caso de uso.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redaccion es simple y no se negocia: verbo en infinitivo mas objeto del dominio, escrito con las palabras de la clinica y no con palabras de programador.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actor es un rol, no una persona ni un cargo del organigrama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actor es un rol, no una persona ni un cargo del organigrama.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Doña Marta, la recepcionista de la clinica, no es un actor: el actor es Recepcionista, y si mañana la reemplazan el modelo no cambia.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misma persona puede encarnar dos actores, por ejemplo el veterinario dueño de la clinica que a veces atiende y a veces revisa las metricas: alli actua como Veterinario y como Administrador, y por eso aparecen dos monigotes.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existen actores que no son humanos: un sistema externo que enviaria los recordatorios por mensajeria seria un actor secundario del sistema de la clinica, porque participaria en el caso de uso pero no es quien lo inicia.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se ordena con el limite del sistema, ese rectangulo que muchos omiten y que en realidad es la decision de arquitectura mas importante del diagrama: adentro va lo que nosotros vamos a construir y por lo tanto especificar, y afuera queda lo que solo vamos a consumir o a recibir.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relaciones entre casos de uso son tres y se abusa de ellas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relaciones entre casos de uso son tres y se abusa de ellas.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Include significa que el caso base siempre ejecuta el caso incluido, y se usa cuando un comportamiento se repite en varios casos y vale la pena escribirlo una sola vez: en el sistema de la clinica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CU-03 Registrar consulta medica y CU-04 Agendar cita incluyen ambos a Verificar existencia de la mascota, siempre, sin condicion.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Extend es lo contrario: comportamiento opcional que se dispara solo si se cumple una condicion en un punto de extension del caso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clinica, CU-02 Buscar expediente puede extenderse con CU-06 Exportar expediente a PDF, que ocurre unicamente cuando el veterinario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relaciones entre casos de uso son tres y se abusa de ellas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generalizacion, mucho menos frecuente, sirve cuando un actor especializa a otro, por ejemplo Veterinario especialista como especializacion de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peligro real no es equivocarse en la flecha sino usar include para descomponer funcionalmente: si el diagrama muestra Registrar mascota incluyendo Abrir formulario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Incluyendo Digitar datos, incluyendo Guardar en base de datos, ya no es un modelo de casos de uso sino un diagrama de flujo disfrazado, y ese error contagia despues al diagrama de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es donde vive el noventa por ciento del valor...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especificacion textual es donde vive el noventa por ciento del valor y donde casi nadie invierte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principal se escribe en pares de responsabilidad: una columna dice que hace el actor y la otra que hace el sistema, alternandose, en pasos numerados y sin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ejemplo, en Buscar expediente el paso 1 es que el veterinario digita el codigo o el nombre de la mascota y el paso 2 es que el sistema devuelve la lista de coincidencias; nunca se escribe el sistema es rapido y amigable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eso no es un paso sino un requisito no funcional que ya vive en otro documento, el RNF-02, que exige mostrar el resultado en menos de tres segundos.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es donde vive el noventa por ciento del valor...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flujos alternos se numeran respecto al paso donde se desvian: 2a cuando no hay coincidencias, 2b cuando hay demasiadas, 4a cuando la mascota esta inactiva.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numerito es lo que permite que el compañero de Programacion II sepa exactamente en que punto del comportamiento hay que preguntar algo, y es tambien la razon por la cual la clinica deja de perder tiempo buscando historiales.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 son un contrato, no un adorno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Precondiciones y postcondiciones son un contrato, no un adorno.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precondicion es aquello que debe ser verdadero antes de empezar y que el caso de uso no vuelve a verificar dentro del flujo: si escribimos que el usuario esta autenticado como precondicion de Registrar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el flujo principal no puede tener un paso que diga el sistema pide usuario y contraseña, porque eso ya ocurrio.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postcondicion describe el estado en que queda el sistema cuando el caso termina, y debe ser verificable mirando los datos: en el sistema de la clinica la postcondicion de exito de Registrar mascota es que existe una ficha con codigo unico asociada a un propietario y que quedo bitacora de quien la creo y cuando; la postcondicion de fracaso es que no queda ningun registro a medias.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 son un contrato, no un adorno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resuelve la discusion entre los tres casos de matricula: el estudiante que solo cursa Seminario cierra con este documento y su prototipo navegable y ya entrego un producto completo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el que solo cursa Programacion II recibe estas postcondiciones y sabe exactamente que debe dejar guardado su codigo, sin tener que adivinar ni volver a entrevistar a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casos de uso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rec([Recepcionista])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vet([Veterinario])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subgraph sistema[Sistema de la clinica]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cu1((CU-01&lt;br/&gt;Registrar mascota))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cu2((CU-02&lt;br/&gt;Buscar expediente))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cu3((CU-04&lt;br/&gt;Agendar cita))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cu4((Validar&lt;br/&gt;disponibilidad))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 --&gt; cu1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 --&gt; cu3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vet --&gt; cu2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cu3 -.include.-&gt; cu4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%% include: el caso base SIEMPRE lo ejecuta (agendar siempre valida).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%% extend:  solo en ciertas condiciones (agendar + notificar por WhatsApp).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del caso de uso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CU-01  Registrar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principal:  Recepcionista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    RF-01, RF-02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    el dueno existe y esta activo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Postcondicion:    la mascota queda activa con expediente abierto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La recepcionista solicita registrar una mascota.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pide nombre, especie, fecha de nacimiento y dueno.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La recepcionista ingresa los datos.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valida que el dueno exista y este activo.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5. El sistema guarda la mascota y confirma.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El dueno no existe -&gt; el sistema ofrece registrarlo primero.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4b. Falta un dato obligatorio -&gt; el sistema lo senala y no guarda.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Sin flujos alternos la especificacion esta a medias: el 4a y el 4b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son las dos terceras partes del trabajo real del programador.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CU-02  Buscar expediente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primario: Veterinario  |  Prioridad: Alta  |  Cubre: RF-05, RNF-02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veterinario esta autenticado y la mascota existe en el sistema.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 (exito): el expediente queda desplegado y la consulta queda en bitacora; no se modifica ningun dato clinico.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El veterinario digita codigo, nombre de mascota o documento del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devuelve la lista de coincidencias en menos de 3 segundos (RNF-02).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El veterinario selecciona una mascota de la lista.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muestra ficha, historial de consultas y vacunas en orden cronologico.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2a. Sin coincidencias: el sistema informa y ofrece registrar la mascota (pasa a CU-01).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2b. Mas de 50 coincidencias: el sistema pagina el resultado y sugiere afinar el filtro.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La mascota esta inactiva: el sistema muestra el expediente en modo solo lectura.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Punto de extension: despues del paso 4 puede ejecutarse CU-06 Exportar expediente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diagrama se dibuja en cinco minutos; el valor esta en la especificacion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