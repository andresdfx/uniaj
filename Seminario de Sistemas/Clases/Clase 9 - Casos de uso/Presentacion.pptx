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Casos de uso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diagrama se dibuja en cinco minutos; el valor esta en la especificacion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listo el diagrama de casos de uso de VetCare con su limite de sistema y la especificacion textual completa de Registrar mascota y Buscar expediente.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PDF con el diagrama de casos de uso, la matriz de trazabilidad RF a CU y las dos especificaciones textuales completas (precondiciones, postcondiciones, flujo principal y minimo dos flujos alternos cada una),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caso de uso es la descripcion de una interaccion completa entre un...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de uso es la descripcion de una interaccion completa entre un actor y el sistema que termina entregando un resultado con valor observable para ese actor.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palabra clave es completa: no es una pantalla, no es un boton, no es una tabla de la base de datos y no es un paso intermedio.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practica que usamos en clase es la del almuerzo: si el actor puede levantarse de la silla e irse a almorzar satisfecho porque ya logro lo que queria, entonces eso es un caso de uso.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Registrar mascota pasa la prueba, porque la recepcionista de Huellitas termina con la ficha creada y el codigo asignado; en cambio Validar la fecha de nacimiento no la pasa, porque nadie llega a la clinica con el objetivo de validar una fecha.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Esa distincion parece un detalle de nombres, pero define el tamaño de todo el modelo: si se confunde, un sistema pequeño como VetCare termina con cuarenta casos de uso inutiles en vez de seis u ocho casos de uso reales.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redaccion es simple y no se negocia: verbo en infinitivo mas objeto del dominio, escrito con las palabras de la clinica y no con palabras de programador.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actor es un rol, no una persona ni un cargo del organigrama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El actor es un rol, no una persona ni un cargo del organigrama.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Doña Marta, la recepcionista de Huellitas, no es un actor: el actor es Recepcionista, y si mañana la reemplazan el modelo no cambia.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Una misma persona puede encarnar dos actores, por ejemplo el veterinario dueño de la clinica que a veces atiende y a veces revisa las metricas: alli actua como Veterinario y como Administrador, y por eso aparecen dos monigotes.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Ademas existen actores que no son humanos: un sistema externo que enviaria los recordatorios por mensajeria seria un actor secundario de VetCare, porque participaria en el caso de uso pero no es quien lo inicia.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Todo esto se ordena con el limite del sistema, ese rectangulo que muchos omiten y que en realidad es la decision de arquitectura mas importante del diagrama: adentro va lo que nosotros vamos a construir y por lo tanto especificar, y afuera queda lo que solo vamos a consumir o a recibir.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Si en VetCare dibujamos adentro del rectangulo un caso de uso llamado Enviar mensaje de WhatsApp, estamos diciendo que nosotros construimos la mensajeria, y eso probablemente sea falso y encarezca el proyecto por escrito.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relaciones entre casos de uso son tres y se abusa de ellas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relaciones entre casos de uso son tres y se abusa de ellas.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Include significa que el caso base siempre ejecuta el caso incluido, y se usa cuando un comportamiento se repite en varios casos y vale la pena escribirlo una sola vez: en VetCare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CU-03 Registrar consulta medica y CU-04 Agendar cita incluyen ambos a Verificar existencia de la mascota, siempre, sin condicion.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Extend es lo contrario: comportamiento opcional que se dispara solo si se cumple una condicion en un punto de extension del caso base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CU-02 Buscar expediente puede extenderse con CU-06 Exportar expediente a PDF, que ocurre unicamente cuando el veterinario lo pide.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relaciones entre casos de uso son tres y se abusa de ellas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generalizacion, mucho menos frecuente, sirve cuando un actor especializa a otro, por ejemplo Veterinario especialista como especializacion de Veterinario.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peligro real no es equivocarse en la flecha sino usar include para descomponer funcionalmente: si el diagrama muestra Registrar mascota incluyendo Abrir formulario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Incluyendo Digitar datos, incluyendo Guardar en base de datos, ya no es un modelo de casos de uso sino un diagrama de flujo disfrazado, y ese error contagia despues al diagrama de clases.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especificacion textual es donde vive el noventa por ciento del valor...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especificacion textual es donde vive el noventa por ciento del valor y donde casi nadie invierte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de uso especificado tiene ficha de identificacion (ID, nombre, actor primario, requisitos que cubre, prioridad y frecuencia), precondiciones, postcondiciones, flujo principal y flujos alternos, y las reglas de negocio asociadas.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principal se escribe en pares de responsabilidad: una columna dice que hace el actor y la otra que hace el sistema, alternandose, en pasos numerados y sin adjetivos.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ejemplo, en Buscar expediente el paso 1 es que el veterinario digita el codigo o el nombre de la mascota y el paso 2 es que el sistema devuelve la lista de coincidencias; nunca se escribe el sistema es rapido y amigable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especificacion textual es donde vive el noventa por ciento del valor...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eso no es un paso sino un requisito no funcional que ya vive en otro documento, el RNF-02, que exige mostrar el resultado en menos de tres 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flujos alternos se numeran respecto al paso donde se desvian: 2a cuando no hay coincidencias, 2b cuando hay demasiadas, 4a cuando la mascota esta inactiva.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numerito es lo que permite que el compañero de Programacion II sepa exactamente en que punto del comportamiento hay que preguntar algo, y es tambien la razon por la cual la clinica Huellitas deja de perder tiempo buscando historiales.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Precondiciones y postcondiciones son un contrato, no un adorno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Precondiciones y postcondiciones son un contrato, no un adorno.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precondicion es aquello que debe ser verdadero antes de empezar y que el caso de uso no vuelve a verificar dentro del flujo: si escribimos que el usuario esta autenticado como precondicion de Registrar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Entonces el flujo principal no puede tener un paso que diga el sistema pide usuario y contraseña, porque eso ya ocurrio.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postcondicion describe el estado en que queda el sistema cuando el caso termina, y debe ser verificable mirando los datos: en VetCare la postcondicion de exito de Registrar mascota es que existe una ficha con codigo unico asociada a un propietario y que quedo bitacora de quien la creo y cuando; la postcondicion de fracaso es que no queda ningun registro a medias.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Precondiciones y postcondiciones son un contrato, no un adorno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Escribirlas asi tiene dos consecuencias practicas enormes.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cada postcondicion se convierte casi automaticamente en un caso de prueba, porque describe algo que se puede ir a comprobar.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resuelve la discusion entre los tres casos de matricula: el estudiante que solo cursa Seminario cierra con este documento y su prototipo navegable y ya entrego un producto completo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que el que solo cursa Programacion II recibe estas postcondiciones y sabe exactamente que debe dejar guardado su codigo, sin tener que adivinar ni volver a entrevistar a la clinica.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CU-02 Buscar expediente: la especificacion que el diagrama no 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CU-02  Buscar expediente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 primario: Veterinario  |  Prioridad: Alta  |  Cubre: RF-05, RNF-02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Precondicion: el veterinario esta autenticado y la mascota existe en el sistema.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Postcondicion (exito): el expediente queda desplegado y la consulta queda en bitacora; no se modifica ningun dato clinico.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 principal: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1. El veterinario digita codigo, nombre de mascota o documento del propietario.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2. El sistema devuelve la lista de coincidencias en menos de 3 segundos (RNF-02).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3. El veterinario selecciona una mascota de la lista.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4. El sistema muestra ficha, historial de consultas y vacunas en orden cronologico.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Flujos alternos: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2a. Sin coincidencias: el sistema informa y ofrece registrar la mascota (pasa a CU-01).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2b. Mas de 50 coincidencias: el sistema pagina el resultado y sugiere afinar el filtro.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4a. La mascota esta inactiva: el sistema muestra el expediente en modo solo lectura.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Punto de extension: despues del paso 4 puede ejecutarse CU-06 Exportar expediente a PDF.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diagrama solo dice que existe Buscar expediente; unicamente la especificacion dice que hace el sistema cuando no hay coincidencias.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proyecta como un caso de uso mal escrito (Dar clic en guardar) se transforma en uno correcto (Registrar mascota) y luego llena en vivo, delante del grupo, la plantilla de especificacion de Buscar expediente.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casos de uso son el puente entre lo que pidio la clinica Huellitas y lo que despues alguien va a programar; sin ellos, el equipo de Programacion II tiene que adivinar el comportamiento del sistema y siempre adivina distinto.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estudiante que solo cursa Seminario cierra el semestre con este paquete de especificaciones como pieza central de su documento de diseño, y por eso hoy se califica la escritura y no el dibujo.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Toda especificacion escrita hoy se convierte mañana en un caso de prueba: si una postcondicion no se puede ir a verificar en los datos, esta mal redactada.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Ya existe el catalogo de RF y RNF de VetCare, pero esta redactado como lista de deseos y nadie sabe en que orden ocurren las cosas ni que pasa cuando algo sale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recepcionista de Huellitas describe su trabajo con frases sueltas: busco la carpeta, si no aparece le pregunto al veterinario, si el propietario es nuevo lleno una hoja aparte y la engrapo.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equipo tiene draw.io abierto y la tentacion de dibujar veinte monigotes antes de escribir una sola linea de comportamiento.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En draw.io, dibujar el limite del sistema rotulado VetCare y ubicar afuera los actores como roles (Recepcionista, Veterinario, Administrador y el servicio externo de mensajeria como actor secundario candidato, que hoy todavia no se conecta a ningun caso de uso); ningun actor puede llamarse con nombre propio ni con cargo inventado.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Colocar dentro del limite entre seis y ocho casos de uso derivados del catalogo de RF ya construido, todos redactados como verbo en infinitivo mas objeto del dominio, y borrar de inmediato cualquier elipse que se llame Guardar, Validar, Mostrar o Iniciar pantalla.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Construir en Google Docs la matriz de trazabilidad RF a CU: cada requisito funcional debe apuntar al menos a un caso de uso y cada caso de uso debe nacer de al menos un requisito; marcar en rojo los huerfanos que aparezcan y anotar por escrito la decision que se tomara con cada uno.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Modelar exactamente una relacion include y una relacion extend en el diagrama, y escribir al lado, en una nota de draw.io, una frase que justifique por que una es obligatoria y la otra condicional; si no se puede justificar, se elimina la flecha.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Diligenciar la plantilla completa de especificacion para CU-01 Registrar mascota y CU-02 Buscar expediente, con precondiciones, postcondiciones de exito y de fracaso, flujo principal en pares actor-sistema y minimo dos flujos alternos cada uno; exportar todo a PDF y subirlo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un actor se fuera a almorzar justo despues de ejecutar su caso de uso, quedaria satisfecho o le faltaria algo por hacer?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 flujo principal describe pasos del negocio o describe clics sobre una interfaz que todavia no existe?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Que pasa en Huellitas cuando el propietario no esta registrado, cuando la busqueda no devuelve nada y cuando hay dos mascotas con el mismo nombre? Aparece eso escrito en algun flujo alterno?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PDF con el diagrama de casos de uso, la matriz de trazabilidad RF a CU y las dos especificaciones textuales completas (precondiciones, postcondiciones, flujo principal y minimo dos flujos alternos cada una),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diagrama tiene limite de sistema rotulado, actores como roles y ningun caso de uso con nombre de boton, pantalla u operacion tecnica.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matriz de trazabilidad no tiene huerfanos sin decision escrita: todo RF llega al menos a un CU o queda documentado como pendiente, y todo CU nace al menos de un RF.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dos especificaciones tienen precondicion, postcondicion de exito, postcondicion de fracaso y flujo principal numerado en pares actor-sistema.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especificacion incluye minimo dos flujos alternos numerados respecto al paso del flujo principal donde se desvian.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diagrama de casos de uso de VetCare con su limite de sistema y la especificacion textual completa de Registrar mascota y Buscar expediente.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9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diagrama de casos de uso de VetCare con su limite de sistema y la especificacion textual completa de Registrar mascota y Buscar expediente.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PDF con el diagrama de casos de uso, la matriz de trazabilidad RF a CU y las dos especificaciones textuales completas (precondiciones, postcondiciones, flujo principal y minimo dos flujos alternos cada una),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