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Casos de uso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diagrama se dibuja en cinco minutos; el valor esta en la especificacion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Queda listo el diagrama de casos de uso de VetCare con su limite de sistema y la especificacion textual completa de Registrar mascota y Buscar expediente.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· 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PDF con el diagrama de casos de uso, la matriz de trazabilidad RF a CU y las dos especificaciones textuales completas (precondiciones, postcondiciones, flujo principal y minimo dos flujos alternos cada una),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caso de uso es la descripcion de una interaccion completa entre un actor y el sistema que termina entregando un…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actor es un rol, no una persona ni un cargo del organigrama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Las relaciones entre casos de uso son tres y se abusa de ellas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especificacion textual es donde vive el noventa por ciento del valor y donde casi nadie invierte tiempo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Precondiciones y postcondiciones son un contrato, no un adorno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CU-02 Buscar expediente: la especificacion que el diagrama no muestra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CU-02  Buscar expediente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Actor primario: Veterinario  |  Prioridad: Alta  |  Cubre: RF-05, RNF-02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Precondicion: el veterinario esta autenticado y la mascota existe en el sistema.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Postcondicion (exito): el expediente queda desplegado y la consulta queda en bitacora; no se modifica ningun dato clinico.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Flujo principal: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1. El veterinario digita codigo, nombre de mascota o documento del propietario.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2. El sistema devuelve la lista de coincidencias en menos de 3 segundos (RNF-02).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3. El veterinario selecciona una mascota de la lista.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4. El sistema muestra ficha, historial de consultas y vacunas en orden cronologico.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Flujos alternos: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2a. Sin coincidencias: el sistema informa y ofrece registrar la mascota (pasa a CU-01).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2b. Mas de 50 coincidencias: el sistema pagina el resultado y sugiere afinar el filtro.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4a. La mascota esta inactiva: el sistema muestra el expediente en modo solo lectura.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Punto de extension: despues del paso 4 puede ejecutarse CU-06 Exportar expediente a PDF.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diagrama solo dice que existe Buscar expediente; unicamente la especificacion dice que hace el sistema cuando no hay coincidencias.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draw.io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proyecta como un caso de uso mal escrito (Dar clic en guardar) se transforma en uno correcto (Registrar mascota) y luego llena en vivo, delante del grupo, la plantilla de especificacion de Buscar expediente.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los casos de uso son el puente entre lo que pidio la clinica Huellitas y lo que despues alguien va a programar; sin ellos, el equipo de Programacion II tiene que adivinar el comportamiento del sistema y siempre adivina distinto.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estudiante que solo cursa Seminario cierra el semestre con este paquete de especificaciones como pieza central de su documento de diseño, y por eso hoy se califica la escritura y no el dibujo.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Toda especificacion escrita hoy se convierte mañana en un caso de prueba: si una postcondicion no se puede ir a verificar en los datos, esta mal redactada.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Ya existe el catalogo de RF y RNF de VetCare, pero esta redactado como lista de deseos y nadie sabe en que orden ocurren las cosas ni que pasa cuando algo sale mal.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recepcionista de Huellitas describe su trabajo con frases sueltas: busco la carpeta, si no aparece le pregunto al veterinario, si el propietario es nuevo lleno una hoja aparte y la engrapo.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equipo tiene draw.io abierto y la tentacion de dibujar veinte monigotes antes de escribir una sola linea de comportamiento.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draw.io, dibujar el limite del sistema rotulado VetCare y ubicar afuera los actores como roles (Recepcionista, Veterinario, Administrador y el servicio externo de mensajeria como actor secundario candidato, que hoy todavia no se conecta a ningun caso de uso); ningun actor puede llamarse con nombre propio ni con cargo inventado.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Colocar dentro del limite entre seis y ocho casos de uso derivados del catalogo de RF ya construido, todos redactados como verbo en infinitivo mas objeto del dominio, y borrar de inmediato cualquier elipse que se llame Guardar, Validar, Mostrar o Iniciar pantalla.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Construir en Google Docs la matriz de trazabilidad RF a CU: cada requisito funcional debe apuntar al menos a un caso de uso y cada caso de uso debe nacer de al menos un requisito; marcar en rojo los huerfanos que aparezcan y anotar por escrito la decision que se tomara con cada uno.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Modelar exactamente una relacion include y una relacion extend en el diagrama, y escribir al lado, en una nota de draw.io, una frase que justifique por que una es obligatoria y la otra condicional; si no se puede justificar, se elimina la flecha.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Diligenciar la plantilla completa de especificacion para CU-01 Registrar mascota y CU-02 Buscar expediente, con precondiciones, postcondiciones de exito y de fracaso, flujo principal en pares actor-sistema y minimo dos flujos alternos cada uno; exportar todo a PDF y subirlo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un actor se fuera a almorzar justo despues de ejecutar su caso de uso, quedaria satisfecho o le faltaria algo por hacer?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Su flujo principal describe pasos del negocio o describe clics sobre una interfaz que todavia no existe?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Que pasa en Huellitas cuando el propietario no esta registrado, cuando la busqueda no devuelve nada y cuando hay dos mascotas con el mismo nombre? Aparece eso escrito en algun flujo alterno?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PDF con el diagrama de casos de uso, la matriz de trazabilidad RF a CU y las dos especificaciones textuales completas (precondiciones, postcondiciones, flujo principal y minimo dos flujos alternos cada una),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diagrama tiene limite de sistema rotulado, actores como roles y ningun caso de uso con nombre de boton, pantalla u operacion tecnica.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matriz de trazabilidad no tiene huerfanos sin decision escrita: todo RF llega al menos a un CU o queda documentado como pendiente, y todo CU nace al menos de un RF.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Las dos especificaciones tienen precondicion, postcondicion de exito, postcondicion de fracaso y flujo principal numerado en pares actor-sistema.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especificacion incluye minimo dos flujos alternos numerados respecto al paso del flujo principal donde se desvian.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diagrama de casos de uso de VetCare con su limite de sistema y la especificacion textual completa de Registrar mascota y Buscar expediente.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9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diagrama de casos de uso de VetCare con su limite de sistema y la especificacion textual completa de Registrar mascota y Buscar expediente.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PDF con el diagrama de casos de uso, la matriz de trazabilidad RF a CU y las dos especificaciones textuales completas (precondiciones, postcondiciones, flujo principal y minimo dos flujos alternos cada una),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