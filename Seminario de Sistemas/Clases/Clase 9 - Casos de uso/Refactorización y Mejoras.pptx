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erriweather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22" Type="http://schemas.openxmlformats.org/officeDocument/2006/relationships/font" Target="fonts/DMSans-bold.fntdata"/><Relationship Id="rId10" Type="http://schemas.openxmlformats.org/officeDocument/2006/relationships/slide" Target="slides/slide5.xml"/><Relationship Id="rId21" Type="http://schemas.openxmlformats.org/officeDocument/2006/relationships/font" Target="fonts/DMSans-regular.fntdata"/><Relationship Id="rId13" Type="http://schemas.openxmlformats.org/officeDocument/2006/relationships/slide" Target="slides/slide8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7.xml"/><Relationship Id="rId23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935480" y="2474565"/>
            <a:ext cx="832104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Refactorización y Mejoras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133600" y="3827115"/>
            <a:ext cx="7924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Auditoría de Código y Asistencia con IA (Clase 9)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995487" y="2737544"/>
            <a:ext cx="820102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Arte de Limpiar el Código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Hacer que el código funcione es solo la mitad del trabajo. La otra mitad es asegurarse de que el código sea legible, mantenible y escalable para el futuro.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Deuda Técnica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Programar a crédito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Escribir código rápido, sucio y copiando bloques enteros se llama adquirir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Deuda Técnica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52475" y="3300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19150" y="330041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Te da velocidad hoy para cumplir una entrega.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52475" y="37480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19150" y="3748087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Pero mañana tendrás que pagar "intereses".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52475" y="41957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19150" y="41957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Los intereses se pagan con horas extra arreglando bugs misteriosos porque el código es incomprensible.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"Code Smells" (Malos Olores)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código no habla, pero huele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Code Smell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no es un error de compilación (el programa funciona), es un síntoma de un diseño frágil.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52475" y="3300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19150" y="33004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Código Duplicado: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mismo bloque copiado en 5 lugares.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52475" y="4052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19150" y="405288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Métodos Largos: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Funciones que ocupan más de 30 o 40 líneas.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52475" y="48053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19150" y="4805362"/>
            <a:ext cx="50387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Complejidad Ciclomática: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Un if dentro de un if, dentro de un for.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Principios Clean Code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Los Mantras del Senior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evitar los malos olores, aplicamos reglas universales de "Código Limpio":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52475" y="3300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19150" y="3300412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DRY (Don't Repeat Yourself):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Cada bloque lógico debe existir en un solo lugar. Si lo copiaste dos veces, extráelo a un método auxiliar.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52475" y="43576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19150" y="435768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KISS (Keep It Simple, Stupid):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No sobre-compliques. La solución más simple y legible suele ser la correcta.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es la Refactorización?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regla de oro estructural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81025" y="254793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refactorización es el proceso de reestructurar el código fuente, mejorando su diseño interno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SIN alterar su comportamiento externo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52475" y="36052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19150" y="360521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se añaden nuevas funcionalidades.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52475" y="4052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19150" y="4052887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se cambian las entradas ni las salidas.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52475" y="4500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19150" y="4500562"/>
            <a:ext cx="503872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Prueba de fuego: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Después de refactorizar, nuestras Pruebas Funcionales (Clase 8) deben seguir pasando en color verde ([PASSED]).</a:t>
            </a:r>
            <a:endParaRPr/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452687"/>
            <a:ext cx="527685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52687"/>
            <a:ext cx="527685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Técnicas de Refactorización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971550" y="28717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Extraer Método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71550" y="3376612"/>
            <a:ext cx="449580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tienes un bloque de código largo dentro de una función, recórtalo, mételo en una función privada nueva con un nombre súper descriptivo (Ej. validarFormatoId()) y simplemente llama a esa función.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724650" y="28717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Reemplazar Condicionales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724650" y="3376612"/>
            <a:ext cx="44958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tienes un if - else if - else if - else gigantesco, es hora de reemplazarlo. En Java moderno, usamos Switch Expressions o polimorfismo para hacer el código 50% más corto.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IA como Pair Programmer</a:t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Auditor Virtual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81025" y="254793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ingeniero moderno usa la IA (Gemini, ChatGPT, Claude) no para que le haga el trabajo desde cero, sino como un compañero auditor.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752475" y="36052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19150" y="360521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Le enviamos un bloque de código que "huele mal".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752475" y="4052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19150" y="4052887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Le pedimos que detecte violaciones de Clean Code.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52475" y="4500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19150" y="450056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Nos sugiere la versión refactorizada.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52475" y="49482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819150" y="494823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Nosotros, como humanos, evaluamos, integramos y ejecutamos las pruebas.</a:t>
            </a:r>
            <a:endParaRPr/>
          </a:p>
        </p:txBody>
      </p:sp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09800"/>
            <a:ext cx="34226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209800"/>
            <a:ext cx="34226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09800"/>
            <a:ext cx="34226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Prompt Perfecto para Código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1487150" y="3495675"/>
            <a:ext cx="161020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1. Asignar Rol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876300" y="3933825"/>
            <a:ext cx="28320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"Actúa como un Senior Java Developer experto en Patrones y Clean Code."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000714" y="3495675"/>
            <a:ext cx="21902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2. Tarea Específica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679900" y="3933825"/>
            <a:ext cx="28320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"Analiza mi código e identifica Code Smells. Refactoriza aplicando DRY y KISS."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974335" y="3495675"/>
            <a:ext cx="185023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3. Restricciones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8483500" y="3933825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"Regla estricta: Mantén el comportamiento de Caja Negra intacto (Mismas entradas y salidas)."</a:t>
            </a:r>
            <a:endParaRPr/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2700" y="268605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6860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1326" y="268605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/>
        </p:nvSpPr>
        <p:spPr>
          <a:xfrm>
            <a:off x="305276" y="1782216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Inicio del Taller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5381625" y="3125241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581025" y="3553866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Abran sus repositorios y sus herramientas de IA.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81025" y="4140547"/>
            <a:ext cx="110299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Vamos a auditar nuestros Controladores y Fábricas para eliminar los "Malos Olores" manteniendo las pruebas en verde.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581025" y="1891903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581025" y="2676673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581025" y="3461444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81025" y="4444305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81025" y="266714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581025" y="266714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81025" y="34519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81025" y="34519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81025" y="443478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81025" y="443478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81025" y="521955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81025" y="521955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413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1676400" y="203477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https://martinfowler.com/bliki/images/tech-debt/sketch.png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676400" y="228049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martinfowler.com</a:t>
            </a:r>
            <a:endParaRPr/>
          </a:p>
        </p:txBody>
      </p:sp>
      <p:pic>
        <p:nvPicPr>
          <p:cNvPr descr="image.png" id="233" name="Google Shape;23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2609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1676400" y="281954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https://exceptionnotfound.net/content/images/2018/08/spaghetti-code-title.jpg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1676400" y="306526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exceptionnotfound.net</a:t>
            </a:r>
            <a:endParaRPr/>
          </a:p>
        </p:txBody>
      </p:sp>
      <p:pic>
        <p:nvPicPr>
          <p:cNvPr descr="image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7099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1676400" y="3604319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https://media2.dev.to/dynamic/image/width=800%2Cheight=%2Cfit=scale-down%2Cgravity=auto%2Cformat=auto/https%3A%2F%2Fdev-to-uploads.s3.amazonaws.com%2Fuploads%2Farticles%2Ft8o3k8iiruz0txx7kwed.png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1676400" y="404812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dev.to</a:t>
            </a:r>
            <a:endParaRPr/>
          </a:p>
        </p:txBody>
      </p:sp>
      <p:pic>
        <p:nvPicPr>
          <p:cNvPr descr="image.png" id="239" name="Google Shape;23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9372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1676400" y="458718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https://images.prismic.io/superpupertest/575aba46-0b6e-4067-babb-35790ce11306_Frame+2652.png?auto=compress,format&amp;dpr=3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676400" y="483289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maddevs.io</a:t>
            </a:r>
            <a:endParaRPr/>
          </a:p>
        </p:txBody>
      </p:sp>
      <p:pic>
        <p:nvPicPr>
          <p:cNvPr descr="image.png" id="242" name="Google Shape;24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37849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1676400" y="5371951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https://ntconsultcorp.com/wp-content/uploads/2023/08/Pair-Programming-with-Artificial-Intelligence-.webp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676400" y="561766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ntconsultcorp.com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