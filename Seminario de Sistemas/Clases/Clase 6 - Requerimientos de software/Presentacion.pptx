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creer que levantar requisitos es transcribir lo que dijo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