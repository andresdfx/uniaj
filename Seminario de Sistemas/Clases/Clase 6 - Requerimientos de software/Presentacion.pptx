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Requerimientos de software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De la frase del veterinario al requisito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Queda listo el catalogo de requisitos de VetCare: 8 RF y 4 RNF con criterio de verificacion y prioridad MoSCoW.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Google Docs · draw.io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Documento de requisitos de VetCare en PDF, con minimo 8 RF, 4 RNF cuantificados, priorizacion MoSCoW y matriz de trazabilidad, subido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requerimiento no es lo que el cliente dijo, es lo que el sistema debe hacer para que el problema del cliente…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las necesidades en la mano se separan dos familias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de oro del oficio es dura y se enuncia asi: si no se puede verificar, no es un requisito, es un deseo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Priorizar no es ordenar por gusto sino decidir con el cliente que pasa si algo no esta el dia de la entrega, y…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ultimo pedazo es la trazabilidad, que es poder seguir cada requisito hacia atras y hacia adelante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Ficha de requisito RF-03 (plantilla proyectable)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ID: RF-03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Nombre: Consultar historial clinico de una 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Actor: Veterinario (consulta completa) / Auxiliar (consulta sin diagnostico)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Descripcion: El sistema debe permitir consultar el historial de atenciones de una mascota a partir del documento del dueno.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Entrada: documento del dueno o codigo de la 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Salida: lista de atenciones con fecha, motivo, diagnostico y veterinario, ordenada de la mas reciente a la mas antigua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Regla de negocio: RN-02 una mascota siempre pertenece a un unico dueno registrado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Criterio de verificacion: dado un dueno con 12 atenciones, la busqueda por documento devuelve las 12 en 3 segundos o menos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Prioridad MoSCoW: Must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Origen: entrevista Dr. Ramirez, frase 2 (necesidad NEC-02)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Trazabilidad: NEC-02 -&gt; RF-03 -&gt; CU-04 -&gt; Pantalla P-02 -&gt; Prueba PR-07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Estado: aprobado por el cliente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Un requisito sin criterio de verificacion y sin origen es una opinion con numero de identificacion.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Google Docs · draw.io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toma en vivo dos frases crudas de la entrevista al Dr. Ramirez y las convierte, frente al grupo, en un RF y un RNF usando la plantilla.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funcionan en el navegador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UML y de contexto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Documentos del paquete de diseño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· en la fecha que indique el docente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este catalogo es el contrato del Proyecto Integrador; todo lo que se dibuje en las clases siguientes (casos de uso, clases, mockups, diccionario de datos) debe poder rastrearse hasta un requisito de esta lista.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un requisito no queda hoy en el documento, sencillamente no existe para VetCare: no se disena, no se dibuja y no se programa en Programacion II.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tambien la primera entrega que se defiende hablando: usted debe poder explicarle al Dr. Ramirez, en dos minutos, que se le va a construir y que 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solo existe la transcripcion de la entrevista al Dr. Ramirez: cinco frases sueltas, dichas en lenguaje de veterinario y no de analista.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clinica Huellitas sigue en papel: fichas que se extravian, busquedas de historial que toman varios minutos con el paciente esperando y cero metricas mensuales.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hay documento de requisitos, no hay prioridades acordadas y nadie sabe todavia que queda dentro y que queda fuera de la primera version de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1: copie en la plantilla las cinco frases crudas de la entrevista al Dr. Ramirez y marque cada una como NECESIDAD, anotando al lado quien la dijo y en que contexto; esa columna es el origen y no se puede dejar vacia.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Paso 2: traduzca las necesidades a requisitos funcionales usando la plantilla el sistema debe permitir a &lt;actor&gt; &lt;accion&gt; &lt;objeto&gt;, hasta llegar a minimo 8 RF numerados de RF-01 a RF-08; ningun RF puede contener la palabra y uniendo dos capacidades distintas.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3: derive 4 RNF, uno por categoria (desempeno, control de acceso, usabilidad y respaldo), y escriba en cada uno al menos un numero: segundos, cantidad de registros, frecuencia o porcentaje.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4: asigne prioridad MoSCoW a los 12 requisitos, verifique que los Must no pasen de seis y justifique en una linea por que los dos Won't quedan fuera de esta version de VetCare.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5: complete la matriz de trazabilidad con las columnas Necesidad, RF/RNF, Pantalla prevista y Prueba de aceptacion, exporte el documento a PDF y subalo a la plataforma del curso con el nombre RF-RNF-VetCare-&lt;sus apellidos&gt;.pdf.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Con que prueba concreta, hecha en menos de dos minutos delante del Dr. Ramirez, demostraria que este requisito quedo cumplido?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borro este requisito de la lista, VetCare deja de resolver alguno de los tres dolores de Huellitas o solamente queda menos vistoso?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Esta frase describe una sola accion de un solo actor, o estoy escondiendo dos o tres requisitos detras de una y?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Documento de requisitos de VetCare en PDF, con minimo 8 RF, 4 RNF cuantificados, priorizacion MoSCoW y matriz de trazabilidad, subido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documento tiene minimo 8 RF y 4 RNF, todos con ID unico, actor explicito y redaccion en plantilla.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Cada RNF trae al menos un valor medible (segundos, cantidad, frecuencia o porcentaje) y su forma de verificacion.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Ningun requisito usa las palabras rapido, amigable, facil, intuitivo, robusto u optimo sin cuantificarlas.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matriz de trazabilidad conecta las cinco frases de la entrevista con al menos un requisito cada una, y ningun requisito queda huerfano de origen.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Queda listo el catalogo de requisitos de VetCare: 8 RF y 4 RNF con criterio de verificacion y prioridad MoSCoW.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taller, si el docente lo asigna · en la fecha que indique el docente.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6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Queda listo el catalogo de requisitos de VetCare: 8 RF y 4 RNF con criterio de verificacion y prioridad MoSCoW.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Documento de requisitos de VetCare en PDF, con minimo 8 RF, 4 RNF cuantificados, priorizacion MoSCoW y matriz de trazabilidad, subido a la plataforma del curso.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