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las necesidades en la mano se separan dos familias.</a:t>
            </a:r>
          </a:p>
          <a:p/>
          <a:p>
            <a:r>
              <a:t>Esa separacion importa porque el RF se prueba haciendo clic y el RNF se prueba midiendo o intentando lo prohibido.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lleva en una matriz simple de cuatro columnas y se actualiza cada clase.</a:t>
            </a:r>
          </a:p>
          <a:p/>
          <a:p>
            <a:r>
              <a:t>Esto no es burocracia: es lo que permite que cuando el cliente cambie de opinion, usted sepa en dos minutos que se rompe y cuanto cuesta; y en el Proyecto Integrador es lo que hace posible que el companero que solo cursa Programacion II reciba estos planos y sepa exactamente que implementar y por que, sin tener que volver a entrevistar al veterinario.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Requerimientos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frase del veterinario al requisito verificable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entrevista al Dr. Ramirez dejo cinco frases crudas: que las fichas no se pierdan, ver de una lo que le han hecho antes al paciente,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VetCare: registrar dueno y mascota, consultar historial y agendar cita son Must, porque atacan los tres dolores de Huellitas;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must[Must - sin esto no hay producto]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m1[RF-01 Registrar mascota]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m2[RF-03 Agendar cita]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should[Should - importante, hay alternativa manual]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s1[RF-07 Reporte mensual]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could[Could - si sobra tiempo]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c1[RF-11 Exportar a Excel]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wont[Wont - fuera de este alcance]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w1[RF-15 App movil]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Wont NO es «nunca»: es «no en esta version», y va escrito para que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nadie lo de por incluido. Es la mitad del valor de MoSCoW.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RNF-02  Disponibilidad del agendamiento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MAL:  «el sistema debe estar disponible»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BIEN: «el modulo de agendamiento DEBE estar disponible el 99% del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horario de atencion (lunes a sabado, 07:00-19:00), medido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mensualmente sobre el registro de caidas»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Los cuatro pedazos que lo hacen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1. la magnitud       99%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2. la ventana        lun-sab 07:00-19:00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3. el periodo        mensual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4. la fuente del dato  el registro de caidas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falta uno, nadie puede decir si se cumplio.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Requerimientos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la frase del veterinario al requisito verificable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