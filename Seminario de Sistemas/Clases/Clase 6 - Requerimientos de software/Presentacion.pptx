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las necesidades en la mano se separan dos familias.</a:t>
            </a:r>
          </a:p>
          <a:p/>
          <a:p>
            <a:r>
              <a:t>Esa separacion importa porque el RF se prueba haciendo clic y el RNF se prueba midiendo o intentando lo prohibido.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lleva en una matriz simple de cuatro columnas y se actualiza cada clase.</a:t>
            </a:r>
          </a:p>
          <a:p/>
          <a:p>
            <a:r>
              <a:t>Esto no es burocracia: es lo que permite que cuando el cliente cambie de opinion, usted sepa en dos minutos que se rompe y cuanto cuesta; y en el proyecto de diseño es lo que hace posible que el companero que solo cursa Programacion II reciba estos planos y sepa exactamente que implementar y por que, sin tener que volver a entrevistar al veterinario.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Requerimientos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frase del veterinario al requisito verificable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 desaparezca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esas dos cosas hay un trabajo de traduccion que se llama elicitacion, palabra que viene de sacar a la luz algo que estaba implicito.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gente no sabe decir lo que quiere pero sabe perfectamente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la entrevista al Dr. Ramirez dejo cinco frases crudas: que las fichas no se pierdan, ver de una lo que le han hecho antes al paciente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la auxiliar agende sin llamarlo, que el sistema sea rapido, y saber cuantas consultas se hicieron en el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esas cinco frases es todavia un requisito: son necesidades, y confundirlas es el primer error del analista novato.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(RF) describe una capacidad observable del sistema, algo que alguien puede hacer con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clinica, la frase que la auxiliar pueda agendar sin llamarme se convierte en dos cosas distintas al mismo tiempo: RF-05 el sistema debe permitir a la auxiliar registrar una cita seleccionando mascota, veterinario, fecha y hora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RNF-02 el sistema debe manejar dos perfiles de acceso, auxiliar y veterinario, donde la auxiliar puede crear citas pero no puede editar ni ver el diagnostico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lista negra de palabras que suenan a compromiso pero no comprometen a nada: rapido, amigable, facil, intuitivo, robusto, moderno, optimo,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aparece una de esas palabras hay que preguntar cuanto, en que condiciones y como lo mediriamos delante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4 del Dr. Ramirez, el sistema tiene que ser rapido, no se puede calificar ni aprobar ni rechazar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Convertida queda RNF-01: la busqueda de historial por documento del dueno debe devolver resultados en maximo 3 segundos, con 5.000 fichas cargadas y 10 usuarios trabajando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si existe una prueba: se carga la base de ejemplo, se cronometra y el requisito pasa o no pasa.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 para eso se usa MoSCoW: Must es lo que sin ello el sistema no sirve y no se sale a produccion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Should es importante pero existe un plan B manual mientras tanto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 es lo que se hace si sobra tiempo; y Won't es lo que se declara explicitamente fuera de ESTA version, que es la categoria mas valiosa de las cuatro porque es la unica que le pone freno al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es que los Must no deberian superar el 60% del esfuerzo estimado, porque si todo es Must nada es Must.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clinica: registrar dueno y mascota, consultar historial y agendar cita son Must, porque atacan los tres dolores de la clinica; el reporte mensual de consultas es Should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hoy el Dr. Ramirez lo hace contando a mano y puede sobrevivir un mes mas; el envio de recordatorios por WhatsApp y la facturacion electronica son Won't de esta version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escriben en el documento con esa etiqueta para que nadie los reclame despues como si hubieran sido prometidos.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ultimo pedazo es la trazabilidad, que es poder seguir cada requisito...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atras: de donde salio este RF, quien lo pidio, en que frase de la entrevista, en que fecha; asi cuando alguien pregunte y esto por que esta aqui hay respuesta y no cara de sorpresa.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que caso de uso se desarrolla, en que pantalla del mockup se ve, en que clase del diagrama UML aparece y con que prueba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cursa Seminario cierra el ciclo distinto pero completo: su matriz termina en el prototipo navegable y en el documento de diseno, y eso es una entrega profesional valida, no una version reducida.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priorizacion MoSCoW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must[Must - sin esto no hay producto]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m1[RF-01 Registrar mascota]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m2[RF-03 Agendar cita]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should[Should - importante, hay alternativa manual]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s1[RF-07 Reporte mensual]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could[Could - si sobra tiempo]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c1[RF-11 Exportar a Excel]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wont[Wont - fuera de este alcance]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w1[RF-15 App movil]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Wont NO es «nunca»: es «no en esta version», y va escrito para que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nadie lo de por incluido. Es la mitad del valor de MoSCoW.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RNF cuantificado: la diferencia esta en el numero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RNF-02  Disponibilidad del agendamiento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MAL:  «el sistema debe estar disponible»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BIEN: «el modulo de agendamiento DEBE estar disponible el 99% del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horario de atencion (lunes a sabado, 07:00-19:00), medido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mensualmente sobre el registro de caidas»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Los cuatro pedazos que lo hacen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1. la magnitud       99%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2. la ventana        lun-sab 07:00-19:00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3. el periodo        mensual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4. la fuente del dato  el registro de caidas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falta uno, nadie puede decir si se cumplio.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Requerimientos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la frase del veterinario al requisito verificable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