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025491" y="2474565"/>
            <a:ext cx="81410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Avance del Proyecto Final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19325" y="3827115"/>
            <a:ext cx="77533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Auditoría, Code Review y 2° Corte Evaluativo (Clase 11)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335655" y="2737544"/>
            <a:ext cx="552069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Hito del 2° Corte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Hoy evaluamos el 30% del semestre. Simularemos el proceso real de la industria antes de lanzar una versión: la revisión de código por pares y el control de calidad estructural.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09775"/>
            <a:ext cx="527685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7685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el Code Review?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42887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No es "buscar culpables"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293370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Code Review (Revisión de Código) es un examen sistemático del código fuente de un software realizado por colegas (Peer Review).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42887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Retorno de Inversión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93370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¿Por qué las empresas "pierden tiempo" leyendo código en vez de programar cosas nuevas?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686175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Encontrar un bug en la fase de revisión cuesta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10 veces menos dinero y esfuerzo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que encontrarlo cuando el software ya fue instalado en la computadora del cliente.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43000" y="39909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09675" y="3990975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Propósito 1: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Encontrar bugs silenciosos que el autor original no notó por "ceguera de taller".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43000" y="4743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09675" y="4743450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Propósito 2: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Mejorar la calidad global aplicando principios Clean Code (DRY, KISS).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Egoless Programming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Tu código NO eres tú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"Programación sin Ego" es una mentalidad crucial para trabajar en equipos de ingeniería.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19150" y="33004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un compañero encuentra un método ineficiente o un "Code Smell" en tu código,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es un ataque personal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19150" y="40528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revisiones de código son oportunidades técnicas de transferencia de conocimiento.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52475" y="4805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19150" y="48053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Acepta el feedback con humildad profesional; el objetivo es que el producto final sea impecable.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de un Pull Request (PR)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Solicitud de Integración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Git (GitHub, GitLab), no inyectamos código nuevo directamente al proyecto principal de golpe. Creamos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Pull Request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360521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PR es una petición formal: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"Equipo, he terminado la Fábrica de Mascotas. Por favor, audítenla. Si todo está bien, intégrenla (Merge) a la rama principal."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466248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buen PR debe incluir un Checklist documentando qué pruebas se pasaron.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47875"/>
            <a:ext cx="342260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047875"/>
            <a:ext cx="342260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047875"/>
            <a:ext cx="34226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Checklist de Auditoría (Hoy)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1552158" y="3333750"/>
            <a:ext cx="14801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76300" y="3771900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¿El código Java (MVC, Singleton, Factory) coincide exactamente con el Diagrama UML diseñado en Mermaid?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440769" y="3333750"/>
            <a:ext cx="13101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Clean Code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79900" y="3771900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¿Hay "malos olores"? ¿Existen métodos gigantescos de 100 líneas o código copiado/pegado repetidamente (Violación DRY)?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009340" y="3333750"/>
            <a:ext cx="17802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y Docs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83500" y="3771900"/>
            <a:ext cx="28320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¿El motor de aserciones arroja [PASSED] en la consola? ¿Los métodos clave cuentan con formato JavaDoc estructurado?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5550" y="25241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151" y="25241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2524125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74850"/>
            <a:ext cx="11029950" cy="320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1860470" y="1279475"/>
            <a:ext cx="847105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Evaluación de 2° Corte (30%)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83418" y="2660600"/>
            <a:ext cx="109013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Rúbrica de Calificación Integral: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133475" y="309875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Integración Lógica: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Controlador debe orquestar exitosamente la Fábrica y el Singleton.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133475" y="38300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QA y Pruebas: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 menos 2 Casos de Prueba Funcional operativos sin errores de compilación.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133475" y="4561433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Documentación: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README.md con Manual de Usuario y JavaDocs en el código.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"Peer Review"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Intercambien sus proyectos con un colega.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Usemos el archivo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CODE_REVIEW_CHECKLIST.md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auditar la calidad del software antes de la revisión y calificación docente.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81025" y="306898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81025" y="40423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81025" y="40423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3175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676400" y="321185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https://plus.unsplash.com/premium_photo-1682141004728-2e59ee565709?fm=jpg&amp;q=60&amp;w=3000&amp;auto=format&amp;fit=crop&amp;ixlib=rb-4.1.0&amp;ixid=M3wxMjA3fDB8MHxwaG90by1wYWdlfHx8fGVufDB8fHx8fA%3D%3D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1676400" y="365566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unsplash.com</a:t>
            </a:r>
            <a:endParaRPr/>
          </a:p>
        </p:txBody>
      </p:sp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012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1676400" y="419472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https://images.ctfassets.net/8aevphvgewt8/4Yix4uMLoiBvceROXWNmKR/f431df88645e52013f22009ff36287ab/code-review-hero.webp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676400" y="444043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github.com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