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470546" y="2474565"/>
            <a:ext cx="72509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Evaluación entre Pares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643187" y="3827115"/>
            <a:ext cx="6905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Beta Testing, UAT y Bug Triage (Clase 13)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810589" y="2737544"/>
            <a:ext cx="657082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Saliendo de la Burbuja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 sistema funciona perfectamente... en su computadora y para ustedes que lo programaron. ¿Pero sobrevivirá a las manos de un usuario real que no conoce de código?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Ciclo de Pruebas de Software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Alpha vs Beta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2547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2547937"/>
            <a:ext cx="50387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Alpha Testing: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hace "en casa". Los propios desarrolladores (ustedes) ejecutan los tests para asegurar que el sistema no colapse por errores lógicos básicos.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910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910012"/>
            <a:ext cx="50387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Beta Testing: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abre la puerta. Usuarios externos (hoy sus compañeros) intentan usar el sistema en un entorno que simula el mundo real para encontrar bugs de uso cotidiano.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User Acceptance Testing (UAT)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Prueba del Recepcionista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UAT (Pruebas de Aceptación del Usuario), no nos importa la arquitectura ni qué tan limpio esté su Singleton.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330041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Nos importa la experiencia. ¿Su Manual de Usuario es comprensible? ¿El recepcionista de la veterinaria puede lograr el objetivo de "Registrar un Perro" sin tener que mirar código fuente?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46624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la respuesta es NO, el UAT fracasó.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 Dar Feedback (SBI)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Cero Toxicidad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reportar errores en el código de otro, usen el modelo corporativo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SBI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evitar ofender y ser resolutivos: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19150" y="33004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(S) Situation: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contexto ("Siguiendo su manual en la opción 2...")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19150" y="40528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(B) Behavior: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error ("Ingresé un número negativo y...")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52475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19150" y="45005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(I) Impact: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efecto real ("La aplicación se cerró abruptamente").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Reporte de Bug Perfecto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Issue Trackers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comentario como "El programa no sirve" es inútil para un desarrollador. Un reporte oficial (Issue) exige 4 elementos: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66775" y="330993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62025" y="3309937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Nivel de Severidad (Crítico, Menor).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09625" y="375761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62025" y="375761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Pasos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exactos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reproducir el fallo.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09625" y="42052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4205287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Resultado Esperado (Según los requisitos).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09625" y="46529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62025" y="465296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Resultado Real (Lo que falló).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Bug Triage (Priorización)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No hay tiempo para todo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días de la presentación final, recibirán reportes de 10 bugs en su proyecto. No podrán arreglarlos todos.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81025" y="3300412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Triage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el proceso médico y de software de decidir qué vive y qué muere. Solo deben arreglar los errores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Críticos y Bloqueadores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(Ej. La aplicación no arranca). Los problemas menores (Ej. Falta una tilde) van al "Backlog" para futuras versiones.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UAT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Intercambien sus proyectos (repositorios).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Regla: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Solo pueden instalar y usar la aplicación leyendo el README.md del otro equipo. Si algo falla, repórtenlo formalmente.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1847850" y="1990873"/>
            <a:ext cx="84963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847850" y="2775644"/>
            <a:ext cx="84963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847850" y="3560415"/>
            <a:ext cx="84963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1847850" y="4345185"/>
            <a:ext cx="84963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1847850" y="2766119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847850" y="2766119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847850" y="355089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847850" y="355089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847850" y="433566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847850" y="433566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847850" y="5120431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847850" y="5120431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21402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2943225" y="2133748"/>
            <a:ext cx="74009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https://media.geeksforgeeks.org/wp-content/uploads/20240611150300/Process-of-Alpha-Testing-.webp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2943225" y="2379464"/>
            <a:ext cx="7400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www.geeksforgeeks.org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850" y="29250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943225" y="2918519"/>
            <a:ext cx="74009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https://media.geeksforgeeks.org/wp-content/uploads/20240617150038/Types-of-User-Acceptance-Testing-UAT.webp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2943225" y="3164234"/>
            <a:ext cx="7400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www.geeksforgeeks.org</a:t>
            </a:r>
            <a:endParaRPr/>
          </a:p>
        </p:txBody>
      </p:sp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7850" y="37098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2943225" y="3703290"/>
            <a:ext cx="74009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https://www.ccl.org/wp-content/uploads/2020/11/situation-behavior-impact-SBI-for-social-Center-for-Creative-Leadership.png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2943225" y="3949005"/>
            <a:ext cx="7400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www.ccl.org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7850" y="4494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2943225" y="4488060"/>
            <a:ext cx="74009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https://d1eipm3vz40hy0.cloudfront.net/images/AMER/issue-tracking-software-zohoweb-optimized.jpg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943225" y="4733776"/>
            <a:ext cx="7400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www.zendesk.com</a:t>
            </a:r>
            <a:endParaRPr/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7850" y="52793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2943225" y="5272831"/>
            <a:ext cx="74009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https://www.kualitee.com/wp-content/uploads/2025/12/61-1024x682.png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943225" y="5518546"/>
            <a:ext cx="74009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www.kualitee.com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