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09762" y="2838690"/>
            <a:ext cx="9001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Ingeniería de Requisitos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Análisis, Diseño y Diagramas UML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345531" y="2737544"/>
            <a:ext cx="750093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Pensar antes de Codificar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Escribir código sin haber diseñado los requerimientos es como construir una casa sin planos. Hoy aprenderemos a traducir las necesidades del cliente a lenguaje técnico.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47850"/>
            <a:ext cx="527685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7850"/>
            <a:ext cx="527685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Tipos de Requerimientos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266950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Funcionales (El "Qué")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77177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Describen las acciones específicas que el sistema DEBE realizar para satisfacer al usuario.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2266950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No Funcionales (El "Cómo")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77177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Describen las restricciones, calidad y atributos de rendimiento del sistema.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43000" y="3524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09675" y="3524250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sistema debe permitir registrar una nueva mascota.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43000" y="4276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09675" y="4276725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sistema debe permitir buscar pacientes por su ID.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43000" y="5029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09675" y="5029200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sistema debe exportar los datos a un archivo.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96100" y="3524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962775" y="3524250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Rendimiento: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búsqueda debe tardar menos de 2 segundos.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96100" y="4276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4276725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Usabilidad: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interfaz gráfica debe ser intuitiva.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96100" y="4724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5029200"/>
            <a:ext cx="4257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Seguridad: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sistema no debe colapsar ante datos inválidos.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954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Casos de Uso (UML)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17954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Modelando la Interacción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23002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Diagrama de Casos de Uso es el estándar de la industria (UML) para mapear gráficamente cómo los usuarios interactuarán con el sistema.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52475" y="3357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9150" y="335756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Actor (Muñeco de palo):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Representa un rol (Ej. Veterinario). No siempre es humano, puede ser otro sistema.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52475" y="4414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19150" y="44148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Caso de Uso (Óvalo):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Una acción específica y medible (Ej. "Registrar Paciente").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52475" y="5167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19150" y="51673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Límites del Sistema: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caja rectangular define qué está dentro del software y qué queda por fuera.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9546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28812"/>
            <a:ext cx="342260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28812"/>
            <a:ext cx="342260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28812"/>
            <a:ext cx="34226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Relaciones Avanzadas (UML)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587162" y="3271837"/>
            <a:ext cx="141017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Asociación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76300" y="37290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línea sólida que conecta a un Actor con el Caso de Uso. Indica que el usuario desencadena o participa directamente en esa acción.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255746" y="3271837"/>
            <a:ext cx="16802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&lt;&lt; Include &gt;&gt;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79900" y="37290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caso de uso que es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obligatorio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que otro funcione. (Ej: "Dar de alta"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includes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"Buscar paciente previo").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089350" y="3271837"/>
            <a:ext cx="16202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&lt;&lt; Extend &gt;&gt;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83500" y="3729037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comportamiento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opcional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 alternativo. (Ej: "Registrar Cita"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extends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"Imprimir Recordatorio").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3650" y="2414587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7238" y="2414587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0851" y="2414587"/>
            <a:ext cx="4572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Levantaremos los requisitos de VetCare y los modelaremos usando la sintaxis de Mermaid.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