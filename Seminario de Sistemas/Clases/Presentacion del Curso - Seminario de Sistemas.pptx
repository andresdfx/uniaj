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Seminario de Sistemas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B8D8EE"/>
                </a:solidFill>
                <a:latin typeface="Calibri"/>
              </a:rPr>
              <a:t>Proyecto integrador de software</a:t>
            </a:r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0040"/>
            <a:ext cx="1920240" cy="836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Código: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FI303301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Grupo: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Periodo: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2026-2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Programa: Ingeniería de Sistemas · Facultad de Ingeniería · UNIAJC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Horario: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Jueves 18:00 – 20:00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(120 min)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Modalidad: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(todas las sesiones virtual síncrona por Meet · festivos autónoma)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Docente: Julian Andres Castaño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095292"/>
                </a:solidFill>
                <a:latin typeface="Calibri"/>
              </a:rPr>
              <a:t>Inicio de clase: </a:t>
            </a:r>
            <a:r>
              <a:rPr sz="1600" b="1" i="0">
                <a:solidFill>
                  <a:srgbClr val="095292"/>
                </a:solidFill>
                <a:latin typeface="Calibri"/>
              </a:rPr>
              <a:t>18:10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Julian Andres Castaño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057400"/>
            <a:ext cx="9174175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Ingeniero de Sistemas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Líder Técnico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Speaker Tecnológico</a:t>
            </a:r>
          </a:p>
        </p:txBody>
      </p:sp>
      <p:pic>
        <p:nvPicPr>
          <p:cNvPr id="6" name="Picture 5" descr="outlook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050791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63239" y="4032504"/>
            <a:ext cx="8671255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600" b="1" i="0">
                <a:solidFill>
                  <a:srgbClr val="0D7A8C"/>
                </a:solidFill>
                <a:latin typeface="Calibri"/>
              </a:rPr>
              <a:t>julianacastano@profesores.uniajc.edu.co</a:t>
            </a:r>
          </a:p>
        </p:txBody>
      </p:sp>
      <p:pic>
        <p:nvPicPr>
          <p:cNvPr id="8" name="Picture 7" descr="logo_uniajc_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879592"/>
            <a:ext cx="1645920" cy="723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Rompe-hielo · Padlet del grupo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Escanea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 abre el enlace del tablero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Deja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 nota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columna: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¿Quién soy? (nombre + una habilidad o hobby)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Expectativa del curso (1 frase)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Pregunta al docente / al grupo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–   5–8 min · sin instalar · solo navegador.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Enlace: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https://padlet.com/andres_dfx/uniaj-l77e9uu16trgdvcp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padlet_uniaj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87" y="1554480"/>
            <a:ext cx="32004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666666"/>
                </a:solidFill>
                <a:latin typeface="Calibri"/>
              </a:rPr>
              <a:t>QR oficial Padlet UNIAJC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¿Para qué existe este curso?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Consolidar conocimientos de Programacion II mediante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análisis, diseño, desarrollo y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proyectos integradores.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Fortalecer patrones, documentación técnica, pruebas y comunicación efectiva.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integración de conocimientos para proyectos de software 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 de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Objeto de estudio: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integración de conocimientos para el desarrollo y presentación de proyectos de software orientados a objetos.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desarrollar un proyecto de software aplicando técnicas avanzadas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POO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fortaleciendo la documentación, validación y comunicación efectiva de soluciones.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Consolida lo aprendido en Programación II mediante análisis, diseño, desarrollo y exposición de proyectos integradores.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fortalecen patrones de diseño, documentación técnica, pruebas funcionales y despliegue básico de aplicaciones.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Resultados de aprendizaje (RAA)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Aplica patrones de diseño y principios de modularidad en proyectos de software. Organiza el código para que sea reutilizable, mantenible y colaborativo.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Documenta y valida aplicaciones mediante pruebas básicas. Elabora documentación técnica y realiza pruebas/validaciones funcionales del producto.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RAA3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Presenta y sustenta proyectos de software de manera clara y estructurada. Comunica la solución tecnológica con calidad y compromiso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trabajamos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(hoy)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logística + acuerdo pedagógico + evaluación + CONTENIDO +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del 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(material «Clase 1», archivo aparte) = diagnóstico de conocimientos previos + arranque temático — mismo bloque de hoy.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jueves (120 min):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Teoría Core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Taller / exposición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→ cierre.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13 sesiones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sesión 1 y parciales (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 / 9 / 13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)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presencial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resto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; dos sesiones son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dobles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(dos temas en un bloque).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Hilo conductor de todo el semestre: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avances y sustentación final. Enfoque ABPr · aprendizaje invertido.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Sistema de evaluación (Acuerdo pedagógico)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69CCB"/>
                </a:solidFill>
                <a:latin typeface="Calibri"/>
              </a:rPr>
              <a:t>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24/08 – 27/09/2026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(24/09 · sesión 5)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D000"/>
                </a:solidFill>
                <a:latin typeface="Calibr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28/09 – 25/10/2026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(22/10 · sesión 9)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Talleres o Quiz · 10%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Corte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95292"/>
                </a:solidFill>
                <a:latin typeface="Calibri"/>
              </a:rPr>
              <a:t>40%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26/10 – 22/11/2026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Parcial 3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(19/11 · sesión 13) · 15%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50" b="1" i="0">
                <a:solidFill>
                  <a:srgbClr val="333333"/>
                </a:solidFill>
                <a:latin typeface="Calibri"/>
              </a:rPr>
              <a:t>Proyecto Integrador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 · 20%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333333"/>
                </a:solidFill>
                <a:latin typeface="Calibri"/>
              </a:rPr>
              <a:t>–   Asistencia · 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Parciales presencial síncrono · nunca en festivo/autónoma. Día de parcial = solo evaluación.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2800" b="1" i="0">
                <a:solidFill>
                  <a:srgbClr val="095292"/>
                </a:solidFill>
                <a:latin typeface="Calibri"/>
              </a:rPr>
              <a:t>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13 sesiones · los 15 temas se conservan: dos sesiones son </a:t>
            </a:r>
            <a:r>
              <a:rPr sz="1300" b="1" i="0">
                <a:solidFill>
                  <a:srgbClr val="666666"/>
                </a:solidFill>
                <a:latin typeface="Calibri"/>
              </a:rPr>
              <a:t>dobles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 (dos temas en un bloque). Día 1: Sesión 0 (archivo aparte) + Sesión 1 (diagnóstico · tema)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Presentación del curso (logística) + socialización del PI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Diagnóstico · Conceptos iniciales (27/08)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Ciclos de vida del software (03/09)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tradicionales (10/09)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4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Metodologías ágiles (17/09)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5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1 (24/09)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6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Requerimientos de software (01/10)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7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Historias de usuario (08/10)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8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Introducción a UML + Casos de uso (15/10) · sesión doble · Clases 8+9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9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2 (22/10) · presencial · solo evaluación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10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Avance del proyecto integrador + Diagramas UML avanzados (29/10) · sesión doble · Clases 11+12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11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interfaces (05/11) · material Clase 13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12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Preparación de la sustentación y cierre (12/11) · material Clase 14</a:t>
            </a:r>
          </a:p>
          <a:p>
            <a:pPr>
              <a:spcAft>
                <a:spcPts val="9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13 –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Parcial 3 (19/11) · presencial · solo evaluación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Proyecto Integrador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Socialización de hoy (Sesión 0):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presentamos el PI completo para que lo tengan claro desde la Clase 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Diseño, desarrollo y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sustentación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un proyecto de software orientado a objetos.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Incluye documentación técnica, pruebas basicas y comunicación clara de la solucion.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Pesa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20%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tercer corte (además del Parcial 3).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Bibliografía (microcurrículo): GoF · Head First Design Patterns · Sommerville · Java Docs.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(https://examlab.lovable.app/): entrega de talleres + quices/parciales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Material: carpeta compartida `Clases/` (Presentación del Curso y Clase 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Acuerdos importantes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Jueves 18:00-20:00 (120 min). Modalidad: Virtual (todas las sesiones por Meet, incluidos los parciales). Grupo: 341C.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Día 1: Sesión 0 (Presentación del curso, archivo aparte) + Clase 1 (diagnóstico + Conceptos iniciales). Material estudiante solo en carpeta Clases/. Talleres y quices/parciales en ExamLab (https://examlab.lovable.app/).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Parciales NUNCA en autónoma: P1=sesión 5 (24/09), P2=sesión 9 (22/10), P3=sesión 13 (19/11, con sustentación final).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en navegador · Draw.io / Mermaid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Docs as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ad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Padlet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Rompe-hielo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Talleres + quices/parciales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Seminario de Sistemas · Grupo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341C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2026-2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Jueves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18:00 – 20:00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Proyecto + documentación + sustentación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