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Seminario de Sistemas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Proyecto integrador de software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FI303301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Jueves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(todas las sesiones virtual síncrona por Meet · festivos autónoma)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50791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4032504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Consolidar conocimientos de Programacion II mediante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análisis, diseño, desarrollo y exposición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proyectos integradores.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Fortalecer patrones, documentación técnica, pruebas y comunicación efectiva.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integración de conocimientos para proyectos de software OO.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integración de conocimientos para el desarrollo y presentación de proyectos de software orientados a objetos.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desarrollar un proyecto de software aplicando técnicas avanzadas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fortaleciendo la documentación, validación y comunicación efectiva de soluciones.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Consolida lo aprendido en Programación II mediante análisis, diseño, desarrollo y exposición de proyectos integradores.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fortalecen patrones de diseño, documentación técnica, pruebas funcionales y despliegue básico de aplicaciones.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 (RAA)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Aplica patrones de diseño y principios de modularidad en proyectos de software. Organiza el código para que sea reutilizable, mantenible y colaborativo.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Documenta y valida aplicaciones mediante pruebas básicas. Elabora documentación técnica y realiza pruebas/validaciones funcionales del producto.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Presenta y sustenta proyectos de software de manera clara y estructurada. Comunica la solución tecnológica con calidad y compromiso profesional.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socialización del Proyecto Integrador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(material «Clase 1»,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jueves (120 min):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Taller / exposición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→ cierre. Modalidad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13 sesiones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Google Meet, incluidos la sesión 1 y los parciales (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 / 9 / 13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); festivos =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dos sesiones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dobles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(dos temas en un bloque).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avances y sustentación final. Enfoque ABPr · aprendizaje invertido.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(24/09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(22/10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(19/11 · sesión 13)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por Meet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13 sesiones · los 15 temas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(dos temas en un bloque). Día 1: Sesión 0 (archivo aparte) + Sesión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+ socialización del PI (27/08)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Conceptos iniciales (27/08)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Ciclos de vida del software (03/09)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Metodologías tradicionales (10/09)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Metodologías ágiles (17/09)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(24/09) · virtual síncrona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Requerimientos de software (01/10)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Historias de usuario (08/10)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Introducción a UML + Casos de uso (15/10) · sesión doble · Clases 8+9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(22/10) · virtual síncrona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Avance del proyecto integrador + Diagramas UML avanzados (29/10) · sesión doble · Clases 11+12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Diseño de interfaces (05/11) · material Clase 13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Preparación de la sustentación y cierre (12/11) · material Clase 14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(19/11) · virtual síncrona · solo evaluación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Diseño, desarrollo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sustentación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proyecto de software orientado a objetos.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Incluye documentación técnica, pruebas basicas y comunicación clara de la solucion.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el tercer corte (además del Parcial 3).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Bibliografía (microcurrículo): GoF · Head First Design Patterns · Sommerville · Java Docs.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(https://uniaj.examlab.workers.dev/):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Material: carpeta compartida «Clases/» (Presentación del Curso y Clase 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Jueves 18:00-20:00 (120 min). Modalidad: Virtual (todas las sesiones por Meet, incluidos los parciales). Grupo: 341C.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Día 1: Sesión 0 (Presentación del curso, archivo aparte) + Clase 1 (diagnóstico + Conceptos iniciales). Material estudiante solo en carpeta Clases/. Talleres y quices/parciales en ExamLab (https://uniaj.examlab.workers.dev/).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Parciales NUNCA en autónoma: P1=sesión 5 (24/09), P2=sesión 9 (22/10), P3=sesión 13 (19/11, con sustentación final).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en navegador · Draw.io / Mermaid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erma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Docs as 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dl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Rompe-hielo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Seminario de Sistemas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Jueves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Proyecto + documentación + sustentación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