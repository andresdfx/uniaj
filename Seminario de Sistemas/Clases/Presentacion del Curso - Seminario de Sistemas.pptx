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Seminario de Sistemas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Proyecto integrador de software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Jueves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(todas las sesiones virtual síncrona por Meet · festivos autónoma)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Consolidar conocimientos de Programacion II mediante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análisis, diseño, desarrollo y exposición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proyectos integradores.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Fortalecer patrones, documentación técnica, pruebas y comunicación efectiva.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conocimientos para proyectos de software OO.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integración de conocimientos para el desarrollo y presentación de proyectos de software orientados a objetos.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desarrollar un proyecto de software aplicando técnicas avanzadas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fortaleciendo la documentación, validación y comunicación efectiva de soluciones.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lo aprendido en Programación II mediante análisis, diseño, desarrollo y exposición de proyectos integradores.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fortalecen patrones de diseño, documentación técnica, pruebas funcionales y despliegue básico de aplicaciones.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Aplica patrones de diseño y principios de modularidad en proyectos de software. Organiza el código para que sea reutilizable, mantenible y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Documenta y valida aplicaciones mediante pruebas básicas. Elabora documentación técnica y realiza pruebas/validaciones funcionales del producto.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Presenta y sustenta proyectos de software de manera clara y estructurada. Comunica la solución tecnológica con calidad y compromiso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«Clase 1»,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jueves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exposición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Modalidad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13 sesiones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por Google Meet, incluidos la sesión 1 y los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dos sesiones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(dos temas en un bloque).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con avances y sustentación final. Enfoque ABPr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(24/09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(22/10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(19/11 · sesión 13)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por Meet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(archivo aparte) + Sesión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(27/08)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Conceptos iniciales (27/08)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Ciclos de vida del software (03/09)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tradicionales (10/09)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ágiles (17/09)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(24/09)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Requerimientos de software (01/10)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Historias de usuario (08/10)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Introducción a UML + Casos de uso (15/10) · sesión doble · Clases 8+9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(22/10)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integrador + Diagramas UML avanzados (29/10)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 de interfaces (05/11)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Preparación de la sustentación y cierre (12/11) · material Clase 14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(19/11) · virtual síncrona · solo evaluación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Diseño, desarrollo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proyecto de software orientado a objetos.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Incluye documentación técnica, pruebas basicas y comunicación clara de la solucion.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 (además del Parcial 3).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Bibliografía (microcurrículo): GoF · Head First Design Patterns · Sommerville · Java Docs.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Material: carpeta compartida «Clases/» (Presentación del Curso y Clase 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Jueves 18:00-20:00 (120 min). Modalidad: Virtual (todas las sesiones por Meet, incluidos los parciales). Grupo: 341C.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Conceptos iniciales). Material estudiante solo en carpeta Clases/. Talleres y quices/parciales en ExamLab (https://uniaj.examlab.workers.dev/).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autónoma: P1=sesión 5 (24/09), P2=sesión 9 (22/10), P3=sesión 13 (19/11, con sustentación final).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Draw.io / Mermaid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Docs as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d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Rompe-hielo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Seminario de Sistemas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Jueves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Proyecto + documentación + sustentación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