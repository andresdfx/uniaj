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Seminario de Sistemas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Proyecto integrador de software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(Clase 1 y parciales presencial · resto virtual síncrona)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conocimientos de Programacion II mediante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análisis, diseño, desarrollo y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proyectos integradores.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Fortalecer patrones, documentación técnica, pruebas y comunicación efectiva.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conocimientos para proyectos de software 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integración de conocimientos para el desarrollo y presentación de proyectos de software orientados a objetos.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desarrollar un proyecto de software aplicando técnicas avanzadas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fortaleciendo la documentación, validación y comunicación efectiva de soluciones.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lo aprendido en Programación II mediante análisis, diseño, desarrollo y exposición de proyectos integradores.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fortalecen patrones de diseño, documentación técnica, pruebas funcionales y despliegue básico de aplicaciones.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Aplica patrones de diseño y principios de modularidad en proyectos de software. Organiza el código para que sea reutilizable, mantenible y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Documenta y valida aplicaciones mediante pruebas básicas. Elabora documentación técnica y realiza pruebas/validaciones funcionales del producto.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Presenta y sustenta proyectos de software de manera clara y estructurada. Comunica la solución tecnológica con calidad y compromiso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jueves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avances y sustentación final. Enfoque ABPr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13/08 – 13/09/2026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(10/09 · Clase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14/09 – 18/10/2026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(15/10 · Clase 10)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(19/11 · Clase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presencial síncrono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Día 1: Sesión 0 (Presentación del curso, archivo aparte) + Clase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(13/08)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Conceptos iniciales (13/08)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Ciclos de vida (20/08)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tradicionales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ágiles (03/09)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(10/09)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Requerimientos de software (17/09)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Historias de usuario (24/09)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UML (01/10)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Casos de uso (08/10)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(15/10)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proyecto integrador (22/10)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Diagramas UML avanzados (29/10)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interfaces (05/11)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Evaluación final (prep. sustentación) · Sustentación de proyectos + cierre (12/11)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(19/11)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Diseño, desarrollo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de software orientado a objetos.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Incluye documentación técnica, pruebas basicas y comunicación clara de la solucion.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 (además del Parcial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GoF · Head First Design Patterns · Sommerville · Java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Material: carpeta compartida `Clases/` (Presentación del Curso y Clase 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Jueves 18:00-20:00 (120 min). Modalidad: Presencialidad asistida (jueves virtual / parciales presencial). Grupo: 341C.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Conceptos iniciales). Material estudiante solo en carpeta Clases/. Talleres y quices/parciales en ExamLab (https://examlab.lovable.app/).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autónoma: P1=Clase 5 (10/09), P2=Clase 10 (15/10), P3=Clase 15 (19/11).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Draw.io / Mermaid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Docs as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d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Rompe-hielo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Seminario de Sistemas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Proyecto + documentación + sustentación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