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Seminario de Sistemas</a:t>
            </a:r>
          </a:p>
          <a:p>
            <a:pPr algn="ctr">
              <a:spcBef>
                <a:spcPts val="1000"/>
              </a:spcBef>
            </a:pPr>
            <a:r>
              <a:rPr sz="1800" b="0" i="0">
                <a:solidFill>
                  <a:srgbClr val="B8D8EE"/>
                </a:solidFill>
                <a:latin typeface="Calibri"/>
              </a:rPr>
              <a:t>Proyecto integrador de software</a:t>
            </a:r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1920240" cy="836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337560"/>
            <a:ext cx="11277295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Código: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FI303301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Grupo: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341C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Periodo: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Programa: Ingeniería de Sistemas · Facultad de Ingeniería · UNIAJC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Horario: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Jueves 18:00 – 20:00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(120 min)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Modalidad: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Presencialidad asistida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(Clase 1 y parciales presencial · resto virtual síncrona)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Docente: Julian Andres Castaño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199632"/>
            <a:ext cx="11277295" cy="18288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291072"/>
            <a:ext cx="1127729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0" i="0">
                <a:solidFill>
                  <a:srgbClr val="095292"/>
                </a:solidFill>
                <a:latin typeface="Calibri"/>
              </a:rPr>
              <a:t>Inicio de clase: </a:t>
            </a:r>
            <a:r>
              <a:rPr sz="1600" b="1" i="0">
                <a:solidFill>
                  <a:srgbClr val="095292"/>
                </a:solidFill>
                <a:latin typeface="Calibri"/>
              </a:rPr>
              <a:t>18:10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Julian Andres Castaño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2057400"/>
            <a:ext cx="9174175" cy="1856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Ingeniero de Sistemas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Líder Técnico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Speaker Tecnológico</a:t>
            </a:r>
          </a:p>
        </p:txBody>
      </p:sp>
      <p:pic>
        <p:nvPicPr>
          <p:cNvPr id="6" name="Picture 5" descr="outlook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050791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63239" y="4032504"/>
            <a:ext cx="867125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600" b="1" i="0">
                <a:solidFill>
                  <a:srgbClr val="0D7A8C"/>
                </a:solidFill>
                <a:latin typeface="Calibri"/>
              </a:rPr>
              <a:t>julianacastano@profesores.uniajc.edu.co</a:t>
            </a:r>
          </a:p>
        </p:txBody>
      </p:sp>
      <p:pic>
        <p:nvPicPr>
          <p:cNvPr id="8" name="Picture 7" descr="logo_uniajc_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879592"/>
            <a:ext cx="1645920" cy="723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Rompe-hielo · Padlet del grupo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6583680" cy="416052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28016" cy="41605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6080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Escanea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 abre el enlace del tablero colaborativo.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Deja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 nota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columna: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¿Quién soy? (nombre + una habilidad o hobby)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Expectativa del curso (1 frase)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Pregunta al docente / al grupo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5–8 min · sin instalar · solo navegador.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Enlace: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https://padlet.com/andres_dfx/uniaj-l77e9uu16trgdvcp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1234440"/>
            <a:ext cx="4465015" cy="41605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qr_padlet_uniaj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1787" y="1554480"/>
            <a:ext cx="32004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60920" y="4937760"/>
            <a:ext cx="42821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66666"/>
                </a:solidFill>
                <a:latin typeface="Calibri"/>
              </a:rPr>
              <a:t>QR oficial Padlet UNIAJC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¿Para qué existe este curso?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Consolidar conocimientos de Programacion II mediante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análisis, diseño, desarrollo y exposición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proyectos integradores.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Fortalecer patrones, documentación técnica, pruebas y comunicación efectiva.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integración de conocimientos para proyectos de software OO.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 de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integración de conocimientos para el desarrollo y presentación de proyectos de software orientados a objetos.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desarrollar un proyecto de software aplicando técnicas avanzadas de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POO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fortaleciendo la documentación, validación y comunicación efectiva de soluciones.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Consolida lo aprendido en Programación II mediante análisis, diseño, desarrollo y exposición de proyectos integradores.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fortalecen patrones de diseño, documentación técnica, pruebas funcionales y despliegue básico de aplicaciones.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Resultados de aprendizaje (RAA)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RAA1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Aplica patrones de diseño y principios de modularidad en proyectos de software. Organiza el código para que sea reutilizable, mantenible y colaborativo.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RAA2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Documenta y valida aplicaciones mediante pruebas básicas. Elabora documentación técnica y realiza pruebas/validaciones funcionales del producto.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RAA3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Presenta y sustenta proyectos de software de manera clara y estructurada. Comunica la solución tecnológica con calidad y compromiso profesional.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trabajamos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0 (hoy)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= logística + acuerdo pedagógico + evaluación + CONTENIDO +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socialización del Proyecto Integrador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(material «Clase 1», archivo aparte) = diagnóstico de conocimientos previos + arranque temático — mismo bloque de hoy.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Cada jueves (120 min):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Teoría Core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Taller / exposición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cierre.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13 sesiones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sesión 1 y parciales (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 / 9 / 13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)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presencial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resto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dos sesiones son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dobles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(dos temas en un bloque).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Hilo conductor de todo el semestre: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Proyecto Integrador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con avances y sustentación final. Enfoque ABPr · aprendizaje invertido.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Sistema de evaluación (Acuerdo pedagógico)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3545738" cy="5029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69CCB"/>
                </a:solidFill>
                <a:latin typeface="Calibri"/>
              </a:rPr>
              <a:t>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24/08 – 27/09/2026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1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(24/09 · sesión 5)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2978" y="1261872"/>
            <a:ext cx="3545738" cy="50292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0138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0138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D000"/>
                </a:solidFill>
                <a:latin typeface="Calibri"/>
              </a:rPr>
              <a:t>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0138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28/09 – 25/10/2026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0138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2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(22/10 · sesión 9)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8756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8756" y="1261872"/>
            <a:ext cx="3545738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5916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916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95292"/>
                </a:solidFill>
                <a:latin typeface="Calibri"/>
              </a:rPr>
              <a:t>40%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916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26/10 – 22/11/2026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5916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3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(19/11 · sesión 13) · 15%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Proyecto Integrador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· 20%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0936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Parciales presencial síncrono · nunca en festivo/autónoma. Día de parcial = solo evaluación.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2004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77295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2800" b="1" i="0">
                <a:solidFill>
                  <a:srgbClr val="095292"/>
                </a:solidFill>
                <a:latin typeface="Calibri"/>
              </a:rPr>
              <a:t>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6424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13 sesiones · los 15 temas se conservan: dos sesiones son </a:t>
            </a:r>
            <a:r>
              <a:rPr sz="1300" b="1" i="0">
                <a:solidFill>
                  <a:srgbClr val="666666"/>
                </a:solidFill>
                <a:latin typeface="Calibri"/>
              </a:rPr>
              <a:t>dobles</a:t>
            </a:r>
            <a:r>
              <a:rPr sz="1300" b="0" i="0">
                <a:solidFill>
                  <a:srgbClr val="666666"/>
                </a:solidFill>
                <a:latin typeface="Calibri"/>
              </a:rPr>
              <a:t> (dos temas en un bloque). Día 1: Sesión 0 (archivo aparte) + Sesión 1 (diagnóstico · tema)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0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Presentación del curso (logística) + socialización del PI (27/08)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Diagnóstico · Conceptos iniciales (27/08)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2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Ciclos de vida del software (03/09)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3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Metodologías tradicionales (10/09)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4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Metodologías ágiles (17/09)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5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1 (24/09) · presencial · solo evaluación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6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Requerimientos de software (01/10)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7287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7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Historias de usuario (08/10)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8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Introducción a UML + Casos de uso (15/10) · sesión doble · Clases 8+9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9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2 (22/10) · presencial · solo evaluación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10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Avance del proyecto integrador + Diagramas UML avanzados (29/10) · sesión doble · Clases 11+12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11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Diseño de interfaces (05/11) · material Clase 13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12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Preparación de la sustentación y cierre (12/11) · material Clase 14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13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3 + sustentación de proyectos y cierre (19/11) · presencial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Proyecto Integrador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Socialización de hoy (Sesión 0):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presentamos el PI completo para que lo tengan claro desde la Clase 1.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Diseño, desarrollo y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sustentación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un proyecto de software orientado a objetos.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Incluye documentación técnica, pruebas basicas y comunicación clara de la solucion.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Pesa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20%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 el tercer corte (además del Parcial 3).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Recursos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Bibliografía (microcurrículo): GoF · Head First Design Patterns · Sommerville · Java Docs.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(https://examlab.lovable.app/): entrega de talleres + quices/parciales del curso.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Material: carpeta compartida `Clases/` (Presentación del Curso y Clase N).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Acuerdos importantes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Jueves 18:00-20:00 (120 min). Modalidad: Presencialidad asistida (jueves virtual / parciales presencial). Grupo: 341C.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Día 1: Sesión 0 (Presentación del curso, archivo aparte) + Clase 1 (diagnóstico + Conceptos iniciales). Material estudiante solo en carpeta Clases/. Talleres y quices/parciales en ExamLab (https://examlab.lovable.app/).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Parciales NUNCA en autónoma: P1=sesión 5 (24/09), P2=sesión 9 (22/10), P3=sesión 13 (19/11, con sustentación final).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en navegador · Draw.io / Mermaid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erma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Docs as Code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adl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Padlet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Rompe-hielo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examl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3913" y="4256532"/>
            <a:ext cx="1051560" cy="10515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0352" y="5381244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Talleres + quices/parciales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Seminario de Sistemas · Grupo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341C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2026-2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Jueves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18:00 – 20:00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Proyecto + documentación + sustentación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