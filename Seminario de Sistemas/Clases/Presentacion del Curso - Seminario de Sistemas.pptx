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(todas las sesiones virtual síncrona por Meet · festivos autónoma)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(24/09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(22/10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presencial síncrono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del software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(24/09)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(01/10)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+ Casos de uso (15/10)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(22/10)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integrador + Diagramas UML avanzados (29/10)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de la sustentación y cierre (12/11)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(19/11) · presencial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Material: carpeta compartida `Clases/`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Virtual (todas las sesiones por Meet, incluidos los parciales).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 Talleres y quices/parciales en ExamLab (https://uniaj.examlab.workers.dev/).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P1=sesión 5 (24/09), P2=sesión 9 (22/10), P3=sesión 13 (19/11, con sustentación final).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