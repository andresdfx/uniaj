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2026-1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(Clase 1 y parciales presencial · resto virtual síncrona)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20:10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(10/09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(15/10 · 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(20/08)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(24/09)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(01/10)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Casos de uso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proyecto integrador (22/10)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Diagramas UML avanzados (29/10)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Evaluación final (prep. sustentación) · Sustentación de proyectos + cierre (12/11)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Presencialidad asistida (jueves virtual / parciales presencial).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P1=Clase 5 (10/09), P2=Clase 10 (15/10), P3=Clase 15 (19/11).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