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Seminario de Sistemas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Proyecto integrador de software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FI303301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2026-1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Jueves 18:00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Presencialidad asistida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(jueves virtual síncrona · parciales presencial · festivos autónomos)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20:10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050791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4032504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Consolidar conocimientos de Programacion II mediante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análisis, diseño, desarrollo y exposición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proyectos integradores.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Fortalecer patrones, documentación técnica, pruebas y comunicación efectiva.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integración de conocimientos para proyectos de software OO.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integración de conocimientos para el desarrollo y presentación de proyectos de software orientados a objetos.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desarrollar un proyecto de software aplicando técnicas avanzadas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POO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fortaleciendo la documentación, validación y comunicación efectiva de soluciones.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Consolida lo aprendido en Programación II mediante análisis, diseño, desarrollo y exposición de proyectos integradores.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fortalecen patrones de diseño, documentación técnica, pruebas funcionales y despliegue básico de aplicaciones.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 (RAA)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Aplica patrones de diseño y principios de modularidad en proyectos de software. Organiza el código para que sea reutilizable, mantenible y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Documenta y valida aplicaciones mediante pruebas básicas. Elabora documentación técnica y realiza pruebas/validaciones funcionales del producto.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Presenta y sustenta proyectos de software de manera clara y estructurada. Comunica la solución tecnológica con calidad y compromiso profesional.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logística + acuerdo pedagógico + evaluación + CONTENIDO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(material en archivo aparte) = diagnóstico de conocimientos previos + arranque temático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jueves (120 min):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/ exposición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Quiz corto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cuando aplique. Modalidad: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Presencialidad asistida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(parciales presencial · resto virtual síncrona · festivos autónomos).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con avances y sustentación final. Enfoque ABPr · aprendizaje invertido.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13/08 – 13/09/2026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(10/09 · Clase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/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14/09 – 18/10/2026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(15/10 · Clase 10)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/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19/10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(19/11 · Clase 15)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Parciales presencial síncrono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Día 1: Sesión 0 (Presentación del curso, archivo aparte) + Clase 1 (diagnóstico · tema)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curso (logística) (13/08)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Diagnóstico · Conceptos iniciales (13/08)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Ciclos de vida (20/08)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Metodologías tradicionales (27/08)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Metodologías ágiles (03/09)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1 (10/09)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6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Requerimientos de software (17/09)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7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Historias de usuario (24/09)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8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Introducción a UML (01/10)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9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Casos de uso (08/10)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2 (15/10)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Avance proyecto integrador (22/10)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Diagramas UML avanzados (29/10)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Diseño de interfaces (05/11)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Evaluación final (prep. sustentación) · Sustentación de proyectos + cierre (12/11)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3 (19/11)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 hoy (Sesión 0):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presentamos el PI completo para que lo tengan claro desde la Clase 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Diseño, desarrollo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sustentación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un proyecto de software orientado a objetos.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Incluye documentación técnica, pruebas basicas y comunicación clara de la solucion.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el tercer corte (además del Parcial 3).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Bibliografía (microcurrículo): GoF · Head First Design Patterns · Sommerville · Java Docs.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Material: carpeta compartida `Clases/` (Presentación del Curso y Clase N).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Acuerdos importantes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Jueves 18:00-20:00 (120 min). Modalidad: Presencialidad asistida (jueves virtual / parciales presencial). Grupo: 341C.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Día 1: Sesión 0 (Presentación del curso, archivo aparte) + Clase 1 (diagnóstico + Conceptos iniciales). Material estudiante solo en carpeta Clases/.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Parciales NUNCA en autónoma: P1=Clase 5 (10/09), P2=Clase 10 (15/10), P3=Clase 15 (19/11).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en navegador · Draw.io / Mermaid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erma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Docs as Code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adl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Rompe-hielo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Seminario de Sistemas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2026-1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Jueves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18:00 – 20:00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Proyecto + documentación + sustentación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