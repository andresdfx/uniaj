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 es como en VetCare aparece un requisito RF-07 que promete recordatorio de cita por mensajeria, un diagrama de casos de uso donde no existe ningun caso de uso de recordatorio, y un diagrama de clases donde no hay nada parecido a una clase Notificacion.</a:t>
            </a:r>
          </a:p>
          <a:p/>
          <a:p>
            <a:r>
              <a:t>Un defecto de consistencia cuesta poco corregirlo hoy, en una hoja, y cuesta carisimo corregirlo cuando ya se construyo sobre el, porque para entonces hay pantallas, tablas y codigo apoyados en la contradiccion.</a:t>
            </a:r>
          </a:p>
          <a:p/>
          <a:p>
            <a:r>
              <a:t>Por eso esta sesion no agrega tema nuevo: agrega confianza en lo que ya existe, que es un trabajo de arquitecto tan legitimo como dibujar.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sistema se diseña bien cuando existe un solo nombre para cada concepto y todos lo usan, desde la entrevista con la clinica hasta el nombre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Eso es 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lo que se encuentra se convierte en backlog de deuda de diseño, no en angustia.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Avance del proyecto integrador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Hoy no se agrega nada nuevo: se verifica que todos los documentos hablen del mismo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Avance del proyecto integrador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no se agrega nada nuevo: se verifica que todos los documentos hablen del mismo sistema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Google Docs · draw.io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VetCare, el sistema de la clinica «Huellitas».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VetCare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 paquete de diseño no es una carpeta de archivos sueltos: es un...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paquete de diseño no es una carpeta de archivos sueltos: es un sistema de documentos que deben decir lo mismo con las mismas palabras.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problema es que esos documentos se escribieron en semanas distintas, muchas veces por personas distintas del equipo, y cada semana el entendimiento del dominio cambio un poquito.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Ninguno de los tres documentos esta mal por si solo; lo que esta mal es el conjunto.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herramienta central para eso es la trazabilidad, y se verifica en...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herramienta central para eso es la trazabilidad, y se verifica en dos direcciones.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Hacia adelante se pregunta si todo requisito funcional llega a algun caso de uso y si ese caso de uso llega a alguna clase, atributo u operacion que lo soporte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un RF no llega a nada, es un requisito huerfano y significa que el equipo prometio algo que el diseño no cumple.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Hacia atras se pregunta si todo elemento del diseño nace de algun requisito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un caso de uso o una clase no viene de ningun RF, es un elemento viudo y casi siempre significa que alguien agrego funcionalidad por gusto propio o que la fila de la matriz quedo sin diligenciar.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herramienta central para eso es la trazabilidad, y se verifica en...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 esto se vuelve concreto rapidisimo: RF-05, consultar el expediente de una mascota, junto con el RNF-02 que exige que el resultado aparezca en menos de tres segundos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Debe llegar a CU-02 Buscar expediente y de ahi a las clases Mascota y Consulta, con una operacion de busqueda por codigo o por nombre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ese camino se rompe en cualquier punto, el problema numero dos de la clinica Huellitas sigue sin resolverse aunque el equipo tenga veinte paginas escritas.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matriz de trazabilidad es apenas una tabla de cuatro columnas, pero es la unica prueba objetiva de que el paquete es coherente.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segundo eje de la auditoria es el lenguaje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segundo eje de la auditoria es el lenguaje.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Cuando en un documento se lee Dueño, en otro Propietario, en otro Cliente y en el mockup Responsable, no hay cuatro sinonimos: hay cuatro oportunidades de que alguien crea que son cuatro cosas distintas y termine con cuatro tablas.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solucion es un glosario canonico donde cada concepto de VetCare tiene un nombre unico, una definicion de una linea y una lista explicita de sinonimos prohibidos.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Ese glosario manda sobre todos los artefactos: si el nombre canonico es Propietario, entonces el requisito, el caso de uso, el mockup, el diccionario de datos y la clase se llaman Propietario, sin excepciones y sin diminutivos.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segundo eje de la auditoria es el lenguaje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glosario tambien separa parejas peligrosas: en Huellitas, Cita es la reserva de un horario futuro y Consulta es el registro de una atencion ya realizada, y confundirlas produce un modelo donde nadie sabe si se esta agendando o atendiendo.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ganancia es inmediata para el compañero que solo cursa Programacion II, porque puede buscar una palabra en el documento y encontrarla en todos lados; y tambien para el que solo cursa Seminario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su documento de diseño se lee como un texto y no como un rompecabezas.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revision entre pares se hace con reglas o no sirve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revision entre pares se hace con reglas o no sirve.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revisa el artefacto, nunca a la persona, y para eso se asignan tres roles: el autor, que entrega su paquete y permanece en silencio mientras lo revisan; el revisor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Que recorre la rubrica punto por punto y solo reporta hechos observables; y el moderador, que controla el tiempo y escribe los hallazgos.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hallazgo se anota con ubicacion exacta, descripcion de la inconsistencia y severidad: bloqueante cuando impide construir el sistema, mayor cuando obliga a rehacer un artefacto completo, menor cuando es cosmetico.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revision entre pares se hace con reglas o no sirve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Prohibido discutir la solucion durante la revision, porque ahi es donde se van los cuarenta minutos y no se revisa nada.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VetCare, un hallazgo bien escrito se ve asi: en el diagrama de clases, la clase Consulta no tiene relacion con Veterinario, pero el flujo principal de CU-03 dice que toda consulta queda a nombre del veterinario que atendio; severidad mayor.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cambio esta mal hecho, no me gusta o le falta orden no es un hallazgo, es una opinion.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Todo lo que se encuentra se convierte en backlog de deuda de diseño, no...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hallazgo pasa a ser un item con responsable, severidad, criterio de cierre verificable y un estado que puede ser aceptado, rechazado con justificacion escrita o aplazado por acuerdo.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Rechazar un hallazgo es legitimo si se argumenta, y aprender a hacerlo es parte del oficio del analista.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Sobre ese backlog se define lo que en la industria se llama definicion de terminado del paquete de diseño de VetCare: catalogo de RF y RNF numerado y sin huerfanos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Diagrama y especificaciones de casos de uso, diagrama de clases con multiplicidades, mockups de las pantallas criticas y diccionario de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Todo lo que se encuentra se convierte en backlog de deuda de diseño, no...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Aqui es donde los tres casos de matricula se hacen visibles y conviene decirlo en voz alta en el aula: el que cursa las dos materias entrega estos planos aca y el codigo alla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que solo cursa Programacion II recibe este paquete y todo lo que hoy quede ambiguo lo va a pagar en horas de reproceso; y el que solo cursa Seminario cierra con este mismo documento mas el prototipo navegable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Que es una ruta completa y valida, no una version reducida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glosario de nombres canonicos: el hueco mas comun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Concepto      | Nombre canonico | Como aparece mal en el paquete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|---------------|-----------------|------------------------------------|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el animal     | Mascota         | Paciente, Animal, mascotas  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quien lo trae | Dueno           | Propietario, Cliente, Amo   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el encuentro  | Cita            | Turno, Agendamiento, Reserva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el registro   | Consulta        | Atencion, HistoriaClinica   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El diagrama de clases dice Mascota, el caso de uso dice Paciente y 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wireframe dice Animal: son tres entregables que hablan de cosas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distintas para quien los lee. Un solo nombre por concepto, y el mismo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-- en TODOS los artefactos. Esto es la P2 del hito y vale puntos.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Auditoria cruzada de VetCare: la matriz que delata las contradicciones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7316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RF     | Caso de uso                  | Clases implicadas      | Mockup | Estado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|--------|------------------------------|------------------------|--------|-------------|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RF-02  | CU-00 Registrar propietario  | Propietario            | M-01   | OK   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RF-03  | CU-01 Registrar mascota      | Mascota, Propietario   | M-02   | OK   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RF-05  | CU-02 Buscar expediente      | Mascota, Consulta      | M-03   | OK      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RF-06  | CU-03 Registrar consulta     | Consulta, ???          | M-05   | HALLAZGO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RF-07  | (no existe)                  | (no existe)            | --     | HUERFANO  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| (sin)  | CU-04 Agendar cita           | Cita, Veterinario      | M-04   | SIN ORIGEN  |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H-01 (mayor): CU-03 exige registrar quien atendio, pero Consulta no se relaciona con Veterinario.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H-02 (mayor): la fila de CU-04 quedo sin RF; debe ligarse a RF-08 Agendar cita o eliminarse el CU.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H-03 (bloqueante): la clase Mascota guarda dueño como texto en lugar de asociarse a Propietario.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H-04 (menor): el RNF-02 de 3 segundos no aparece en ninguna postcondicion de CU-02.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Glosario canonico: Propietario (prohibido Dueño, Cliente, Responsable) | Cita != Consulta.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Una tabla de cuatro columnas encuentra en veinte minutos las contradicciones que un equipo no ve en tres semanas.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Google Docs · draw.io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docente proyecta el paquete de un equipo ficticio de VetCare y encuentra en vivo tres inconsistencias: un RF sin caso de uso, una clase llamada Dueño que en el catalogo de requisitos se llama Propietario, y un caso de uso que ninguna clase puede soportar.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 VetCare — no otro ejemplo. Aqui se diseña, no se programa.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11 · Avance del proyecto integrador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no se agrega nada nuevo: se verifica que todos los documentos hablen del mismo sistema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