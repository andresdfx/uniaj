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 es como en el sistema de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paquete de diseño no es una carpeta de archivos sueltos: es un...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 con las mismas palabras.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es que esos documentos se escribieron en semanas distintas, muchas veces por personas distintas del equipo, y cada semana el entendimiento del dominio cambio un poquito.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de los tres documentos esta mal por si solo; lo que esta mal es el conjunto.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 se pregunta si todo requisito funcional llega a algun caso de uso y si ese caso de uso llega a alguna clase, atributo u operacion que lo soporte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RF no llega a nada, es un requisito huerfano y significa que el equipo prometio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atras se pregunta si todo elemento del diseño nace de algun requisito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caso de uso o una clase no viene de ningun RF, es un elemento viudo y casi siempre significa que alguien agrego funcionalidad por gusto propio o que la fila de la matriz quedo sin diligenciar.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herramienta central para eso es la trazabilidad, y se verifica en...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 esto se vuelve concreto rapidisimo: RF-05, consultar el expediente de una mascota, junto con el RNF-02 que exige que el resultado aparezca en menos de tres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Debe llegar a CU-02 Buscar expediente y de ahi a las clases Mascota y Consulta, con una operacion de busqueda por codigo o por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ese camino se rompe en cualquier punto, el problema numero dos de la clinica sigue sin resolverse aunque el equipo tenga veinte paginas escritas.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apenas una tabla de cuatro columnas, pero es la unica prueba objetiva de que el paquete es coherente.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eje de la auditoria es el lenguaje.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un glosario canonico donde cada concepto del sistema de la clinica tiene un nombre unico, una definicion de una linea y una lista explicita de sinonimos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glosario manda sobre todos los artefactos: si el nombre canonico es Propietario, entonces el requisito, el caso de uso, el mockup, el diccionario de datos y la clase se llaman Propietario, sin excepciones y sin diminutivos.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eje de la auditoria es el lenguaje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ganancia es inmediata para el compañero que solo cursa Programacion II, porque puede buscar una palabra en el documento y encontrarla en todos lados; y tambien para el que solo cursa Seminario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su documento de diseño se lee como un texto y no como un rompecabezas.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revision entre pares se hace con reglas o no sirve.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persona, y para eso se asignan tres roles: el autor, que entrega su paquete y permanece en silencio mientras lo revisan; el revisor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recorre la lista de verificacion punto por punto y solo reporta hechos observables; y el moderador, que controla el tiempo y escribe los hallazgos.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se anota con ubicacion exacta, descripcion de la inconsistencia y severidad: bloqueante cuando impide construir el sistema, mayor cuando obliga a rehacer un artefacto completo, menor cuando es cosmetico.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revision entre pares se hace con reglas o no sirve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Prohibido discutir la solucion durante la revision, porque ahi es donde se van los cuarenta minutos y no se revisa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sistema de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cambio esta mal hecho, no me gusta o le falta orden no es un hallazgo, es una opinion.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pasa a ser un item con responsable, severidad, criterio de cierre verificable y un estado que puede ser aceptado, rechazado con justificacion escrita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legitimo si se argumenta, y aprender a hacerlo es parte del oficio del analista.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ese backlog se define lo que en la industria se llama definicion de terminado del paquete de diseño del sistema de la clinica: catalogo de RF y RNF numerado y sin huerfanos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Diagrama y especificaciones de casos de uso, diagrama de clases con multiplicidades, mockups de las pantallas criticas y diccionario de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lo que se encuentra se convierte en backlog de deuda de diseño, no...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 donde los tres casos de matricula se hacen visibles y conviene decirlo en voz alta en el aula: el que cursa las dos materias entrega estos planos aca y el codigo 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que solo cursa Programacion II recibe este paquete y todo lo que hoy quede ambiguo lo va a pagar en horas de reproceso; y el que solo cursa Seminario cierra con este mismo documento mas el prototipo navegable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una ruta completa y valida, no una version reducida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Concepto      | Nombre canonico | Como aparece mal en el paquete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|---------------|-----------------|------------------------------------|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animal     | Mascota         | Paciente, Animal, mascotas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quien lo trae | Dueno           | Propietario, Cliente, Amo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encuentro  | Cita            | Turno, Agendamiento, Reserva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el registro   | Consulta        | Atencion, HistoriaClinica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diagrama de clases dice Mascota, el caso de uso dice Paciente y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wireframe dice Animal: son tres artefactos que hablan de cosas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distintas para quien los lee. Un solo nombre por concepto, y el mismo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en TODOS los artefactos.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del sistema de la clinica: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proyecta el paquete de un equipo ficticio del sistema de la clinica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