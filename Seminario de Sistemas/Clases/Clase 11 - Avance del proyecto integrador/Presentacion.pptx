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Avance del proyecto integrador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Hoy no se agrega nada nuevo: se verifica que todos los documentos hablen del mismo sistema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VetCare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paquete de diseño de VetCare queda auditado y consistente: requisitos, casos de uso y diagrama de clases usan los mismos nombres y no se contradicen entre si.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Google Docs · draw.io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Un documento con la matriz de trazabilidad RF a CU a Clase, el glosario de nombres canonicos, el acta de revision entre pares con hallazgos clasificados por severidad y el backlog priorizado de correcciones, subido a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teoria esta al servicio del producto: al salir, VetCare avanzo.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del avance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avance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Un paquete de diseño no es una carpeta de archivos sueltos: es un sistema de documentos que deben decir lo mismo…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 herramienta central para eso es la trazabilidad, y se verifica en dos direcciones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El segundo eje de la auditoria es el lenguaje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 revision entre pares se hace con reglas o no sirve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Todo lo que se encuentra se convierte en backlog de deuda de diseño, no en angustia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Auditoria cruzada de VetCare: la matriz que delata las contradicciones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| RF     | Caso de uso                  | Clases implicadas      | Mockup | Estado      |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|--------|------------------------------|------------------------|--------|-------------|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| RF-02  | CU-00 Registrar propietario  | Propietario            | M-01   | OK          |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| RF-03  | CU-01 Registrar mascota      | Mascota, Propietario   | M-02   | OK          |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| RF-05  | CU-02 Buscar expediente      | Mascota, Consulta      | M-03   | OK          |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| RF-06  | CU-03 Registrar consulta     | Consulta, ???          | M-05   | HALLAZGO    |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| RF-07  | (no existe)                  | (no existe)            | --     | HUERFANO    |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| (sin)  | CU-04 Agendar cita           | Cita, Veterinario      | M-04   | SIN ORIGEN  |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H-01 (mayor)     : CU-03 exige registrar quien atendio, pero Consulta no se relaciona con Veterinario.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H-02 (mayor)     : la fila de CU-04 quedo sin RF; debe ligarse a RF-08 Agendar cita o eliminarse el CU.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H-03 (bloqueante): la clase Mascota guarda dueño como texto en lugar de asociarse a Propietario.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H-04 (menor)     : el RNF-02 de 3 segundos no aparece en ninguna postcondicion de CU-02.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Glosario canonico: Propietario (prohibido Dueño, Cliente, Responsable) | Cita != Consulta.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Una tabla de cuatro columnas encuentra en veinte minutos las contradicciones que un equipo no ve en tres semanas.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Google Docs · draw.io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docente proyecta el paquete de un equipo ficticio de VetCare y encuentra en vivo tres inconsistencias: un RF sin caso de uso, una clase llamada Dueño que en el catalogo de requisitos se llama Propietario, y un caso de uso que ninguna clase puede soportar.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Mismo dominio VetCare — no otro ejemplo. Aqui se diseña, no se programa.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funcionan en el navegador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raw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3913" y="1792224"/>
            <a:ext cx="1051560" cy="1051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Diagramas UML y de contexto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google_doc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0067" y="1792224"/>
            <a:ext cx="1051560" cy="10515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Documentos del paquete de diseño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examl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6222" y="1792224"/>
            <a:ext cx="1051560" cy="10515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ExamLab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Entrega del taller · domingo 23:59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que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paquete de VetCare ya tiene requisitos, casos de uso y clases, pero nadie ha verificado que los tres describan el mismo sistema; sin esa verificacion los planos se contradicen y quien construya va a escoger al azar cual documento obedecer.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Esta sesion produce evidencia propia: matriz, glosario, acta de revision y backlog, y por eso se califica igual que cualquier otra entrega.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Lo que hoy quede ambiguo lo paga el compañero que solo cursa Programacion II, que recibira estos planos sin poder preguntarle nada a la clinica Huellitas.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Cada equipo tiene tres artefactos de VetCare escritos en semanas distintas: el catalogo de RF y RNF, el diagrama con las especificaciones de casos de uso y el diagrama de clases con sus multiplicidades.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Nadie ha vuelto a abrir el catalogo de requisitos desde que se dibujaron las clases, y los nombres empezaron a moverse: donde el requisito dice Propietario, la clase dice Dueño y el mockup dice Cliente.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Hay al menos un requisito que suena bonito en el papel, el RF-07 de recordatorio de cita, y no aparece en ningun caso de uso ni en ninguna clase del modelo.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036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036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Construir en Google Docs la matriz de trazabilidad de VetCare con las columnas RF, Caso de uso, Clase o clases implicadas y Mockup, incluyendo todos los requisitos del catalogo, y marcar en rojo cada fila incompleta.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27228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27228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19456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Levantar el glosario de nombres canonicos con minimo ocho conceptos del dominio (Propietario, Mascota, Consulta, Cita, Veterinario, Vacuna, Expediente, Bitacora), cada uno con definicion de una linea y sinonimos prohibidos, y renombrar en los artefactos todo lo que no coincida.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7180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14096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14096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06324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Intercambiar el paquete completo con otro equipo y aplicar la rubrica de auditoria de seis puntos durante veinte minutos cronometrados, registrando cada hallazgo con ubicacion exacta, descripcion y severidad bloqueante, mayor o menor; queda prohibido proponer soluciones durante la revision.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840479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00964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00964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931919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Recibir los hallazgos propios y clasificarlos en aceptado, rechazado con justificacion escrita o aplazado por acuerdo, sin borrar ninguno del acta, de modo que quede evidencia de la decision tomada.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70916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487832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87832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480060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Armar el backlog priorizado de correcciones con responsable y criterio de cierre verificable para cada item, ordenado por severidad, y aplicar en clase al menos las dos correcciones bloqueantes antes de subir el paquete corregido a ExamLab.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entregar — autochequeo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toma el requisito mas ambicioso de su catalogo y lo persigue hasta el diagrama de clases, en que punto exacto se le pierde el rastro?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Cuantos nombres distintos esta usando su equipo para referirse a la misma persona que lleva la mascota a la clinica?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su equipo desapareciera y solo quedara el paquete escrito, alguien podria construir VetCare sin hacer una sola pregunta?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Un documento con la matriz de trazabilidad RF a CU a Clase, el glosario de nombres canonicos, el acta de revision entre pares con hallazgos clasificados por severidad y el backlog priorizado de correcciones, subido a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La matriz de trazabilidad cubre el cien por ciento de los RF y no deja casos de uso ni clases sin origen en algun requisito.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glosario tiene minimo ocho conceptos con nombre canonico, definicion de una linea y sinonimos prohibidos, y los artefactos ya fueron renombrados en consecuencia.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acta de revision entre pares registra minimo seis hallazgos con ubicacion exacta, descripcion objetiva y severidad asignada.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backlog tiene responsable y criterio de cierre verificable por item, y las correcciones de severidad bloqueante quedaron aplicadas en el paquete entregado.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 (https://examlab.lovable.app/)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El paquete de diseño de VetCare queda auditado y consistente: requisitos, casos de uso y diagrama de clases usan los mismos nombres y no se contradicen entre si.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 del taller en ExamLab (https://examlab.lovable.app/) · domingo 23:59.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11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El paquete de diseño de VetCare queda auditado y consistente: requisitos, casos de uso y diagrama de clases usan los mismos nombres y no se contradicen entre si.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Un documento con la matriz de trazabilidad RF a CU a Clase, el glosario de nombres canonicos, el acta de revision entre pares con hallazgos clasificados por severidad y el backlog priorizado de correcciones, subido a ExamLab.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