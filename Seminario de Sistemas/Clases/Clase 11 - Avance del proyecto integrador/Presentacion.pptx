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integrador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paquete de diseño de VetCare queda auditado y consistente: requisitos, casos de uso y diagrama de clases usan los mismos nombres y no se contradicen entre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paquete de diseño no es una carpeta de archivos sueltos: es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 con las mismas palabras.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es que esos documentos se escribieron en semanas distintas, muchas veces por personas distintas del equipo, y cada semana el entendimiento del dominio cambio un poquito.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Ninguno de los tres documentos esta mal por si solo; lo que esta mal es el conjunto.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herramienta central para eso es la trazabilidad, y se verifica en...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 se pregunta si todo requisito funcional llega a algun caso de uso y si ese caso de uso llega a alguna clase, atributo u operacion que lo soporte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RF no llega a nada, es un requisito huerfano y significa que el equipo prometio algo que el diseño no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atras se pregunta si todo elemento del diseño nace de algun requisito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caso de uso o una clase no viene de ningun RF, es un elemento viudo y casi siempre significa que alguien agrego funcionalidad por gusto propio o que la fila de la matriz quedo sin diligenciar.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herramienta central para eso es la trazabilidad, y se verifica en...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esto se vuelve concreto rapidisimo: RF-05, consultar el expediente de una mascota, junto con el RNF-02 que exige que el resultado aparezca en menos de tres 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Debe llegar a CU-02 Buscar expediente y de ahi a las clases Mascota y Consulta, con una operacion de busqueda por codigo o por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camino se rompe en cualquier punto, el problema numero dos de la clinica Huellitas sigue sin resolverse aunque el equipo tenga veinte paginas escritas.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trazabilidad es apenas una tabla de cuatro columnas, pero es la unica prueba objetiva de que el paquete es coherente.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eje de la auditoria es el lenguaje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eje de la auditoria es el lenguaje.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en un documento se lee Dueño, en otro Propietario, en otro Cliente y en el mockup Responsable, no hay cuatro sinonimos: hay cuatro oportunidades de que alguien crea que son cuatro cosas distintas y termine con cuatro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un glosario canonico donde cada concepto de VetCare tiene un nombre unico, una definicion de una linea y una lista explicita de sinonimos prohibidos.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glosario manda sobre todos los artefactos: si el nombre canonico es Propietario, entonces el requisito, el caso de uso, el mockup, el diccionario de datos y la clase se llaman Propietario, sin excepciones y sin diminutivos.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eje de la auditoria es el lenguaje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glosario tambien separa parejas peligrosas: en Huellitas, Cita es la reserva de un horario futuro y Consulta es el registro de una atencion ya realizada, y confundirlas produce un modelo donde nadie sabe si se esta agendando o atendiendo.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ganancia es inmediata para el compañero que solo cursa Programacion II, porque puede buscar una palabra en el documento y encontrarla en todos lados; y tambien para el que solo cursa Seminario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su documento de diseño se lee como un texto y no como un rompecabezas.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revision entre pares se hace con reglas o no sirve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revision entre pares se hace con reglas o no sirve.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revisa el artefacto, nunca a la persona, y para eso se asignan tres roles: el autor, que entrega su paquete y permanece en silencio mientras lo revisan; el revisor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recorre la rubrica punto por punto y solo reporta hechos observables; y el moderador, que controla el tiempo y escribe los hallazgos.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se anota con ubicacion exacta, descripcion de la inconsistencia y severidad: bloqueante cuando impide construir el sistema, mayor cuando obliga a rehacer un artefacto completo, menor cuando es cosmetico.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revision entre pares se hace con reglas o no sirve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Prohibido discutir la solucion durante la revision, porque ahi es donde se van los cuarenta minutos y no se revisa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un hallazgo bien escrito se ve asi: en el diagrama de clases, la clase Consulta no tiene relacion con Veterinario, pero el flujo principal de CU-03 dice que toda consulta queda a nombre del veterinario que atendio; severidad mayor.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cambio esta mal hecho, no me gusta o le falta orden no es un hallazgo, es una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lo que se encuentra se convierte en backlog de deuda de diseño, no...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pasa a ser un item con responsable, severidad, criterio de cierre verificable y un estado que puede ser aceptado, rechazado con justificacion escrita o aplazado por acuerdo.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Rechazar un hallazgo es legitimo si se argumenta, y aprender a hacerlo es parte del oficio del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ese backlog se define lo que en la industria se llama definicion de terminado del paquete de diseño de VetCare: catalogo de RF y RNF numerado y sin huerfanos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 y especificaciones de casos de uso, diagrama de clases con multiplicidades, mockups de las pantallas criticas y diccionario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lo que se encuentra se convierte en backlog de deuda de diseño, no...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donde los tres casos de matricula se hacen visibles y conviene decirlo en voz alta en el aula: el que cursa las dos materias entrega estos planos aca y el codigo alla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que solo cursa Programacion II recibe este paquete y todo lo que hoy quede ambiguo lo va a pagar en horas de reproceso; y el que solo cursa Seminario cierra con este mismo documento mas el prototipo navegable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una ruta completa y valida, no una version reducida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VetCare: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el paquete de un equipo ficticio de VetCare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paquete de VetCare ya tiene requisitos, casos de uso y clases, pero nadie ha verificado que los tres describan el mismo sistema; sin esa verificacion los planos se contradicen y quien construya va a escoger al azar cual documento obedecer.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sesion produce evidencia propia: matriz, glosario, acta de revision y backlog, y por eso se califica igual que cualquier otra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hoy quede ambiguo lo paga el compañero que solo cursa Programacion II, que recibira estos planos sin poder preguntarle nada a la clinica Huellitas.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tres artefactos de VetCare escritos en semanas distintas: el catalogo de RF y RNF, el diagrama con las especificaciones de casos de uso y el diagrama de clases con sus multiplicidades.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vuelto a abrir el catalogo de requisitos desde que se dibujaron las clases, y los nombres empezaron a moverse: donde el requisito dice Propietario, la clase dice Dueño y el mockup dice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al menos un requisito que suena bonito en el papel, el RF-07 de recordatorio de cita, y no aparece en ningun caso de uso ni en ninguna clase del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de VetCare con las columnas RF, Caso de uso, Clase o clases implicadas y Mockup, incluyendo todos los requisitos del catalogo, y marcar en rojo cada fila incompleta.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Levantar el glosario de nombres canonicos con minimo ocho conceptos del dominio (Propietario, Mascota, Consulta, Cita, Veterinario, Vacuna, Expediente, Bitacora), cada uno con definicion de una linea y sinonimos prohibidos, y renombrar en los artefactos todo lo que no coincida.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Intercambiar el paquete completo con otro estudiante (o con otro equipo, si el docente autorizo trabajo en equipo) y aplicar la rubrica de auditoria de seis puntos durante veinte minutos cronometrados, registrando cada hallazgo con ubicacion exacta, descripcion y severidad bloqueante, mayor o menor; queda prohibido proponer soluciones durante la revision.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Recibir los hallazgos propios y clasificarlos en aceptado, rechazado con justificacion escrita o aplazado por acuerdo, sin borrar ninguno del acta, de modo que quede evidencia de la decision tomada.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Armar el backlog priorizado de correcciones con responsable y criterio de cierre verificable para cada item, ordenado por severidad, y aplicar en clase al menos las dos correcciones bloqueantes antes de subir el paquete corregido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toma el requisito mas ambicioso de su catalogo y lo persigue hasta el diagrama de clases, en que punto exacto se le pierde el rastro?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Cuantos nombres distintos esta usando su paquete para referirse a la misma persona que lleva la mascota 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usted desapareciera y solo quedara el paquete escrito, alguien podria construir VetCare sin hacer una sola pregunta?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cubre el cien por ciento de los RF y no deja casos de uso ni clases sin origen en algun requisito.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glosario tiene minimo ocho conceptos con nombre canonico, definicion de una linea y sinonimos prohibidos, y los artefactos ya fueron renombrados en consecuencia.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acta de revision entre pares registra minimo seis hallazgos con ubicacion exacta, descripcion objetiva y severidad asignada.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backlog tiene responsable y criterio de cierre verificable por item, y las correcciones de severidad bloqueante quedaron aplicadas en el paquete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paquete de diseño de VetCare queda auditado y consistente: requisitos, casos de uso y diagrama de clases usan los mismos nombres y no se contradicen entre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paquete de diseño de VetCare queda auditado y consistente: requisitos, casos de uso y diagrama de clases usan los mismos nombres y no se contradicen entre si.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