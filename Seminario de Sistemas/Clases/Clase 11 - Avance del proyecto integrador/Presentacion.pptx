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usar la sesion de avance como una hora libre para que los equipos…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     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     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     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tiene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Intercambiar el paquete completo con otro equipo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equipo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equipo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