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curva de costo es la justificacion de todo lo que se vera en este curso; sin ella, las metodologias suenan a burocracia arbitraria.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separar dos palabras que se usan como sinonimos y no lo son.</a:t>
            </a:r>
          </a:p>
          <a:p/>
          <a:p>
            <a:r>
              <a:t>Un proyecto termina; un producto puede seguir vivo diez años.</a:t>
            </a:r>
          </a:p>
          <a:p/>
          <a:p>
            <a:r>
              <a:t>Confundirlos lleva al equipo a pensar «ya entregamos, ya terminamos» y a no dejar nada escrito para quien venga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importante del primer dia es que el estudiante entienda su rol en esta asignatura: aqui no se construye la casa, se dibujan los planos para que cualquier equipo pueda construirla.</a:t>
            </a:r>
          </a:p>
          <a:p/>
          <a:p>
            <a:r>
              <a:t>Decirlo explicitamente evita que quien esperaba programar se frustre a mitad de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esta en quien lee.</a:t>
            </a:r>
          </a:p>
          <a:p/>
          <a:p>
            <a:r>
              <a:t>Por eso en este curso cada entregable tiene un lector concreto, y la pregunta que se hace al calificar no es cuantas paginas tiene sino si ese lector podria trabajar con el sin preguntarle nada al autor.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aclarar el mapa del semestre en una sola frase, porque de eso depende que el estudiante sepa donde esta parado en cada clase.</a:t>
            </a:r>
          </a:p>
          <a:p/>
          <a:p>
            <a:r>
              <a:t>Decir esto el primer dia evita la sensacion de estar haciendo tareas desconectadas.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vez que un equipo elige la salida rapida en lugar de la correcta, esta pidiendo prestado tiempo al futuro.</a:t>
            </a:r>
          </a:p>
          <a:p/>
          <a:p>
            <a:r>
              <a:t>El prestamo puede ser razonable, igual que un credito, pero se paga con intereses, y los intereses se cobran en forma de tiempo adicional en cada cambio posterior.</a:t>
            </a:r>
          </a:p>
          <a:p/>
          <a:p>
            <a:r>
              <a:t>Tres semanas despues, dos integrantes han asumido cosas distintas; uno diseno la pantalla de registro pidiendo el dueno primero y el otro escribio un caso de uso donde la mascota se registra sola y el dueno se asocia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Quien lo lea tomara decisiones a partir de informacion falsa y descubrira el problema tarde.</a:t>
            </a:r>
          </a:p>
          <a:p/>
          <a:p>
            <a:r>
              <a:t>De ahi salen dos reglas que este curso aplica a todos los entregables.</a:t>
            </a:r>
          </a:p>
          <a:p/>
          <a:p>
            <a:r>
              <a:t>Un equipo que cambio tres veces el alcance y lo registro esta mejor evaluado que uno que entrega un documento perfecto que nadie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VetCare, un diagrama de casos de uso responde quien hace que y con que finalidad, y le sirve al dueno de la clinica para confirmar que no falta ningun tramite; no responde en cuanto tiempo se busca un expediente ni como se guardan los datos, y quien busque eso ahi va a leer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se sigue que un modelo puede estar mal de dos maneras opuestas, y conviene decirlas juntas porque los equipos suelen corregir una cayendo en la otra.</a:t>
            </a:r>
          </a:p>
          <a:p/>
          <a:p>
            <a:r>
              <a:t>Lo que no pueda explicar, no comunica, y hay que arreglarlo.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Uno, tiene un lector nombrado y una pregunta que responde.</a:t>
            </a:r>
          </a:p>
          <a:p/>
          <a:p>
            <a:r>
              <a:t>Cuatro, esta fechado y versionado.</a:t>
            </a:r>
          </a:p>
          <a:p/>
          <a:p>
            <a:r>
              <a:t>Comparemos en VetCare.</a:t>
            </a:r>
          </a:p>
          <a:p/>
          <a:p>
            <a:r>
              <a:t>Nadie puede construir eso ni puede decir si se cumplio.</a:t>
            </a:r>
          </a:p>
          <a:p/>
          <a:p>
            <a:r>
              <a:t>La segunda version se puede programar, se puede probar y se puede discutir con el dueno de la clinica.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un asunto de organizacion que el docente debe resolver el primer dia porque afecta la calificacion: los estudiantes llegan en tres situaciones de matricula distintas y cada una cierra su entregable de manera diferente.</a:t>
            </a:r>
          </a:p>
          <a:p/>
          <a:p>
            <a:r>
              <a:t>Primera situacion, quien cursa Seminario y Programacion II al mismo tiempo.</a:t>
            </a:r>
          </a:p>
          <a:p/>
          <a:p>
            <a:r>
              <a:t>De ahi sale una exigencia concreta para el documento: debe ser autosuficiente, entendible por alguien que no estuvo en las conversaciones del equipo; si el artefacto solo se entiende cuando su autor lo explica de viva voz, no sirve para ese companero y por lo tanto no sirve.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encuadre tiene cuatro movimientos y conviene hacerlos en este orden.</a:t>
            </a:r>
          </a:p>
          <a:p/>
          <a:p>
            <a:r>
              <a:t>Conviene tambien nombrar el perfil profesional, porque el estudiante rara vez lo tiene claro: analista, arquitecto y product owner son cargos que existen y que se pagan bien precisamente por traducir entre el negocio y la tecnica.</a:t>
            </a:r>
          </a:p>
          <a:p/>
          <a:p>
            <a:r>
              <a:t>La respuesta es que el diagrama es justamente lo que hace barato ese cambio, y que cuando cambie, se actualiza y se anota el motivo, y ese registro es parte de lo que se evalua.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iniciales de ingenieria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diseñar software y por que no es programar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Programar es escribir codigo que funcione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es escribir codigo que funcione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ingenieria de software es el conjunto de practicas que hacen que ese codigo siga funcionando cuando el sistema crece, cuando lo mantiene otra persona y cuando los requisitos cambian.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no es filosofica sino economica: un error detectado al analizar requisitos cuesta corregirlo una fraccion de lo que cuesta corregirlo en produccion, cuando ya hay usuarios reales dependiendo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separar dos palabras que se usan como sinonimos y no lo 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software y su documentacion: lo que queda cuando todos se van.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es el esfuerzo acotado en tiempo y recursos para construirlo.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proyecto es el semestre; el producto es el sistema que la clinica Huellitas usaria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requisito funcional dice QUE debe hacer el sistema: «registrar una...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dice COMO debe comportarse: «la busqueda de un expediente responde en menos de dos segundos», «la informacion no se pierde ante un corte de energia».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 funcionales son los que mas se olvidan y, paradojicamente, los que mas condicionan la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el estudiante debe interiorizar desde hoy es: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rapido» no sirve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«responde en menos de 2 s con 50 usuarios simultaneos» si, porque alguien puede sentarse a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interesados no son solo quien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interesados no son solo quien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Huellitas hay al menos tres con intereses distintos: el dueño de la clinica quiere metricas del negocio, la recepcionista quiere agendar rapido y con pocos clics, y el veterinario quiere el historial del paciente a la mano durante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intereses entran en conflicto: pedir mas datos da mejores metricas al dueño pero vuelve mas lento el registro para la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Resolver ese conflicto, decidiendo que se prioriza y documentando por que, es trabajo de analisis, no de programacion.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desarrollo pasa por las mismas fases —requisitos, diseño...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Mantenimiento— y lo que cambia entre metodologias no son las fases sino COMO se recorren: una sola vez y en orden (cascada) o en ciclos cortos que repiten todas las fases (iterativo y agil).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se nombran; se comparan a fondo en las Clases 2, 3 y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una pregunta que el estudiante hace el primer dia y conviene...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una pregunta que el estudiante hace el primer dia y conviene responder sin rodeos: para que sirve documentar si al final lo que se usa es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codigo lo lee la maquina y quien ya conoce el sistema; los planos los lee quien todavia no lo conoce: el companero que entra a mitad de semestre, el docente que califica, el equipo de Programacion II que va a construir VetCare a partir de estos documentos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usted mismo dentro de seis semanas cuando ya no recuerde por que decidio lo que decidio.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escribir bonito ni llenar plantillas: es dejar por escrito las decisiones y su justificacion, de modo que otro pueda continuar sin volver a entrevistar al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tambien aclarar el mapa del semestre en una sola frase, porque...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primeras cuatro clases responden como se organiza el trabajo (ciclos de vida, metodologias tradicionales y agiles); de la sexta a la novena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debe hacer el sistema (requisitos, historias de usuario, UML y casos de uso); de la once a la catorce, como se ve y como se sustenta (auditoria del avance, diagramas dinamicos, interfaces y sustentacion).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5, 10 y 15 son de parcial.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produzca en el camino se acumula en un unico paquete de diseno del proyecto VetCare, que es el entregable real de la asignatura; no hay trabajos sueltos que se boten al terminar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concepto que explica por que este curso existe y que conviene instalar el primer dia sin jerga: la deuda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metafora la propuso Ward Cunningham en 1992 hablando de codigo, y funciona igual de bien para el diseno, que es lo que se hace aqui.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VetCare que ocurre todos los semestres: el equipo no decide si una Mascota puede existir sin un Dueno registrado, porque en la primera semana parece un detalle.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hay que decidir, ajustar dos documentos, avisar al equipo y probablemente rehacer un wireframe.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extra es el interes de una decision que costaba dos minutos en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 practica, los equipos maduros reservan entre el diez y el veinte por ciento de cada iteracion para pagar deuda; no es una regla dura, es una forma de reconocer que la deuda no desaparece 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deuda que nunca conviene tomar: la que se contrae por no saber que se estaba decidiendo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curso de diseno la deuda toma una forma particular y peligrosa: el artefacto desactualizado.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que ya no corresponde a la decision vigente es peor que no tener diagrama, porque un documento que no existe obliga a preguntar, mientras que un documento equivocado convence.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artefacto lleva fecha y version visibles, de modo que cualquiera pueda saber si esta mirando lo ultimo.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si una decision cambia, el artefacto se actualiza en la misma semana y el cambio queda anotado en una linea, con la fecha y el motivo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registro es lo que en la sustentacion de la Clase 14 distingue a un equipo que diseno de un equipo que improviso y despues escribio el documento hacia atras.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explicitamente porque contradice el habito escolar: aqui no se penaliza cambiar de opinion, se penaliza tener dos verdades circulando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concepto de fondo es la palabra modelo, que se usa todo el semestre sin definirla.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es una representacion simplificada de algo real, construida para responder un conjunto acotado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parte que sorprende al estudiante es que un modelo util es necesariamente incompleto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razon es aritmetica y no filosofica: un modelo que incluyera todo seria del tamano del territorio que representa y por lo tanto no serviria para nada, porque un mapa a escala uno a uno pesa lo mismo que la ciudad y no cabe en el bolsillo.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formula que se cita habitualmente es que el mapa no es el territorio.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operativa, y este es el criterio que el estudiante debe llevarse: para cada diagrama que va a dibujar hay que poder nombrar dos cosas, cual pregunta responde y quien es la persona que la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pueden nombrar, el diagrama no 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Esas otras preguntas tienen sus propios modelos, y el curso los introduce en las Clases 8, 9 y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que cada diagrama es parcial es lo que permite tener varios sin contradecirse.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 omitir algo que si importaba para la pregunta que promete responder, y entonces es incompleto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puede incluir tanto detalle que nadie lo lee, y entonces es ruido con apariencia de rigor.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falla es la mas comun en trabajos de curso, porque el estudiante asume que mas paginas equivalen a mas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Sirven algunas magnitudes de referencia, todas convenciones de este curso y no reglas del lenguaje: un diagrama de casos de uso legible rara vez pasa de quince o veinte casos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con cuarenta elementos ya no se puede discutir en una reunion; una historia de usuario cabe en dos o tres lineas.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prueba empirica que reemplaza cualquier lista de verificacion: entregue el artefacto a un compañero que no haya trabajado en su documento, sin explicarle nada, y pidale que lo explique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previsible aqui es cuantos diagramas hay que hacer entonces, y la respuesta que hay que sostener todo el semestre es que se hacen los que responden preguntas que alguien tiene, y que un diagrama sin lector es trabajo perdido aunque este perfecto.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anterior conduce al criterio que gobierna todas las entregas de este curso: la diferencia entre un documento que alguien puede usar y uno que solo existe para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rasgos y todos son verificables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es verificable: sus afirmaciones se pueden confirmar o refutar, lo que en requisitos significa criterios de aceptacion.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es trazable: cada requisito tiene identificador y se puede seguir hasta el artefacto donde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Cinco, es accionable: alguien puede tomar una decision o construir algo con 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para la nota: el sistema debe ser amigable e intuitivo y permitir gestionar la informacion de las mascotas de manera eficiente.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usable: RF-012, el sistema permite registrar una mascota con identificador, nombre, especie, fecha de nacimiento y dueno asociado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 de aceptacion, dado un dueno ya registrado, cuando la recepcionista guarda la mascota con esos cinco datos, entonces la mascota aparece en el listado de ese dueno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dueno no existe el registro se rechaza con un mensaje; origen, entrevista con la recepcionista; prioridad, 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rellenos que hay que prohibir desde hoy son la definicion copiada de un libro, la historia del origen de la ingenieria de software y las promesas sin sujeto del tipo se garantizara la calidad.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rasgo tres merece su propio parrafo porque es el hilo que amarra el semestre: la trazabilidad.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Trazabilidad es poder seguir un requisito desde su origen, es decir quien lo pidio, hasta el artefacto que lo resuelve y el criterio que lo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la cadena es concreta y siempre la misma: un interesado dice algo en una entrevista, eso se convierte en un requisito con identificador en la Clase 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expresa como historia de usuario en la Clase 7, aparece como caso de uso en la Clase 9, se dibuja como pantalla en la Clase 13 y se cierra con un criterio de aceptacion que permite decir si quedo hecho.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controles simples permiten auditar esa cadena sin herramientas: todo requisito funcional debe aparecer al menos una vez en algun caso de uso, y todo caso de uso debe poder senalar el requisito que lo origina.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huerfano, que no aparece en ningun sitio, es una de dos cosas: algo que nadie necesita y hay que eliminar, o un hueco de diseno que nadie noto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conclusiones son valiosas y ambas se pierden si el equipo escribe cada documento como si fuera independiente.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tambien la razon por la que en la Clase 11 se revisa el avance mirando la coherencia entre artefactos y no la cantidad de paginas.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asunto de organizacion que el docente debe resolver el primer...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es el caso ideal y hay que aprovecharlo: se acota el dominio de VetCare una sola vez y el entregable de diseno de este curso se convierte en el insumo real del codigo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riesgo es conocido, y consiste en que el estudiante se entusiasme programando y descuide el documento; la regla de cierre es que aqui se califica el plano y no la demostracion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si el codigo se desvio del plano lo correcto es actualizar el plano y anotar por que, nunca esconder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situacion, quien cursa solo Programacion II: no entrega en este curso, pero importa porque los equipos son mixtos y puede haber companeros de proyecto que no esten en esta aula.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asunto de organizacion que el docente debe resolver el primer...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situacion, quien cursa solo Seminario: cierra el semestre con el juego completo de planos y la sustentacion, y no se le exige ni una linea de codigo ni una demostracion funcionando; su nota no depende de que exista implementacion.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prueba de calidad es otra y hay que decirsela en estos terminos: que un tercero pueda construir el producto leyendo su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su caso el wireframe de la Clase 13 cumple el papel que en el otro curso cumple la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la trampa pedagogica de este primer dia, y es la mas seria del curso: el estudiante que se matriculo esperando programar y descubre que va a escribir documentos.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encuadra hoy, ese estudiante pasa quince semanas convencido de que el curso es trabajo administrativo, y el sintoma aparece en la primera entrega en forma de documentos hechos en la ultima 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reconocerlo en voz alta, porque negarlo lo confirma: aqui varios querian programar, y programar es legitimo y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dar el argumento del costo con numeros aunque sean gruesos: borrar una caja de un diagrama toma diez segundos, mientras que eliminar un modulo ya programado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Probado e integrado toma dias y arrastra todo lo que dependia de el; ese es el orden de magnitud que justifica dibujar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mostrar que las decisiones que el programador ya no podra cambiar se toman aqui, con ejemplos que se sienten reales: si una Mascota puede existir sin Dueno, o si reagendar una cita es modificarla o es cancelarla y crear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decision de diseno con consecuencias en el historial clinico durante 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dar salidas legitimas al deseo de construir: en la Clase 13 hay trabajo visual concreto con interfaces, en la Clase 11 se compara el diseno con lo que se esta construyendo, y en la Clase 12 los diagramas avanzados exigen precision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 la pregunta textual, porque va a llegar: profesor, para que dibujo esto si lo voy a cambiar cuando programe.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dominio en Mermaid: la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clinica[Clinica Huellitas]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vetcare[VetCare - el sistema]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agenda[Agendar cita]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exped[Consultar expediente]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lab[Laboratorio externo]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--&gt;|agenda| agenda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--&gt;|consulta| exped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exped --&gt;|pide examen| lab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Complete con SUS capacidades y actores: estas son dos de cada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requisito bien escrito, campo por campo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     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dueno ya esta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 El sistema DEBE permitir registrar una mascota con 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especie, fecha de nacimiento y dueno asociado.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la mascota queda con expediente abierto y 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  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      entrevista Dr. Ramirez, 12/08/2026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convierte una frase cruda en requisito: sujeto (el sistema),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verbo normativo (DEBE), objeto verificable, y de donde salio.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«El sistema debe ser facil de usar» no es un requisito: no se verifica.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Conceptos iniciales de ingenieria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diseñar software y por que no es programar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