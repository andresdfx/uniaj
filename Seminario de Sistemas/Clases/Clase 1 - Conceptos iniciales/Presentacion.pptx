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Conceptos iniciales de ingenieria de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Que es diseñar software y por que no es programar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Dominio del proyecto acotado (trabajo individual por defecto)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Ficha de dominio: problema en 2-3 frases, 3-5 capacidades, 2-3 actores y lo que queda fuera de alcance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Programar es escribir codigo que funcione hoy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Conviene separar dos palabras que se usan como sinonimos y no lo son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requisito funcional dice QUE debe hacer el sistema: «registrar una mascota con ID, nombre y especie». Un…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interesados no son solo quien paga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desarrollo pasa por las mismas fases —requisitos, diseño, construccion, pruebas, mantenimiento— y lo que…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frase cruda a requisito verificable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FRASE DEL CLIENTE (entrevista):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"Necesito buscar rapido el expediente de un animal usando solo su ID."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RF-01  Buscar expediente por identificador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El sistema permite consultar la ficha completa de una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 partir de su identificador unico.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Actor: Recepcionista, Veterinario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RNF-01 Tiempo de respuesta de la busqueda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La consulta del RF-01 devuelve el resultado en menos de 2 segundos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con hasta 500 mascotas registradas.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Verificacion: medir con cronometro sobre el juego de datos de prueba.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Si no se puede verificar, no es un requisito: es un deseo.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Convertir en vivo la frase cruda «necesito buscar rapido el expediente de un animal» en un requisito funcional y uno no funcional bien escritos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ficha de hoy es la base de todo el paquete de diseño; si el dominio queda vago, los requisitos y los diagramas tambien.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esta asignatura el entregable son los planos, no el codigo: conviene decirlo desde el primer dia.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diagnostico de hoy no tiene nota: sirve para calibrar el ritmo de las proximas clases.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Dominio por defecto: la clinica veterinaria Huellitas del Proyecto Integrador.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Herramientas: Google Docs para la ficha y draw.io o Excalidraw para el boceto.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parte de cero: no hay documentacion previa del sistema.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Modalidad de trabajo: individual por defecto. Abra su ficha de dominio y escriba su nombre. Si el docente autoriza equipos de 2 o 3 integrantes, la ficha puede ser compartida, pero la entrega en ExamLab siempre es individual y con sus propias palabras.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Escriban el problema en 2-3 frases: quien sufre que, y como se nota hoy ese dolor en la operacion diaria de la clinica.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Listen 3-5 capacidades del sistema, escritas como verbos de negocio (registrar, agendar, consultar), no como pantallas.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Identifiquen 2-3 actores y, para cada uno, que espera obtener del sistema.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Escriban explicitamente que NO hara el sistema este semestre (fuera de alcance): sin esa lista, el proyecto crece sin control.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¿Quien sufre el problema y como se mide hoy ese sufrimiento?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¿Otro compañero entenderia mi sistema en 30 segundos, sin que se lo explique?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¿Escribimos que NO hara el sistema, o dejamos la puerta abierta a que crezca sin control?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Ficha de dominio: problema en 2-3 frases, 3-5 capacidades, 2-3 actores y lo que queda fuera de alcance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problema nombra un actor concreto y un dolor observable, no una generalidad.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Las capacidades estan escritas como verbos de negocio y son entre 3 y 5.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actores identificados tienen un interes explicito, no solo un nombre.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lista de fuera de alcance existe y es especifica.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Dominio del proyecto acotado (trabajo individual por defecto)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Dominio del proyecto acotado (trabajo individual por defecto)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Ficha de dominio: problema en 2-3 frases, 3-5 capacidades, 2-3 actores y lo que queda fuera de alcance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