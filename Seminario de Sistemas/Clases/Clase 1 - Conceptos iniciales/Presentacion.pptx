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Dominio del proyecto acotado (trabajo individual por defecto)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Programar es escribir codigo que funcione hoy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Conviene separar dos palabras que se usan como sinonimos y no lo 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 Un…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interesados no son solo quien paga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pruebas, mantenimiento— y lo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Modalidad de trabajo: individual por defecto. Abra su ficha de dominio y escriba su nombre. Si el docente autoriza equipos de 2 o 3 integrantes, la ficha puede ser compartida, pero la entrega en la plataforma del curso siempre es individual y con sus propias palabras.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¿Otro compañero entenderia mi sistema en 30 segundos, sin que se lo explique?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Dominio del proyecto acotado (trabajo individual por defecto)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Dominio del proyecto acotado (trabajo individual por defecto)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dominio: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