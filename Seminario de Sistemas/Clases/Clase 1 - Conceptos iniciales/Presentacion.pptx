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Equipo conformado y dominio del proyecto acotado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equipo: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Programar es escribir codigo que funcione hoy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Conviene separar dos palabras que se usan como sinonimos y no lo son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requisito funcional dice QUE debe hacer el sistema: «registrar una mascota con ID, nombre y especie».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interesados no son solo quien paga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Todo desarrollo pasa por las mismas fases —requisitos, diseño, construccion, pruebas, mantenimiento— y lo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Queda una pregunta que el estudiante hace el primer dia y conviene responder sin rodeos: para que sirve documentar…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Conviene tambien aclarar el mapa del semestre en una sola frase, porque de eso depende que el estudiante sepa…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empezar por las metodologias (cascada, Scrum) antes de que el…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frase cruda a requisito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FRASE DEL CLIENTE (entrevista):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"Necesito buscar rapido el expediente de un animal usando solo su ID."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Buscar expediente por identificador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El sistema permite consultar la ficha completa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 partir de su identificador unico.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Actor: Recepcionista, Veterinario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RNF-01 Tiempo de respuesta de la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La consulta del RF-01 devuelve el resultado en menos de 2 segundos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 hasta 500 mascotas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Verificacion: medir con cronometro sobre el juego de datos de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no se puede verificar, no es un requisito: es un deseo.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Convertir en vivo la frase cruda «necesito buscar rapido el expediente de un animal» en un requisito funcional y uno no funcional bien escritos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ficha de hoy es la base de todo el paquete de diseño; si el dominio queda vago, los requisitos y los diagramas tambien.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esta asignatura el entregable son los planos, no el codigo: conviene decirlo desde el primer dia.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 por defecto: la clinica veterinaria Huellitas del Proyecto Integrador.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Herramientas: Google Docs para la ficha y draw.io o Excalidraw para el boceto.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parte de cero: no hay documentacion previa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Formen equipo de 2-3 personas y definan quien sera el vocero tecnico del grupo ante el docente.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el problema en 2-3 frases: quien sufre que, y como se nota hoy ese dolor en la operacion diaria de la clinica.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Listen 3-5 capacidades del sistema, escritas como verbos de negocio (registrar, agendar, consultar), no como pantallas.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Identifiquen 2-3 actores y, para cada uno, que espera obtener del sistema.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explicitamente que NO hara el sistema este semestre (fuera de alcance): sin esa lista, el proyecto crece sin control.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¿Quien sufre el problema y como se mide hoy ese sufrimiento?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¿Un compañero de otro equipo entenderia nuestro sistema en 30 segundos, sin que se lo expliquemos?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¿Escribimos que NO hara el sistema, o dejamos la puerta abierta a que crezca sin control?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equipo: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problema nombra un actor concreto y un dolor observable, no una generalidad.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capacidades estan escritas como verbos de negocio y son entre 3 y 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actores identificados tienen un interes explicito, no solo un nombre.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lista de fuera de alcance existe y es especifica.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Equipo conformado y dominio del proyecto acotado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Equipo conformado y dominio del proyecto acotado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equipo: problema en 2-3 frases, 3-5 capacidades, 2-3 actores y lo que queda fuera de alcance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