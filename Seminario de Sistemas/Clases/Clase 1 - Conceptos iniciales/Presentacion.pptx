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Equipo conformado y dominio del proyecto acotado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tambien aclarar el mapa del semestre en una sola frase, porque de eso depende que el estudiante sepa…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empezar por las metodologias (cascada, Scrum) antes de que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Formen equipo de 2-3 personas y definan quien sera el vocero tecnico del grupo ante el docente.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¿Un compañero de otro equipo entenderia nuestro sistema en 30 segundos, sin que se lo expliquemos?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Equipo conformado y dominio del proyecto acotado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Equipo conformado y dominio del proyecto acotado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equipo: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