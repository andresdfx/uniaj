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Conceptos iniciales de ingenieria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es diseñar software y por que no es programar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programar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hacer ingenieria de software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Diferenciar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requisito funcional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no funcional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y escribirlos de forma verificable.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Identificar a los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interesados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sistema y sus intereses en conflicto.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Conformar equipo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acotar el dominio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proyecto del semestre.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del tema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Prueba diagnostica (sin nota)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Teoria: conceptos iniciales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70-100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Taller: equipo y dominio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100-120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Puesta en comun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Programar no es lo mismo que hacer ingenieria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diferencia se paga en dinero: corregir un error tarde cuesta mucho mas que detectarlo temprano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26464"/>
            <a:ext cx="5524347" cy="49286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26464"/>
            <a:ext cx="5524347" cy="7315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609344"/>
            <a:ext cx="51951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095292"/>
                </a:solidFill>
                <a:latin typeface="Calibri"/>
              </a:rPr>
              <a:t>Programar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020824"/>
            <a:ext cx="5195163" cy="4379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Escribir codigo que funcione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exito es: «compila y corre».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alcance cabe en la cabeza de una persona.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426464"/>
            <a:ext cx="5524347" cy="492861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0147" y="1426464"/>
            <a:ext cx="5524347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739" y="1609344"/>
            <a:ext cx="51951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095292"/>
                </a:solidFill>
                <a:latin typeface="Calibri"/>
              </a:rPr>
              <a:t>Ingenieria de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739" y="2020824"/>
            <a:ext cx="5195163" cy="4379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Que siga funcionando cuando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crece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cuando lo mantiene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otra persona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cuando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cambian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los requisitos.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exito es: se puede modificar sin romperlo.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alcance excede a una sola persona → hacen falta planos.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costo de un error crece con el tiempo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19456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Requisitos
(barato)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2743200"/>
            <a:ext cx="219456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Diseño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743200"/>
            <a:ext cx="2194560" cy="10058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Construccion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2743200"/>
            <a:ext cx="2194560" cy="10058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Produccion
(carisimo)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324612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52160" y="324612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686800" y="324612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Por eso existe todo lo que veremos este semestre: mover la deteccion de errores hacia la izquierda de esta linea.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Requisitos: funcionales vs no funcionales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Funcional (QUE hace):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«registrar una mascota con ID, nombre y especie».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funcional (COMO se comporta):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«la busqueda responde en menos de 2 segundos»; «la informacion no se pierde ante un corte de energia».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funcionales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son los que mas se olvidan y los que mas condicionan el diseño.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Regla practica: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no se puede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verificar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es un requisito — es un deseo. «Debe ser rapido» no sirve; «responde en &lt;2 s con 50 usuarios» 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Interesados: no solo el que paga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Dueño de la clinica: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quiere metricas del negocio.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Recepcionista: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quiere agendar rapido, con pocos clics.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Veterinario: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quiere el historial del paciente a la mano.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Sus intereses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entran en conflicto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(mas datos = mas lento de registrar). Resolver ese conflicto es trabajo de analisis, no de programacion.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Ciclo de vida: siempre las mismas fases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Requisitos → Diseño → Construccion → Pruebas → Mantenimiento.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 que cambia entre metodologias no son las fases: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como se recorren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Una sola vez y en orden (cascada) o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ciclos cortos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 repiten todo (iterativo/agil).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Las comparamos a fondo en las Clases 2, 3 y 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 — conformar equipo y acotar el dominio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Formen equipo de 2-3 personas.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Escriban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problema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2-3 frases (quien sufre que).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Listen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3-5 capacidades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Identifiquen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2-3 actores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Escriban 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hara el sistema (fuera de alcance).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 de exito del taller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dominio es concreto: se entiende en 30 segundos sin que ustedes lo expliquen.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Hay un actor con un dolor medible, no «usuarios» en abstracto.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«Una app para la universidad» NO sirve: sin problema concreto, todo el semestre se vuelve humo.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lista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Ya distinguen programar de diseñar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Equipo conformado y dominio acotado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ciclos de vida del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En esta materia ustedes son los arquitectos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