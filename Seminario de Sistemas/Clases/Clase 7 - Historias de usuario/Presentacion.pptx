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pensar que la historia de usuario es simplemente el mismo…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