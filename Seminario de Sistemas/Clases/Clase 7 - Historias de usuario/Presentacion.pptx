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Historias de usuario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requisito contado por quien lo necesita y con criterios que se pueden cobrar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inicial de VetCare: dos epicas descompuestas en ocho historias priorizadas, con criterios de aceptacion y talla en puntos.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historia de usuario no es un requisito abreviado ni una moda de las metodologias agiles: es el recordatorio…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criterios de aceptacion son la parte que convierte una historia bonita en una historia entregable, y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INVEST es la lista de chequeo para saber si una historia esta bien cortada, y conviene revisarla letra por letra…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epica es una historia grande que todavia no cabe en una iteracion, y descomponerla es una habilidad que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Estimar en agil no es adivinar horas sino comparar tamanos, y esa es la razon de los puntos de historia: son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HU-04 con criterios de aceptacion (artefacto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HU-04  [Epica: E-02 Historial y agenda]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Como veterinario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quiero consultar el historial de atenciones de una mascota por el documento del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para decidir el tratamiento sin depender de la carpeta fisica.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CA-1  Dado un dueno con 3 mascotas registradas, cuando busco por su documento, entonces el sistema lista las 3 mascotas con nombre y especie.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CA-2  Dado que selecciono la mascota Rocky, cuando abro su historial, entonces veo sus atenciones de la mas reciente a la mas antigua.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CA-3  Dado un documento no registrado, cuando busco, entonces el sistema muestra 'No hay duenos con ese documento' y ofrece crear uno.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Estimacion: 5 puntos   |   Prioridad: Must   |   Origen: RF-03 / NEC-02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Definicion de terminado: mockup aprobado + los 3 criterios verificados en el prototipo navegable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a quien le sirve y para que; los criterios de aceptacion son la unica parte que se puede cobrar.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el RF-03 del catalogo, lo convierte en vivo en historia con criterios y luego muestra una historia partida por capas para tumbarla con INVEST.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 la version ejecutable del catalogo de requisitos; es la lista con la que se decide que se disena primero y, en Programacion II, que se codifica primero.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criterios de aceptacion que escriba hoy se vuelven literalmente el guion de revision del prototipo navegable y de las pruebas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historia sin beneficio claro es una funcionalidad que nadie va a extranar si no se hace: aqui es donde se justifica cada pantalla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requisitos de VetCare con RF, RNF, prioridades MoSCoW y matriz de trazabilidad aprobados en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Ese catalogo esta escrito en lenguaje formal de analista y todavia no permite decidir por donde arrancar ni cuanto pesa cada pieza.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del Proyecto Integrador necesita una lista ordenada de trabajo para poder repartirse las siguientes semanas entre diseno y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agrupe los RF del catalogo de la clase 6 en dos epicas de VetCare (por ejemplo Gestion de pacientes e Historial y agenda) y escriba el nombre y el objetivo de cada epica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descomponga las dos epicas en 8 historias con el formato Como &lt;rol de la clinica Huellitas&gt; quiero &lt;accion&gt; para &lt;beneficio&gt;, usando roles concretos (auxiliar, veterinario, administrador) y nunca la palabra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escriba 2 o 3 criterios de aceptacion por historia en Dado-Cuando-Entonces, e incluya obligatoriamente un criterio de camino alterno o de error en al menos cuatro de las ocho historias.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revise cada historia contra INVEST marcando las seis letras con si o no; toda historia que falle dos o mas letras debe reescribirse o partirse antes de continuar.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estime en puntos con la escala 1, 2, 3, 5, 8 tomando 'registrar un dueno = 3' como referencia, ordene el backlog de mayor a menor prioridad, agregue la columna de trazabilidad al RF de origen y suba el tablero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 leo esta historia al Dr. Ramirez sin explicarle nada, entiende quien gana algo y que gana, o solo entiende que hay una pantalla nueva?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El 'para' de mi historia esta repitiendo la accion con otras palabras, o dice de verdad el beneficio para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esta historia se entregara sola, sin ninguna otra, el usuario podria hacer algo completo de principio a fin?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8 historias usan roles concretos de la clinica Huellitas y ninguna emplea el rol generico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tiene minimo 2 criterios de aceptacion en Dado-Cuando-Entonces y al menos cuatro incluyen un camino alterno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Todas las historias pasan INVEST con al menos cinco de las seis letras en si, y ninguna esta cortada por capas tecnicas.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trae estimacion en puntos, prioridad y el RF de origen; ninguna historia supera los 8 puntos sin partirse.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inicial de VetCare: dos epicas descompuestas en ocho historias priorizadas, con criterios de aceptacion y talla en puntos.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inicial de VetCare: dos epicas descompuestas en ocho historias priorizadas, con criterios de aceptacion y talla en puntos.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