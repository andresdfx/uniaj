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de Componentes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Conectando los engranajes del sistema (Clase 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870471" y="2737544"/>
            <a:ext cx="845105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 Módulos a un Ecosistema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Hemos construido piezas sueltas (Singleton, Factory, Clases de Dominio). Hoy aprenderemos los principios arquitectónicos para ensamblar estas piezas sin crear un código desordenado.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la Integración de Componentes?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Conectando las Piezas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4574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integración es el proceso de unir diferentes partes o subsistemas de software para crear un sistema unificado y funcional.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514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51472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se trata solo de hacer que el código compile junto.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962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9624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Implica diseñar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cómo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comunican las clases y cómo se transfieren los datos entre ellas.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714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71487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mal diseño de integración produce el temido "Código Espagueti".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Reglas de Oro: Cohesión y Acoplamiento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Las métricas de calidad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Todo arquitecto de software busca maximizar una métrica y minimizar la otra: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19150" y="320992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Alta Cohesión: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Una clase debe enfocarse en hacer una sola cosa y hacerla bien (Responsabilidad única).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3962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39624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Bajo Acoplamiento: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Las clases deben depender lo menos posible unas de otras. Si cambiamos una clase, no deberíamos tener que modificar diez clases diferentes.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28787"/>
            <a:ext cx="52768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276850" cy="42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Inyección de Dependencias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71550" y="2147887"/>
            <a:ext cx="472059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(Alto Acoplamiento)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971550" y="3014662"/>
            <a:ext cx="44958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error más grave en integración es usar new internamente para instanciar herramientas (como la Base de Datos).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71550" y="4081462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BaseDatos db = new BaseDatosMySQL();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71550" y="453866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Esto amarra fuertemente a tu Controlador con MySQL. Si la empresa cambia a Oracle, tendrás que reescribir la clase.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724650" y="21478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Solución (Inyección)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65271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crees tus dependencias;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pídelas por parámetro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(habitualmente en el constructor).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405187"/>
            <a:ext cx="44958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public Controlador(BaseDatos db)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this.bd = db;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44910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Esto fomenta un Acoplamiento Bajo y piezas intercambiables.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Patrón en Acción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Como enchufes y tomacorrientes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81025" y="2457450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inyección de dependencias actúa como un enchufe estándar. A la lámpara (El Controlador) no le importa si la energía proviene de una represa o de un panel solar, simplemente usa la interfaz del enchufe.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81025" y="3819525"/>
            <a:ext cx="5276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Java, esto se traduce en inyectar nuestro patrón Singleton directamente en el controlador, o delegar en frameworks avanzados como Spring Boot.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Rol del Controlador (MVC)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Director de Orquesta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integrar nuestro proyecto, 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Controlador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asume el rol de Director.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19150" y="320992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fabrica mascotas (Eso lo hace el Factory).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52475" y="3657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19150" y="3657600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guarda datos (Eso lo hace el Singleton).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52475" y="4105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19150" y="410527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Coordina: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Le dice a la Fábrica que construya y luego instruye al Singleton para que guarde. Es el cerebro de la integración y el flujo.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66912"/>
            <a:ext cx="34226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66912"/>
            <a:ext cx="34226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66912"/>
            <a:ext cx="342260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de Integración vs Unitarias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27080" y="3252787"/>
            <a:ext cx="27303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Unitarias (Aislamiento)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76300" y="3690937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Prueban una sola clase pequeña y asilada. (Ej: ¿El método getNombre() retorna el texto correcto de la clase Mascota?)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15666" y="3252787"/>
            <a:ext cx="29603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(Conexiones)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79900" y="36909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Prueban que el Controlador hable correctamente con la Fábrica, y la Fábrica con el Singleton. Prueban 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flujo completo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 la arquitectura.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779311" y="3252787"/>
            <a:ext cx="22402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Detección de Fallos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483500" y="36909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Suelen revelar problemas de incompatibilidad de datos y errores de lógica que las pruebas unitarias ignoran por su naturaleza aislada.</a:t>
            </a:r>
            <a:endParaRPr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4125" y="24431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813" y="244316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443162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Volvemos al Editor de Código.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Integraremos nuestro Controlador para conectar la Fábrica con la Base de Datos (Singleton) completando el flujo de VetCare.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2809875" y="2292846"/>
            <a:ext cx="6572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2809875" y="3077616"/>
            <a:ext cx="6572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2809875" y="3862387"/>
            <a:ext cx="6572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2809875" y="3068091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809875" y="3068091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2809875" y="3852862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2809875" y="3852862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809875" y="4637633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809875" y="4637633"/>
            <a:ext cx="657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875" y="24422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3905250" y="2435721"/>
            <a:ext cx="5476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https://www.drawio.com/assets/img/blog/component-diagram-example.png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905250" y="2681436"/>
            <a:ext cx="5476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www.drawio.com</a:t>
            </a:r>
            <a:endParaRPr/>
          </a:p>
        </p:txBody>
      </p:sp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875" y="32270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3905250" y="3220491"/>
            <a:ext cx="5476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https://miro.medium.com/1*jaWBt4bbDXqbVkQgzAIswg.png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905250" y="3466207"/>
            <a:ext cx="5476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875" y="40118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3905250" y="4005262"/>
            <a:ext cx="5476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https://upload.wikimedia.org/wikipedia/commons/5/5f/DependencyInjectionServiceProvider.png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905250" y="4250977"/>
            <a:ext cx="5476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en.wikipedia.org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9875" y="47965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3905250" y="4790033"/>
            <a:ext cx="5476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https://cdn.bap-software.net/2021/02/mvc-model.jpg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3905250" y="5035748"/>
            <a:ext cx="5476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bap-software.net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