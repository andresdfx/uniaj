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paquete de diseño no es una carpeta de archivos sueltos: es un sistema de documentos que deben decir lo mismo con las mismas palabras.</a:t>
            </a:r>
          </a:p>
          <a:p/>
          <a:p>
            <a:r>
              <a:t>El problema es que esos documentos se escribieron en semanas distintas, muchas veces por personas distintas del equipo, y cada semana el entendimiento del dominio cambio un poquito.</a:t>
            </a:r>
          </a:p>
          <a:p/>
          <a:p>
            <a:r>
              <a:t>Ninguno de los tres documentos esta mal por si solo; lo que esta mal es el conjunto.</a:t>
            </a:r>
          </a:p>
          <a:p/>
          <a:p>
            <a:r>
              <a:t>NOTAS:</a:t>
            </a:r>
          </a:p>
          <a:p/>
          <a:p>
            <a:r>
              <a:t>Asi es como en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herramienta central para eso es la trazabilidad, y se verifica en dos direcciones.</a:t>
            </a:r>
          </a:p>
          <a:p/>
          <a:p>
            <a:r>
              <a:t>Hacia adelante se pregunta si todo requisito funcional llega a algun caso de uso y si ese caso de uso llega a alguna clase, atributo u operacion que lo soporte</a:t>
            </a:r>
          </a:p>
          <a:p/>
          <a:p>
            <a:r>
              <a:t>Si un RF no llega a nada, es un requisito huerfano y significa que el equipo prometio algo que el diseño no cumple.</a:t>
            </a:r>
          </a:p>
          <a:p/>
          <a:p>
            <a:r>
              <a:t>Hacia atras se pregunta si todo elemento del diseño nace de algun requisito</a:t>
            </a:r>
          </a:p>
          <a:p/>
          <a:p>
            <a:r>
              <a:t>Si un caso de uso o una clase no viene de ningun RF, es un elemento viudo y casi siempre significa que alguien agrego funcionalidad por gusto propio o que la fila de la matriz quedo sin diligenciar.</a:t>
            </a:r>
          </a:p>
          <a:p/>
          <a:p>
            <a:r>
              <a:t>En la clinica esto se vuelve concreto rapidisimo: RF-05, consultar el expediente de una mascota, junto con el RNF-02 que exige que el resultado aparezca en menos de tres segundos</a:t>
            </a:r>
          </a:p>
          <a:p/>
          <a:p>
            <a:r>
              <a:t>Debe llegar a CU-02 Buscar expediente y de ahi a las clases Mascota y Consulta, con una operacion de busqueda por codigo o por nombre</a:t>
            </a:r>
          </a:p>
          <a:p/>
          <a:p>
            <a:r>
              <a:t>Si ese camino se rompe en cualquier punto, el problema numero dos de la clinica sigue sin resolverse aunque el equipo tenga veinte paginas escritas.</a:t>
            </a:r>
          </a:p>
          <a:p/>
          <a:p>
            <a:r>
              <a:t>La matriz de trazabilidad es apenas una tabla de cuatro columnas, pero es la unica prueba objetiva de que el paquete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eje de la auditoria es el lenguaje.</a:t>
            </a:r>
          </a:p>
          <a:p/>
          <a:p>
            <a:r>
              <a:t>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/>
          <a:p>
            <a:r>
              <a:t>La solucion es un glosario canonico donde cada concepto del dominio tiene un nombre unico, una definicion de una linea y una lista explicita de sinonimos prohibidos.</a:t>
            </a:r>
          </a:p>
          <a:p/>
          <a:p>
            <a:r>
              <a:t>Ese glosario manda sobre todos los artefactos: si el nombre canonico es Propietario, entonces el requisito, el caso de uso, el mockup, el diccionario de datos y la clase se llaman Propietario, sin excepciones y sin diminutivos.</a:t>
            </a:r>
          </a:p>
          <a:p/>
          <a:p>
            <a:r>
              <a:t>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/>
          <a:p>
            <a:r>
              <a:t>La ganancia es inmediata para el compañero que solo cursa Programacion II, porque puede buscar una palabra en el documento y encontrarla en todos lados; y tambien para el que solo cursa Seminario</a:t>
            </a:r>
          </a:p>
          <a:p/>
          <a:p>
            <a:r>
              <a:t>Porque su documento de diseño se lee como un texto y no como un rompecabezas.</a:t>
            </a:r>
          </a:p>
          <a:p/>
          <a:p>
            <a:r>
              <a:t>NOTAS:</a:t>
            </a:r>
          </a:p>
          <a:p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revision entre pares se hace con reglas o no sirve.</a:t>
            </a:r>
          </a:p>
          <a:p/>
          <a:p>
            <a:r>
              <a:t>Se revisa el artefacto, nunca a la persona, y para eso se asignan tres roles: el autor, que entrega su paquete y permanece en silencio mientras lo revisan; el revisor</a:t>
            </a:r>
          </a:p>
          <a:p/>
          <a:p>
            <a:r>
              <a:t>Que recorre la lista de verificacion punto por punto y solo reporta hechos observables; y el moderador, que controla el tiempo y escribe los hallazgos.</a:t>
            </a:r>
          </a:p>
          <a:p/>
          <a:p>
            <a:r>
              <a:t>Cada hallazgo se anota con ubicacion exacta, descripcion de la inconsistencia y severidad: bloqueante cuando impide construir el sistema, mayor cuando obliga a rehacer un artefacto completo, menor cuando es cosmetico.</a:t>
            </a:r>
          </a:p>
          <a:p/>
          <a:p>
            <a:r>
              <a:t>Prohibido discutir la solucion durante la revision, porque ahi es donde se van los cuarenta minutos y no se revisa nada.</a:t>
            </a:r>
          </a:p>
          <a:p/>
          <a:p>
            <a:r>
              <a:t>En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/>
          <a:p>
            <a:r>
              <a:t>En cambio esta mal hecho, no me gusta o le falta orden no es un hallazgo, es una opinion.</a:t>
            </a:r>
          </a:p>
          <a:p/>
          <a:p>
            <a:r>
              <a:t>NOTAS:</a:t>
            </a:r>
          </a:p>
          <a:p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hallazgo pasa a ser un item con responsable, severidad, criterio de cierre verificable y un estado que puede ser aceptado, rechazado con justificacion escrita o aplazado por acuerdo.</a:t>
            </a:r>
          </a:p>
          <a:p/>
          <a:p>
            <a:r>
              <a:t>Rechazar un hallazgo es legitimo si se argumenta, y aprender a hacerlo es parte del oficio del analista.</a:t>
            </a:r>
          </a:p>
          <a:p/>
          <a:p>
            <a:r>
              <a:t>Sobre ese backlog se define lo que en la industria se llama definicion de terminado del paquete de diseño de la clinica: catalogo de RF y RNF numerado y sin huerfanos</a:t>
            </a:r>
          </a:p>
          <a:p/>
          <a:p>
            <a:r>
              <a:t>Diagrama y especificaciones de casos de uso, diagrama de clases con multiplicidades, mockups de las pantallas criticas y diccionario de datos.</a:t>
            </a:r>
          </a:p>
          <a:p/>
          <a:p>
            <a:r>
              <a:t>Aqui se hacen visibles los tres casos de matricula: el que cursa las dos materias entrega estos planos aca y el codigo alla; el que solo cursa Programacion II recibe este paquete y todo lo que hoy quede ambiguo lo va a pagar en horas de reproceso</a:t>
            </a:r>
          </a:p>
          <a:p/>
          <a:p>
            <a:r>
              <a:t>Y el que solo cursa Seminario cierra con este mismo documento mas el prototipo navegable, que es una ruta completa y valida, no una version reducida del curso.</a:t>
            </a:r>
          </a:p>
          <a:p/>
          <a:p>
            <a:r>
              <a:t>NOTAS:</a:t>
            </a:r>
          </a:p>
          <a:p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paquete de diseño es un sistema de documentos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quete-inconsis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quete-inconsis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quete-inconsis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Todos deben decir lo mismo con las mismas palabras, aunque se escribieron en semanas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RF-07 promete recordatorios; ningún caso de uso los tiene; ninguna clase los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está mal por sí solo: lo que está mal es el conjunto.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Corregirlo hoy cuesta una hoja; cuando ya hay pantallas y código, carísimo.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 huérfanos y elementos viudos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erfano-vi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huerfano-vi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huerfano-vi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¿todo RF llega a un caso de uso y a una clase que lo soporte?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RF que no llega a nada es huérfano: se prometió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¿todo elemento del diseño nace de un requisito? Si no, es viudo.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la única prueba objetiva de que el paquete es coherente.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cruzada: la matriz que delata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31111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implicadas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Mockup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|------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--|------------------------------|------------------------|--------|-------------|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???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HALLAZGO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    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     | HUERFANO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atendio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relaciona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fila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ligarse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08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eliminarse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bloqueante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texto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lugar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asociarse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menor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ninguna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Glosario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prohibido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!=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canónico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losar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losar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losar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Dueño, Propietario, Cliente y Responsable no son cuatro sinónimos: son cuatro tablas en potencia.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concepto: un nombre único, una definición de una línea y sus sinónimos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manda sobre todos los artefactos, sin excepciones.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 parejas peligrosas: Cita es la reserva futura; Consulta, la atención ya realizada.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Concepto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paquete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trae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encuentro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Reserva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HistoriaClinica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El diagrama de clases dice Mascota, el caso de uso dice Paciente y el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wireframe dice Animal: son tres artefactos que hablan de cosas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distintas para quien los lee. Un solo nombre por concepto, y el mismo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en TODOS los artefactos.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Revisión entre pares con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Roles: autor (en silencio), revisor (hechos observables) y moderador (tiempo y registro).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hallazgo: ubicación exacta, inconsistencia y severidad: bloqueante, mayor o menor.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me gusta» no es un hallazgo: es una opinión.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hallazgo al backlog de deuda de diseño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log-deu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cklog-deu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cklog-deu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es un ítem con responsable, severidad, criterio de cierre y estado.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Estados: aceptado, rechazado con justificación escrita,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legítimo si se argumenta.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Definición de terminado: RF y RNF sin huérfanos, casos de uso, clases con multiplicidades, mockups y diccionario de datos.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el paquete de un equipo ficticio de la clinica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