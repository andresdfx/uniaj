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del guion en bloques con tiempos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6222" y="1792224"/>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6222" y="1792224"/>
            <a:ext cx="1051560" cy="1051560"/>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457200"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3913" y="4256532"/>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43913" y="4256532"/>
            <a:ext cx="1051560" cy="1051560"/>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530352" y="5381244"/>
            <a:ext cx="3478682" cy="502920"/>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5570067" y="4256532"/>
            <a:ext cx="1051560" cy="1051560"/>
          </a:xfrm>
          <a:prstGeom prst="rect">
            <a:avLst/>
          </a:prstGeom>
        </p:spPr>
      </p:pic>
      <p:sp>
        <p:nvSpPr>
          <p:cNvPr id="32" name="TextBox 31"/>
          <p:cNvSpPr txBox="1"/>
          <p:nvPr/>
        </p:nvSpPr>
        <p:spPr>
          <a:xfrm>
            <a:off x="4356506" y="5381244"/>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a un integrante sobre una parte que no expuso, esa persona puede responder sin mirar a los demas.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