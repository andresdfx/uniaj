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Sustentar un paquete de diseño no es leer diapositivas ni narrar lo que el equipo hizo cada semana: es demostrar que las decisiones tomadas son defendibles.</a:t>
            </a:r>
          </a:p>
          <a:p/>
          <a:p>
            <a:r>
              <a:t>El jurado, sea el docente o un cliente simulado de la clinica, no esta evaluando cuanto trabajaron sino tres cosas concretas: si el diseño resuelve el problema declarado, si las piezas son coherentes entre si y si el equipo entiende lo que entrego.</a:t>
            </a:r>
          </a:p>
          <a:p/>
          <a:p>
            <a:r>
              <a:t>La diferencia se nota en la primera frase: quien dice hicimos casos de uso, luego clases, luego pantallas, esta narrando; quien dice la clinica pierde fichas y tarda ocho minutos en encontrar un historial</a:t>
            </a:r>
          </a:p>
          <a:p/>
          <a:p>
            <a:r>
              <a:t>Y este paquete de diseño ataca esos tres problemas asi, esta sustentando.</a:t>
            </a:r>
          </a:p>
          <a:p/>
          <a:p>
            <a:r>
              <a:t>En la clinica la evidencia esta toda disponible: la tabla de RF y RNF, los diagramas UML, el diccionario de datos y el prototipo navegable.</a:t>
            </a:r>
          </a:p>
          <a:p/>
          <a:p>
            <a:r>
              <a:t>El trabajo de hoy es ordenar esa evidencia para que cuente una sola historia.</a:t>
            </a:r>
          </a:p>
          <a:p/>
          <a:p>
            <a:r>
              <a:t>Una sustentacion es, por definicion, la defensa oral de un conjunto de decisiones frente a quien las va a evaluar o a usar.</a:t>
            </a:r>
          </a:p>
          <a:p/>
          <a:p>
            <a:r>
              <a:t>El error comun es ordenar la exposicion por documento, primero requisitos y luego diagramas, en lugar de ordenarla por problema resuelto.</a:t>
            </a:r>
          </a:p>
          <a:p/>
          <a:p>
            <a:r>
              <a:t>NOTAS:</a:t>
            </a:r>
          </a:p>
          <a:p/>
          <a:p>
            <a:r>
              <a:t>Por eso una sustentacion es un argumento con evidencia, no un recuento cronologico.</a:t>
            </a:r>
          </a:p>
          <a:p/>
          <a:p>
            <a:r>
              <a:t>En la clinica esa historia empieza por el problema, las fichas de papel que se pierden y los ocho minutos para encontrar un historial, y termina mostrando en el prototipo como cada requisito queda resuelto.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orden de la sustentacion no es libre, es un embudo y tiene una razon logica.</a:t>
            </a:r>
          </a:p>
          <a:p/>
          <a:p>
            <a:r>
              <a:t>Segundo los requisitos, porque son la promesa concreta: que va a hacer el sistema y con que restricciones.</a:t>
            </a:r>
          </a:p>
          <a:p/>
          <a:p>
            <a:r>
              <a:t>Cuarto la interfaz, porque es donde el jurado por fin ve y toca.</a:t>
            </a:r>
          </a:p>
          <a:p/>
          <a:p>
            <a:r>
              <a:t>Y quinto las decisiones, que es la parte que separa a un equipo que entendio de uno que copio plantillas.</a:t>
            </a:r>
          </a:p>
          <a:p/>
          <a:p>
            <a:r>
              <a:t>Invertir ese orden es el error mas comun: los equipos empiezan mostrando pantallas bonitas, el jurado pregunta que problema resuelve eso y ahi la sustentacion se desarma.</a:t>
            </a:r>
          </a:p>
          <a:p/>
          <a:p>
            <a:r>
              <a:t>Para la clinica doce minutos alcanzan de sobra si se respetan las proporciones: uno y medio para el problema, uno y medio para el alcance</a:t>
            </a:r>
          </a:p>
          <a:p/>
          <a:p>
            <a:r>
              <a:t>Dos para requisitos, dos para modelo, dos para interfaz en vivo, dos para decisiones y el ultimo minuto para riesgos y cierre.</a:t>
            </a:r>
          </a:p>
          <a:p/>
          <a:p>
            <a:r>
              <a:t>NOTAS:</a:t>
            </a:r>
          </a:p>
          <a:p/>
          <a:p>
            <a:r>
              <a:t>Primero el problema, porque nada de lo que sigue tiene sentido si el jurado no sabe que duele en la clinica.</a:t>
            </a:r>
          </a:p>
          <a:p/>
          <a:p>
            <a:r>
              <a:t>Tercero el modelo, casos de uso y clases, porque muestra como se organiza la solucion.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Defender una decision de diseño tiene una estructura fija que conviene memorizar: decision, alternativas consideradas, criterio de eleccion y consecuencia asumida.</a:t>
            </a:r>
          </a:p>
          <a:p/>
          <a:p>
            <a:r>
              <a:t>Ejemplo concreto de la clinica: decidimos separar Historia_Clinica de Mascota como clases distintas; la alternativa era guardar diagnosticos y tratamientos como campos dentro de Mascota</a:t>
            </a:r>
          </a:p>
          <a:p/>
          <a:p>
            <a:r>
              <a:t>El criterio fue que una mascota tiene muchas consultas a lo largo de su vida y una relacion uno a muchos no cabe en campos fijos</a:t>
            </a:r>
          </a:p>
          <a:p/>
          <a:p>
            <a:r>
              <a:t>La consecuencia es que hay una entidad mas y una consulta adicional al mostrar la ficha, lo cual se acepta porque el RNF de busqueda menor a tres segundos se sostiene con un indice.</a:t>
            </a:r>
          </a:p>
          <a:p/>
          <a:p>
            <a:r>
              <a:t>Otro ejemplo: decidimos que la fecha de nacimiento sea opcional; la alternativa era hacerla obligatoria</a:t>
            </a:r>
          </a:p>
          <a:p/>
          <a:p>
            <a:r>
              <a:t>El criterio fue que en la clinica muchos dueños de mascotas rescatadas no la conocen y un campo obligatorio los llevaria a inventar datos; la consecuencia es que la edad se muestra como aproximada cuando el dato falta.</a:t>
            </a:r>
          </a:p>
          <a:p/>
          <a:p>
            <a:r>
              <a:t>NOTAS:</a:t>
            </a:r>
          </a:p>
          <a:p/>
          <a:p>
            <a:r>
              <a:t>No basta decir que se hizo, hay que decir contra que se comparo y por que gano.</a:t>
            </a:r>
          </a:p>
          <a:p/>
          <a:p>
            <a:r>
              <a:t>Una decision defendida asi resiste cualquier pregunta, porque el jurado ya sabe que el equipo penso en la alternativa.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preguntas del jurado son bastante predecibles y por eso se preparan.</a:t>
            </a:r>
          </a:p>
          <a:p/>
          <a:p>
            <a:r>
              <a:t>Las mas frecuentes en un proyecto como el de la clinica son: como sabe usted que este requisito es realmente necesario; que pasa si dos recepcionistas registran la misma mascota al mismo tiempo; por que esta clase existe y no es un atributo de otra</a:t>
            </a:r>
          </a:p>
          <a:p/>
          <a:p>
            <a:r>
              <a:t>Como se cumple el requisito no funcional que usted escribio y como se mediria; que pasa si el sistema se cae a mitad de un registro; que dejaron por fuera del alcance y por que; y quien de ustedes hizo esta parte.</a:t>
            </a:r>
          </a:p>
          <a:p/>
          <a:p>
            <a:r>
              <a:t>Hay que preparar la respuesta de cada una en dos frases, sin discursos.</a:t>
            </a:r>
          </a:p>
          <a:p/>
          <a:p>
            <a:r>
              <a:t>Y hay una regla de oro para cuando no se sabe: no se inventa.</a:t>
            </a:r>
          </a:p>
          <a:p/>
          <a:p>
            <a:r>
              <a:t>NOTAS:</a:t>
            </a:r>
          </a:p>
          <a:p/>
          <a:p>
            <a:r>
              <a:t>La respuesta correcta es reconocer el vacio y proponer como se resolveria, por ejemplo no lo modelamos, lo registramos como riesgo abierto y se resolveria agregando una validacion de unicidad por dueño mas nombre en el diccionario de datos.</a:t>
            </a:r>
          </a:p>
          <a:p/>
          <a:p>
            <a:r>
              <a:t>Un jurado castiga mucho mas la improvisacion detectada que la honestidad tecnica.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reparto del guion en bloques con tiempos es lo que sostiene una sustentacion, no un detalle logistico.</a:t>
            </a:r>
          </a:p>
          <a:p/>
          <a:p>
            <a:r>
              <a:t>La sustentacion es individual por defecto: el estudiante expone los cinco bloques y responde por todos, y lo que importa es que cada bloque tenga su rango de minutos y su evidencia en pantalla, no quien lo dice.</a:t>
            </a:r>
          </a:p>
          <a:p/>
          <a:p>
            <a:r>
              <a:t>El orden que funciona para la clinica es: abrir con problema y alcance, seguir con requisitos y trazabilidad, luego los modelos UML, despues el prototipo en vivo y cerrar con decisiones, riesgos y siguiente paso hacia Programacion II.</a:t>
            </a:r>
          </a:p>
          <a:p/>
          <a:p>
            <a:r>
              <a:t>Si el docente autorizo equipo de 2 o 3, se agrega el nombre del responsable a cada bloque, todos los integrantes deben hablar al menos dos minutos y ninguno puede hablar solo de lo suyo: cada persona domina una pieza pero debe conocer el todo</a:t>
            </a:r>
          </a:p>
          <a:p/>
          <a:p>
            <a:r>
              <a:t>Porque el jurado tiene derecho a preguntarle a cualquiera sobre cualquier parte.</a:t>
            </a:r>
          </a:p>
          <a:p/>
          <a:p>
            <a:r>
              <a:t>Ademas se prepara el plan B tecnico: capturas del prototipo por si falla el internet, el documento en PDF descargado y los diagramas exportados a imagen.</a:t>
            </a:r>
          </a:p>
          <a:p/>
          <a:p>
            <a:r>
              <a:t>Y algo que parece obvio pero se olvida siempre: quien maneja el prototipo debe haberlo recorrido antes haciendo clic en cosas que no estaban en el guion, porque el jurado va a hacer exactamente eso.</a:t>
            </a:r>
          </a:p>
          <a:p/>
          <a:p>
            <a:r>
              <a:t>NOTAS:</a:t>
            </a:r>
          </a:p>
          <a:p/>
          <a:p>
            <a:r>
              <a:t>Se ensaya cronometrado al menos dos veces, en voz alta y de pie, porque el tiempo estimado leyendo en silencio siempre es la mitad del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 · Figma o Penpot</a:t>
            </a:r>
          </a:p>
          <a:p/>
          <a:p>
            <a:r>
              <a:t>Demo: Se proyecta una sustentacion mal hecha y una bien hecha del mismo paquete, y luego arma en vivo la tabla de decisiones para justificar por que Historia_Clinica es una clase aparte de Mascota.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Preparacion de la sustentacion y cierre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Como se defiende un paquete de planos frente a un jurado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Preparacion de la sustentacion y cierre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defiende un paquete de planos frente a un jurado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· Figma o Penpot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es defender decisiones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rrar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narrar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narrar-sustenta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leer diapositivas ni narrar lo hecho cada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jurado mira tres cosas: si el diseño resuelve el problema, si las piezas son coherentes y si el autor entiende lo que entregó.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Narrar: «hicimos casos de uso, luego clases». Sustentar: «la clínica pierde fichas, y esto lo resuelve así».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ordena por problema resuelto, no por documento.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orden en embudo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mb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mb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mb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Problema · 2 Requisitos · 3 Modelo · 4 Interfaz · 5 Decisiones.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primero: sin saber qué duele, nada de lo que sigue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por las pantallas bonitas es el error más común.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doce minutos: problema y alcance 3, requisitos 2, modelo 2, interfaz 2, decisiones 2, riesgos y cierre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defiende una decisión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nder-decis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fender-decis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efender-decis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defender-decision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 · alternativas consideradas · criterio de elección · consecuencia asumida.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Decisión: separar Historia_Clinica de Mascota. Alternativa: campos dentro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Criterio: una mascota tiene muchas consultas en su vida. Consecuencia: una entidad más, aceptada porque el RNF de 3 s se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Así el jurado ya sabe que se pensó en la alternativa.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preguntas previsibles del jurado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reguntas-jur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 necesario este requisito? ¿Qué pasa si dos registran la misma mascota a la vez?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esto es una clase y no un atributo? ¿Cómo se mide el RNF? ¿Qué quedó fuera?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respuesta en dos frases, sin discursos.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sabe, no se inventa: se reconoce el vacío y se propone cómo se resolvería.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en bloques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guion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bloque con su rango de minutos y su evidencia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y alcance → requisitos y trazabilidad → modelos UML → prototipo en vivo → decisiones y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cronometrado dos veces, en voz alta: leído en silencio dura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Plan B: capturas del prototipo, PDF descargado y diagramas en imagen.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guion cronometrado de la sustentacion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94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75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gantt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Sustentacion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minutos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dateFormat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axisFormat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:%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section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Guion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90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UML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defendidas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 :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after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g6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Si el guion no esta cronometrado, el bloque de decisiones —el que mas</a:t>
            </a:r>
          </a:p>
          <a:p>
            <a:pPr>
              <a:spcAft>
                <a:spcPts val="321"/>
              </a:spcAft>
            </a:pPr>
            <a:r>
              <a:rPr sz="1500" i="1" b="0">
                <a:solidFill>
                  <a:srgbClr val="6A9955"/>
                </a:solidFill>
                <a:latin typeface="Consolas"/>
              </a:rPr>
              <a:t>%% pesa ante el jurado— se queda sin tiempo. Siempre.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sustentacion: doce minutos cronometrados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98686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39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PROBLEMA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extraviadas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8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cero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metricas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fuera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razon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REQUISITOS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criticos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medibles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MODELO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Casos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Historia_Clinica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Cita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INTERFAZ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Prototipo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vivo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confirmacion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09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decisiones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alternativa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descartada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consecuencia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RIESGOS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abierto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recibe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Programacion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II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CIERRE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frase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valor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resumen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Individual por defecto: quien sustenta responde por los cinco bloques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Regla: nadie lee la diapositiva; la diapositiva es el plano, la voz es el argumento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Cada pantalla proyectada debe poder señalar el RF que la origina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-- Plan B: capturas del prototipo, PDF descargado y diagramas exportados a imagen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paquete de diseño no se narra en orden cronologico: se defiende en orden de embudo, del dolor a la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 · Figma o Penpot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una sustentacion mal hecha y una bien hecha del mismo paquete, y luego arma en vivo la tabla de decisiones para justificar por…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Preparacion de la sustentacion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Como se defiende un paquete de planos frente a un jurado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