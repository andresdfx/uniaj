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una sustentacion es un argumento con evidencia, no un recuento cronologico.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Primero el problema, porque nada de lo que sigue tiene sentido si el jurado no sabe que duele en Huellitas.</a:t>
            </a:r>
          </a:p>
          <a:p/>
          <a:p>
            <a:r>
              <a:t>Tercero el modelo, casos de uso y clases, porque muestra como se organiza la solucion.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decision defendida asi resiste cualquier pregunta, porque el jurado ya sabe que el equipo penso en la alternativa.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correcta es reconocer el vacio y proponer como se resolveria, por ejemplo no lo modelamos, lo registramos como riesgo abierto y se resolveria agregando una validacion de unicidad por dueño mas nombre en el diccionario de datos.</a:t>
            </a:r>
          </a:p>
          <a:p/>
          <a:p>
            <a:r>
              <a:t>Un jurado castiga mucho mas la improvisacion detectada que la honestidad tecnica.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Preparacion de la sustentacion y cierre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Como se defiende un paquete de planos frente a un jurado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Preparacion de la sustentacion y cierre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defiende un paquete de planos frente a un jurado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· Figma o Penpot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VetCare, el sistema de la clinica «Huellitas».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un paquete de diseño no es leer diapositivas ni narrar lo que...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un paquete de diseño no es leer diapositivas ni narrar lo que el equipo hizo cada semana: es demostrar que las decisiones tomadas son defendibles.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jurado, sea el docente o un cliente simulado de la clinica Huellitas, no esta evaluando cuanto trabajaron sino tres cosas concretas: si el diseño resuelve el problema declarado, si las piezas son coherentes entre si y si el equipo entiende lo que entrego.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se nota en la primera frase: quien dice hicimos casos de uso, luego clases, luego pantallas, esta narrando; quien dice Huellitas pierde fichas y tarda ocho minutos en encontrar un historial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un paquete de diseño no es leer diapositivas ni narrar lo que...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este paquete de diseño ataca esos tres problemas asi, esta sustentando.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evidencia esta toda disponible: la tabla de RF y RNF, los diagramas UML, el diccionario de datos y el prototipo navegable.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trabajo de hoy es ordenar esa evidencia para que cuente una sola historia.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orden de la sustentacion no es libre, es un embudo y tiene una razon...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de la sustentacion no es libre, es un embudo y tiene una razon logica.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 los requisitos, porque son la promesa concreta: que va a hacer el sistema y con que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 la interfaz, porque es donde el jurado por fin ve y toca.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quinto las decisiones, que es la parte que separa a un equipo que entendio de uno que copio plantillas.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Invertir ese orden es el error mas comun: los equipos empiezan mostrando pantallas bonitas, el jurado pregunta que problema resuelve eso y ahi la sustentacion se desarma.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VetCare doce minutos alcanzan de sobra si se respetan las proporciones: uno y medio para el problema, tres para requisitos, dos para modelo, dos para interfaz en vivo, dos para decisiones y el resto para riesgos y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Defender una decision de diseño tiene una estructura fija que conviene...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Defender una decision de diseño tiene una estructura fija que conviene memorizar: decision, alternativas consideradas, criterio de eleccion y consecuencia asumida.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basta decir que se hizo, hay que decir contra que se comparo y por que gano.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concreto de VetCare: decidimos separar Historia_Clinica de Mascota como clases distintas; la alternativa era guardar diagnosticos y tratamientos como campos dentro de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fue que una mascota tiene muchas consultas a lo largo de su vida y una relacion uno a muchos no cabe en campos fijos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Defender una decision de diseño tiene una estructura fija que conviene...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es que hay una entidad mas y una consulta adicional al mostrar la ficha, lo cual se acepta porque el RNF de busqueda menor a tres segundos se sostiene con un indice.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Otro ejemplo: decidimos que la fecha de nacimiento sea opcional; la alternativa era hacerla obligatoria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fue que en Huellitas muchos dueños de mascotas rescatadas no la conocen y un campo obligatorio los llevaria a inventar datos; la consecuencia es que la edad se muestra como aproximada cuando el dato falta.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preguntas del jurado son bastante predecibles y por eso se preparan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preguntas del jurado son bastante predecibles y por eso se preparan.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mas frecuentes en un proyecto como VetCare son: como sabe usted que este requisito es realmente necesario; que pasa si dos recepcionistas registran la misma mascota al mismo tiempo; por que esta clase existe y no es un atributo de otra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cumple el requisito no funcional que usted escribio y como se mediria; que pasa si el sistema se cae a mitad de un registro; que dejaron por fuera del alcance y por que; y quien de ustedes hizo esta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preparar la respuesta de cada una en dos frases, sin discursos.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regla de oro para cuando no se sabe: no se inventa.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 del guion en bloques con tiempos es criterio de evaluacion...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del guion en bloques con tiempos es criterio de evaluacion, no un detalle logistico.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sustentacion es individual por defecto: el estudiante expone los cinco bloques y responde por todos, y lo que se califica es que cada bloque tenga su rango de minutos y su evidencia en pantalla, no quien lo dice.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que funciona para VetCare es: abrir con problema y alcance, seguir con requisitos y trazabilidad, luego los modelos UML, despues el prototipo en vivo y cerrar con decisiones, riesgos y siguiente paso hacia Programacion II.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docente autorizo equipo de 2 o 3, se agrega el nombre del responsable a cada bloque, todos los integrantes deben hablar al menos dos minutos y ninguno puede hablar solo de lo suyo: cada persona domina una pieza pero debe conocer el todo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 del guion en bloques con tiempos es criterio de evaluacion...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jurado tiene derecho a preguntarle a cualquiera sobre cualquier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ensaya cronometrado al menos dos veces, en voz alta y de pie, porque el tiempo estimado leyendo en silencio siempre es la mitad del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se prepara el plan B tecnico: capturas del prototipo por si falla el internet, el documento en PDF descargado y los diagramas exportados a imagen.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algo que parece obvio pero se olvida siempre: quien maneja el prototipo debe haberlo recorrido antes haciendo clic en cosas que no estaban en el guion, porque el jurado va a hacer exactamente eso.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guion cronometrado de la sustentacion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gantt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title Sustentacion VetCare - 15 minutos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dateFormat mm:ss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axisFormat %M:%S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section Guion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Problema y dominio        :00:00, 2m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Requisitos y alcance      :after a1, 2m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Modelo de dominio         :3m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Casos de uso y secuencia  :3m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Prototipo y navegacion    :2m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Decisiones defendidas     :2m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Cierre                    :1m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Si el guion no esta cronometrado, el bloque de decisiones —que es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que el jurado califica— se queda sin tiempo. Siempre.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sustentacion VetCare: doce minutos cronometrados y quien dice 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00:00-01:30 | PROBLEMA    | Huellitas: fichas extraviadas, 8 min por historial, cero metricas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01:30-03:00 | ALCANCE     | Lo que si entra y lo que quedo por fuera, con la razon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03:00-05:00 | REQUISITOS  | Solo los 3 RF criticos y 2 RNF medibles; el resto en el documento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05:00-07:00 | MODELO      | Casos de uso y clases: Mascota, Dueño, Historia_Clinica,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07:00-09:00 | INTERFAZ    | Prototipo en vivo: registrar mascota -&gt; confirmacion -&gt; buscar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09:00-11:00 | DECISIONES  | 3 decisiones con alternativa descartada, criterio y consecuencia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11:00-11:30 | RIESGOS     | Que queda abierto y que recibe Programacion II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11:30-12:00 | CIERRE      | Una frase de valor para la clinica, no un resumen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 Reparto: todos hablan minimo 2 minutos y todos responden minimo 1 pregunta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 Regla: nadie lee la diapositiva; la diapositiva es el plano, la voz es el argumento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 Cada pantalla proyectada debe poder señalar el RF que la origina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 Plan B: capturas del prototipo, PDF descargado y diagramas exportados a imagen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paquete de diseño no se narra en orden cronologico: se defiende en orden de embudo, del dolor a la decision.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 · Figma o Penpot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una sustentacion mal hecha y una bien hecha del mismo paquete VetCare, y luego arma en vivo la tabla de decisiones para justificar por que Historia_Clinica es una clase aparte de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14 · Preparacion de la sustentacion y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Como se defiende un paquete de planos frente a un jurado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