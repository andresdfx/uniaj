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armado el guion cronometrado de sustentacion de VetCare y consolidado el documento final de diseño en una sola pieza coherente.</a:t>
            </a:r>
          </a:p>
          <a:p>
            <a:pPr>
              <a:spcAft>
                <a:spcPts val="800"/>
              </a:spcAft>
            </a:pPr>
            <a:r>
              <a:rPr sz="1600" b="0" i="0">
                <a:solidFill>
                  <a:srgbClr val="333333"/>
                </a:solidFill>
                <a:latin typeface="Calibri"/>
              </a:rPr>
              <a:t>–   Herramienta: </a:t>
            </a:r>
            <a:r>
              <a:rPr sz="1600" b="1" i="0">
                <a:solidFill>
                  <a:srgbClr val="333333"/>
                </a:solidFill>
                <a:latin typeface="Calibri"/>
              </a:rPr>
              <a:t>Google Docs · draw.io · Figma o Penpot</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paquete de diseño no es leer diapositivas ni narrar lo que el equipo hizo cada semana: es demostrar…</a:t>
            </a:r>
          </a:p>
          <a:p>
            <a:pPr>
              <a:spcAft>
                <a:spcPts val="800"/>
              </a:spcAft>
            </a:pPr>
            <a:r>
              <a:rPr sz="1500" b="0" i="0">
                <a:solidFill>
                  <a:srgbClr val="333333"/>
                </a:solidFill>
                <a:latin typeface="Calibri"/>
              </a:rPr>
              <a:t>–   El orden de la sustentacion no es libre, es un embudo y tiene una razon logica</a:t>
            </a:r>
          </a:p>
          <a:p>
            <a:pPr>
              <a:spcAft>
                <a:spcPts val="800"/>
              </a:spcAft>
            </a:pPr>
            <a:r>
              <a:rPr sz="1500" b="0" i="0">
                <a:solidFill>
                  <a:srgbClr val="333333"/>
                </a:solidFill>
                <a:latin typeface="Calibri"/>
              </a:rPr>
              <a:t>–   Defender una decision de diseño tiene una estructura fija que conviene memorizar: decision, alternativas…</a:t>
            </a:r>
          </a:p>
          <a:p>
            <a:pPr>
              <a:spcAft>
                <a:spcPts val="800"/>
              </a:spcAft>
            </a:pPr>
            <a:r>
              <a:rPr sz="1500" b="0" i="0">
                <a:solidFill>
                  <a:srgbClr val="333333"/>
                </a:solidFill>
                <a:latin typeface="Calibri"/>
              </a:rPr>
              <a:t>–   Las preguntas del jurado son bastante predecibles y por eso se preparan</a:t>
            </a:r>
          </a:p>
          <a:p>
            <a:pPr>
              <a:spcAft>
                <a:spcPts val="800"/>
              </a:spcAft>
            </a:pPr>
            <a:r>
              <a:rPr sz="1500" b="0" i="0">
                <a:solidFill>
                  <a:srgbClr val="333333"/>
                </a:solidFill>
                <a:latin typeface="Calibri"/>
              </a:rPr>
              <a:t>–   El reparto del guion en bloques con tiempos es criterio de evaluacion, no un detalle logistico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Google Docs · draw.io · Figma o Penpot</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96222" y="1792224"/>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96222" y="1792224"/>
            <a:ext cx="1051560" cy="1051560"/>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457200"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743913" y="4256532"/>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43913" y="4256532"/>
            <a:ext cx="1051560" cy="1051560"/>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530352" y="5381244"/>
            <a:ext cx="3478682" cy="502920"/>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5570067" y="4256532"/>
            <a:ext cx="1051560" cy="1051560"/>
          </a:xfrm>
          <a:prstGeom prst="rect">
            <a:avLst/>
          </a:prstGeom>
        </p:spPr>
      </p:pic>
      <p:sp>
        <p:nvSpPr>
          <p:cNvPr id="32" name="TextBox 31"/>
          <p:cNvSpPr txBox="1"/>
          <p:nvPr/>
        </p:nvSpPr>
        <p:spPr>
          <a:xfrm>
            <a:off x="4356506" y="5381244"/>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1600" b="0" i="0">
                <a:solidFill>
                  <a:srgbClr val="333333"/>
                </a:solidFill>
                <a:latin typeface="Calibri"/>
              </a:rPr>
              <a:t>–   No hay tema nuevo: todo el trabajo es de consolidacion, coherencia y argumentacion sobre lo ya producido.</a:t>
            </a:r>
          </a:p>
          <a:p>
            <a:pPr>
              <a:spcAft>
                <a:spcPts val="800"/>
              </a:spcAft>
            </a:pPr>
            <a:r>
              <a:rPr sz="16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16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16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Paso 1. Arme en Google Docs el guion cronometrado de doce minutos con las cinco secciones obligatorias en orden problema, requisitos, modelo, interfaz y decisiones, asignando a cada bloque su rango de minutos exacto y la evidencia que se muestra en pantalla en ese bloque; ningun bloque puede quedar sin rango de minutos ni sin evidencia asociada. Si el docente autorizo equipo, escriba ademas el nombre del responsable de cada bloque y reparta de modo que ningun integrante quede con menos de dos minutos.</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Paso 4. Haga un ensayo cronometrado de pie, con el prototipo abierto, y registre el tiempo real de cada bloque; recorte lo que se paso y anote los dos puntos donde se enredo al hablar (si trabaja en equipo, donde se enredo la transicion entre un expositor y el siguiente).</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por una parte que no alcanzo a mostrar, puede responderla sin buscar ayuda (y si hay equipo autorizado, cualquier integrante puede responder por cualquier bloque).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tiene las cinco secciones en el orden problema, requisitos, modelo, interfaz y decisiones, con minutos asignados que suman doce, cada bloque con su evidencia en pantalla y, si el docente autorizo equipo, todos los integrantes hablando al menos dos minutos.</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1600" b="0" i="0">
                <a:solidFill>
                  <a:srgbClr val="333333"/>
                </a:solidFill>
                <a:latin typeface="Calibri"/>
              </a:rPr>
              <a:t>–   </a:t>
            </a:r>
            <a:r>
              <a:rPr sz="1600" b="1" i="0">
                <a:solidFill>
                  <a:srgbClr val="333333"/>
                </a:solidFill>
                <a:latin typeface="Calibri"/>
              </a:rPr>
              <a:t>Entrega en ExamLab (https://uniaj.examlab.workers.dev/)</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(https://uniaj.examlab.workers.dev/)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