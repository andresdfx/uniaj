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Metodologias agiles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Iterar e incrementar sin dejar de documentar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del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Hoy avanzamos VetCare en: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Queda listo el backlog priorizado de VetCare repartido en sprints del semestre, con las primeras historias de usuario escritas con criterios de aceptacion.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draw.io · Excalidraw · Google Docs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Un tablero en draw.io o Excalidraw con el Product Backlog priorizado de VetCare y las columnas de flujo con limite de trabajo en curso, mas un documento con el plan de tres sprints (objetivo y entregable de diseño de cada uno), la Definicion de Terminado y tres historias de usuario con criterios en formato Dado/Cuando/Entonces.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teoria esta al servicio del producto: al salir, VetCare avanzo.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y repaso del avance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Teoria Core del tema de hoy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40-60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en vivo sobre VetCare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60-105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avance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y cierre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9436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Teoria Core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El manifiesto agil se firmo en 2001 por diecisiete personas cansadas de proyectos que entregaban documentos…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Scrum es un marco de trabajo, no una metodologia completa: define lo minimo y deja que cada equipo llene el resto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Kanban viene de otra tradicion y su promesa es distinta: no impone iteraciones ni roles, sino que hace visible el…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Hay dos palabras que se usan como sinonimos y significan cosas distintas: iteracion e incremento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Agil no significa trabajar sin documentacion, y este es el malentendido que mas daño hace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Historia de usuario de VetCare con criterios de aceptacion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HU-07  Buscar historia clinica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Como veterinaria de la clinica Huellitas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quiero buscar la historia clinica de una mascota por nombre o documento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para atender la consulta sin ir al archivador de papel.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Criterios de aceptacion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Dado que la mascota Rocky esta registrada con el dueño CC 1.144.556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Cuando escribo Rocky en el buscador y presiono Enter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Entonces veo la ficha con especie, edad y las ultimas 3 consultas en &lt;= 3 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Dado que escribo un nombre que no existe en el sistema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Cuando presiono Enter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Entonces veo 'No se encontro el paciente' y el boton Registrar nuevo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Terminado = caso de uso + mockup + revision de un compañero + visto bueno del cliente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La historia dice quien la necesita y para que; los criterios dicen como se demuestra que quedo lista, incluido el camino que sale mal.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draw.io · Excalidraw · Google Docs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docente arma en pantalla el tablero de VetCare, arrastra una tarjeta de 'Por hacer' a 'En revision del cliente' y muestra que pasa cuando se rompe el limite de trabajo en curso.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Mismo dominio VetCare — no otro ejemplo. Aqui se diseña, no se programa.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funcionan en el navegador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raw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9331" y="1847087"/>
            <a:ext cx="1220724" cy="12207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Draw.Io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Diagramas UML y de contexto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excalidra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5485" y="1847087"/>
            <a:ext cx="1220724" cy="122072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Excalidraw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Bocetos rapidos a mano alzada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google_doc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11640" y="1847087"/>
            <a:ext cx="1220724" cy="122072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Documentos del paquete de diseño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83354" y="4055364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283354" y="4055364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283354" y="4119372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examla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5485" y="4311396"/>
            <a:ext cx="1220724" cy="1220724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4356506" y="5623560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ExamLab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Entrega del taller · domingo 23:59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Por que importa al PI: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semestre completo de VetCare se va a organizar como sprints, y lo que se defina hoy en el backlog es literalmente el orden en que se van a producir los planos.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Ya vimos el enfoque tradicional y su documentacion formal; hoy se ve el otro extremo del espectro y se aprende a decidir cual parte de VetCare conviene tratar de cada forma.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Aqui se aclara de una vez el malentendido mas costoso del curso: agil no es la excusa para no documentar, y en esta asignatura la documentacion de diseño es justamente el incremento entregable.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El equipo tiene requisitos escritos y un mapa de fases, pero no tiene ningun orden de trabajo: todos quieren empezar por la pantalla que les parece mas bonita.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administradora de Huellitas puede dar retroalimentacion corta cada dos o tres semanas, pero no puede sentarse a leer un documento de ochenta paginas.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En el grupo circula la idea de que agil significa no escribir nada y que 'ya lo iremos viendo sobre la marcha'.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9047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9047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En Google Docs escriba el Product Backlog de VetCare con al menos ocho items redactados como historias de usuario cortas, cada uno con prioridad (Alta/Media/Baja) y una justificacion de valor para Huellitas en una linea.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276856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532888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532888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368296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Priorice el backlog en orden de arriba hacia abajo y explique por escrito, en dos renglones, por que el primer item es el primero (pista: resuelve uno de los tres dolores de la clinica).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319272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5753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5753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410712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Escriba tres historias completas con criterios de aceptacion en formato Dado/Cuando/Entonces, y asegurese de que cada historia tenga al menos un escenario alternativo o de error, no solo el camino feliz.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361688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61772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61772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4453128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Redacte la Definicion de Terminado para artefactos de diseño (por ejemplo: tiene diagrama en draw.io, tiene mockup, esta revisado por un compañero y tiene el visto bueno del cliente) y escribala en la cabecera del tablero.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5404104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94360" y="566013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566013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5495544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En draw.io o Excalidraw arme el tablero con las columnas Por hacer / Modelando / En revision del cliente / Aprobado, ponga el limite de trabajo en curso en dos para las columnas del medio, distribuya las tarjetas en tres sprints con su objetivo y entregable de diseño, exporte a PDF y suba a ExamLab.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Antes de entregar — autochequeo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Si su sprint 1 se llama 'analisis' y el sprint 2 'diseño', que le va a mostrar a la veterinaria al terminar el sprint 1 que ella pueda entender y criticar?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Sus criterios de aceptacion describen solo el camino feliz? Que pasa si la mascota no existe, si el nombre esta repetido o si la conexion se cae?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Su Definicion de Terminado se puede verificar mirando el tablero, o incluye frases como 'que quede bien hecho' que nadie puede comprobar?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Un tablero en draw.io o Excalidraw con el Product Backlog priorizado de VetCare y las columnas de flujo con limite de trabajo en curso, mas un documento con el plan de tres sprints (objetivo y entregable de diseño de cada uno), la Definicion de Terminado y tres historias de usuario con criterios en formato Dado/Cuando/Entonces.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backlog esta priorizado con un orden explicito y cada item tiene una justificacion de valor para la clinica, no un orden arbitrario.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Las tres historias siguen la estructura Como / quiero / para y cada una tiene al menos dos escenarios en Dado/Cuando/Entonces, incluido uno alternativo o de error.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Cada sprint del plan termina en un incremento que la clinica podria ver y opinar (mockup, prototipo, diagrama revisado), no en trabajo interno invisible.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tablero declara la Definicion de Terminado y el limite de trabajo en curso, y ninguna columna del medio tiene mas tarjetas que su limite.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 en ExamLab (https://uniaj.examlab.workers.dev/)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—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Queda listo el backlog priorizado de VetCare repartido en sprints del semestre, con las primeras historias de usuario escritas con criterios de aceptacion.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 del taller en ExamLab (https://uniaj.examlab.workers.dev/) · domingo 23:59.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4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Queda listo el backlog priorizado de VetCare repartido en sprints del semestre, con las primeras historias de usuario escritas con criterios de aceptacion.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Un tablero en draw.io o Excalidraw con el Product Backlog priorizado de VetCare y las columnas de flujo con limite de trabajo en curso, mas un documento con el plan de tres sprints (objetivo y entregable de diseño de cada uno), la Definicion de Terminado y tres historias de usuario con criterios en formato Dado/Cuando/Entonces.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continuamos el hilo del 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