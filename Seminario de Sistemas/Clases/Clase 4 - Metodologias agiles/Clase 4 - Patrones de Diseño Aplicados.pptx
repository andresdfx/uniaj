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03090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Patrones de Diseño Aplicados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Modelando Singleton y Factory en UML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31896" y="1399144"/>
            <a:ext cx="7260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Plano antes de la Obra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programación construirán los Patrones de Diseño. Aquí en Seminario, aprenderemos a dibujarlos en el plano arquitectónico para que el equipo de desarrollo sepa qué hacer.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33562"/>
            <a:ext cx="52768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33562"/>
            <a:ext cx="5276850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UML Avanzado: Miembros Estáticos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25266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un método estático?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7574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diseño de software, un miembro (atributo o método)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estático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pertenece a la Clase en sí misma, no a los objetos individuales instanciados.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225266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Sintaxis en Mermaid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757487"/>
            <a:ext cx="449580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Dado que Mermaid usa texto plano y no podemos "subrayar" fácilmente dentro del código, el estándar de Mermaid exige colocar el símbolo $ al final del nombre: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41290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UML (Diseño Mermaid):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4576762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- ClinicaSingleton instancia$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5033962"/>
            <a:ext cx="4495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+ getInstance()$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43000" y="3814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09675" y="38147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Son fundamentales para aplicar patrones como Singleton o Factory.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43000" y="4567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09675" y="45672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estándar visual de UML, se representan subrayando el texto (Ej. </a:t>
            </a:r>
            <a:r>
              <a:rPr b="0" i="0" lang="en-US" sz="1500" u="sng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getInstance()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192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Modelando el Patrón Singleton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1919287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Bóveda Única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242411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modelar el Singleton (Nuestra base de datos central) en el Diagrama de Clases, el arquitecto debe dejar 3 reglas estrictas marcadas: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3490912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3490912"/>
            <a:ext cx="4895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Constructor Privado: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documenta con un menos - ClinicaSingleton().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625" y="42624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4262437"/>
            <a:ext cx="4895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Atributo Estático: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variable que guarda la instancia debe ser privada y estática - instancia$.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9625" y="50244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5024437"/>
            <a:ext cx="4895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Método de Acceso: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 método público y estático que devuelve la instancia + getInstance()$.</a:t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426" y="1999363"/>
            <a:ext cx="4644380" cy="372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Modelando el Factory Method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Fábrica de Objetos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fábrica delega la lógica de qué objeto crear (Perro o Gato). En UML se representa así: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52438" y="34593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19188" y="3429000"/>
            <a:ext cx="50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Clase Factory: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Una clase dedicada (Ej. MascotaFactory).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52475" y="415645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19150" y="4156438"/>
            <a:ext cx="5038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Método Creador: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Estático y retorna el tipo Padre (Polimorfismo) + crearPaciente(tipo)$ : Mascota.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52475" y="496007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19150" y="4960075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Relación de Dependencia: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Usamos una línea punteada con flecha abierta ..&gt; para indicar que la Fábrica "depende" o "crea" a las Mascotas.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25" y="1952625"/>
            <a:ext cx="5276850" cy="407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Integraremos el Singleton y el Factory en nuestro código de arquitectura Mermaid.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