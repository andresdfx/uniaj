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Ciclos de vida del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Las mismas fases, recorridas de distinta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mapa de fases de VetCare con el artefacto concreto que produce cada fase y la marca de en cual esta parado el equipo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ciclo de vida del software es el orden en que se recorren las etapas que van desde que alguien dice 'necesito…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decir con precision que produce cada fase, porque ahi se cae la mitad de los equipos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gran decision no es cuales fases hacer, sino cuantas veces recorrerlas y con cuanto sistema a la vez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dos palabras que los equipos usan como sinonimos y no lo son: proyecto y producto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se elige el recorrido? Con criterios, no con moda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de vida de VetCare en Mermaid: mismas cajas, dos recorridos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LR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A[Requisitos] --&gt;|RF-01 a RF-12 aprobados| B[Diseno]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--&gt;|Casos de uso + clases + mockups| C[Construccion]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--&gt;|Modulo ficha del paciente| D[Pruebas]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--&gt;|Acta de aceptacion| E[Operacion y mantenimiento]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-.-&gt;|Solicitud: vacunacion a domicilio| 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lineal  = UNA sola pasada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Recorrido en ciclos = TRES pasadas por A..E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1: ficha del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2: historia clinica y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  Vuelta 3: reportes y metricas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Las cajas nunca cambian; lo que cambia es cuantas veces se recorren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fases son las mismas en cualquier metodologia; lo unico que se negocia es cuantas vueltas se dan y cuanto sistema entra en cada vuelta.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arma en vivo en draw.io el ciclo de VetCare en dos versiones, una sola pasada y tres vueltas, y muestra que las cajas son identicas y lo unico que cambia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VetCare no se dibuja de una sola sentada, y hoy definimos el mapa de fases que vamos a recorrer todo el semestre y en cual de ellas se califica cada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clase anterior quedo claro el dolor de Huellitas (fichas que se extravian, busquedas eternas y cero metricas); hoy ese dolor se ubica dentro de un ciclo de vida y se le pone nombre a lo que sale de cada etapa.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casos de matricula se entienden mejor con el ciclo en la mano: aqui vivimos en requisitos y diseño, Programacion II vive en construccion y pruebas, y quien solo cursa Seminario cierra con documento de diseño y prototipo navegable.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Huellitas guarda hoy 5.000 fichas en carpetas de carton dentro de un archivador metalico, y las citas del dia se anotan a mano en una libreta que se lleva la auxiliar.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tiene una lista cruda de necesidades salida de la entrevista, pero nadie ha definido que documento sale de cada etapa ni quien lo firma como aprobado.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existe ni una linea de codigo ni un diagrama formal: se parte de cero y el unico insumo real es lo que dijo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En Google Docs cree la tabla de cuatro columnas (Fase / Pregunta que responde / Artefacto concreto de VetCare / Quien lo aprueba) y llenela con las cinco fases; en la columna del artefacto esta prohibido escribir generalidades: debe decir cosas como 'Lista RF-01 a RF-12 de Huellitas' o 'Mockup de la ficha del paciente'.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Marque con relleno amarillo la fila de la fase donde esta el equipo hoy y escriba debajo dos evidencias verificables que lo demuestren (por ejemplo: 'existe la entrevista transcrita' y 'no existe ningun diagrama aprobado').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recorrido lineal de VetCare: cinco cajas en fila, y sobre cada flecha escriba el artefacto que se entrega para poder pasar a la siguiente fase.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Duplique la pagina en draw.io y dibuje el recorrido en tres vueltas: las mismas cinco cajas, pero con las vueltas rotuladas Incremento 1 (ficha del paciente), Incremento 2 (historia clinica y busqueda) e Incremento 3 (reportes y metricas), y una flecha de retroalimentacion desde la clinica hacia requisitos.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Escriba al final del documento un parrafo de tres renglones titulado 'Producto vs proyecto en VetCare' que responda: cuando termina el proyecto, cuando terminaria el producto y un ejemplo concreto de una solicitud de mantenimiento; exporte a PDF y suba el archivo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la palabra VetCare de su tabla, esa tabla serviria igual para un cajero automatico o para una tienda de ropa? Si la respuesta es si, todavia no aterrizo nada.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En su diagrama de vueltas, cada vuelta termina en algo que la veterinaria podria mirar y opinar, o termina en trabajo interno que solo entiende el equipo?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documento exacto tendria que mostrar hoy, en pantalla, para demostrarle a la clinica que la fase de requisitos ya quedo cerrada?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tabla tiene las cinco fases y en cada una un artefacto concreto de VetCare escrito con nombre propio, no una definicion generica de libro.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lineal y el diagrama en vueltas usan exactamente las mismas cinco cajas; lo unico distinto entre ellos es el recorrido.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fase actual del equipo esta marcada y sustentada con dos evidencias verificables del estado real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parrafo final distingue con hechos concretos cuando termina el proyecto y cuando terminaria el producto, e incluye un ejemplo de mantenimiento.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mapa de fases de VetCare con el artefacto concreto que produce cada fase y la marca de en cual esta parado el equipo hoy.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mapa de fases de VetCare con el artefacto concreto que produce cada fase y la marca de en cual esta parado el equipo hoy.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de una pagina en Google Docs con la tabla Fase / Pregunta que responde / Artefacto de VetCare / Quien lo aprueba, mas dos diagramas en draw.io (recorrido lineal y recorrido en tres vueltas) exportados a PDF y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