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confundir ciclo de vida con metodologia y decir que 'cascada es…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