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decir con precision que produce cada fase, porque ahi se cae la mitad de los equipos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Como se elige el recorrido? Con criterios, no con moda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