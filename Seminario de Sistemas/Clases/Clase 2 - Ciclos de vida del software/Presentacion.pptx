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mapa de fases de VetCare con el artefacto concreto que produce cada fase y la marca de en cual esta parado el equipo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ciclo de vida del software es el orden en que se recorren las etapas...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 un sistema' hasta que ese sistema se apaga definitivamente.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etapas clasicas son cinco: requisitos, diseño, construccion, pruebas y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fase de requisitos no termina cuando el equipo 'ya entendio' el problema de Huellitas: termina cuando existe una lista numerada de requisitos funcionales y no funcionales que la clinica leyo y aprobo.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decir con precision que produce cada fase, porque ahi se...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responde la pregunta QUE debe hacer el sistema y produce la lista de RF y RNF, el glosario y las reglas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Construccion es escribir el codigo y produce el ejecutable.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nuestro Proyecto Integrador esto se reparte: Seminario de Sistemas vive en requisitos y diseño (los planos), y Programacion II vive en construccion y pruebas (la obra).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gran decision no es cuales fases hacer, sino cuantas veces...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vuelta 1 podria ser solo la ficha del paciente (requisitos de la ficha, diseño de la ficha, mockup de la ficha, revision con la clinica); la vuelta 2, la historia clinica y la busqueda; la vuelta 3, los reportes y metricas.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practica es brutal: en el recorrido unico la clinica ve algo hasta el final y un malentendido de la semana 2 se descubre en la semana 15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recorrido en ciclos la clinica opina cada dos o tres semanas y el error se corrige cuando todavia es barato corregirlo.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es un esfuerzo temporal, con inicio, fin, alcance, presupuesto y responsables; se acaba y se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producto es el sistema vivo, que la gente usa, que tiene versiones y que sigue existiendo cuando el proyecto ya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proyecto es 'entregar los planos y el prototipo de VetCare en este semestre'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producto es el sistema que Huellitas usaria durante los proximos años, con su version 1.0, su 1.1 cuando pidan vacunacion a domicilio y su 2.0 cuando quieran facturacion electronica.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distincion tiene una consecuencia dura: la fase mas larga y mas costosa de la vida de un sistema no es construirlo, es mantenerlo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diseño y la documentacion que hacemos aqui no son un tramite, son lo que permite que otro entienda el sistema dentro de dos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los requisitos son estables, el contrato es cerrado y el sistema es critico, conviene un recorrido lineal con aprobaciones formales.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es nuevo, el cliente descubre lo que quiere cuando lo ve, y hay margen para ajustar, conviene un recorrido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aplican los dos matices: los datos basicos de un paciente (nombre, especie, raza, propietario) son estables y se pueden cerrar temprano; el tablero de metricas es incierto porque la clinica nunca ha visto uno y va a cambiar de opinion apenas lo vea.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Ademas, el ciclo elegido debe caber en la realidad del curso: el estudiante que solo cursa Seminario cierra con documento de diseño y prototipo navegable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una ruta completa, porque el ciclo de vida del software incluye fases donde no se escribe una sola linea de codigo y aun asi se produce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no se dibuja de una sola sentada, y hoy definimos el mapa de fases que vamos a recorrer todo el semestre y en cual de ellas se califica cada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anterior quedo claro el dolor de Huellitas (fichas que se extravian, busquedas eternas y cero metricas); hoy ese dolor se ubica dentro de un ciclo de vida y se le pone nombre a lo que sale de cada etapa.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casos de matricula se entienden mejor con el ciclo en la mano: aqui vivimos en requisitos y diseño, Programacion II vive en construccion y pruebas, y quien solo cursa Seminario cierra con documento de diseño y prototipo navegable.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Huellitas guarda hoy 5.000 fichas en carpetas de carton dentro de un archivador metalico, y las citas del dia se anotan a mano en una libreta que se lleva la auxiliar.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una lista cruda de necesidades salida de la entrevista, pero nadie ha definido que documento sale de cada etapa ni quien lo firma como aprobado.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ni una linea de codigo ni un diagrama formal: se parte de cero y el unico insumo real es lo que dijo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Google Docs cree la tabla de cuatro columnas (Fase / Pregunta que responde / Artefacto concreto de VetCare / Quien lo aprueba) y llenela con las cinco fases; en la columna del artefacto esta prohibido escribir generalidades: debe decir cosas como 'Lista RF-01 a RF-12 de Huellitas' o 'Mockup de la ficha del paciente'.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Marque con relleno amarillo la fila de la fase donde esta el equipo hoy y escriba debajo dos evidencias verificables que lo demuestren (por ejemplo: 'existe la entrevista transcrita' y 'no existe ningun diagrama aprobado').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recorrido lineal de VetCare: cinco cajas en fila, y sobre cada flecha escriba el artefacto que se entrega para poder pasar a la siguiente fase.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Duplique la pagina en draw.io y dibuje el recorrido en tres vueltas: las mismas cinco cajas, pero con las vueltas rotuladas Incremento 1 (ficha del paciente), Incremento 2 (historia clinica y busqueda) e Incremento 3 (reportes y metricas), y una flecha de retroalimentacion desde la clinica hacia requisitos.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Escriba al final del documento un parrafo de tres renglones titulado 'Producto vs proyecto en VetCare' que responda: cuando termina el proyecto, cuando terminaria el producto y un ejemplo concreto de una solicitud de mantenimiento; exporte a PDF y suba el archivo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la palabra VetCare de su tabla, esa tabla serviria igual para un cajero automatico o para una tienda de ropa? Si la respuesta es si, todavia no aterrizo nada.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En su diagrama de vueltas, cada vuelta termina en algo que la veterinaria podria mirar y opinar, o termina en trabajo interno que solo entiende el equipo?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documento exacto tendria que mostrar hoy, en pantalla, para demostrarle a la clinica que la fase de requisitos ya quedo cerrada?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tabla tiene las cinco fases y en cada una un artefacto concreto de VetCare escrito con nombre propio, no una definicion generica de libro.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lineal y el diagrama en vueltas usan exactamente las mismas cinco cajas; lo unico distinto entre ellos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fase actual del equipo esta marcada y sustentada con dos evidencias verificables del estado real de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parrafo final distingue con hechos concretos cuando termina el proyecto y cuando terminaria el producto, e incluye un ejemplo de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mapa de fases de VetCare con el artefacto concreto que produce cada fase y la marca de en cual esta parado el equipo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mapa de fases de VetCare con el artefacto concreto que produce cada fase y la marca de en cual esta parado el equipo hoy.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