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ciclo de vida del software es el orden en que se recorren las etapas que van desde que alguien dice 'necesito un sistema' hasta que ese sistema se apaga definitivamente.</a:t>
            </a:r>
          </a:p>
          <a:p/>
          <a:p>
            <a:r>
              <a:t>Las etapas clasicas son cinco: requisitos, diseño, construccion, pruebas y mantenimiento.</a:t>
            </a:r>
          </a:p>
          <a:p/>
          <a:p>
            <a:r>
              <a:t>En la clinica la fase de requisitos no termina cuando el equipo 'ya entendio' el problema de la clinica: termina cuando existe una lista numerada de requisitos funcionales y no funcionales que la clinica leyo y aprobo.</a:t>
            </a:r>
          </a:p>
          <a:p/>
          <a:p>
            <a:r>
              <a:t>NOTAS:</a:t>
            </a:r>
          </a:p>
          <a:p/>
          <a:p>
            <a:r>
              <a:t>Lo importante no es memorizar los nombres sino entender que cada fase tiene tres cosas: una entrada (lo que recibe de la fase anterior), una salida tangible llamada artefacto (un documento, un diagrama, un programa) y un criterio para decir 'esto ya quedo'.</a:t>
            </a:r>
          </a:p>
          <a:p/>
          <a:p>
            <a:r>
              <a:t>Si una fase no produce un artefacto verificable, esa fase no existe, existe una conversacion.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Requisitos responde la pregunta QUE debe hacer el sistema y produce la lista de RF y RNF, el glosario y las reglas de negocio.</a:t>
            </a:r>
          </a:p>
          <a:p/>
          <a:p>
            <a:r>
              <a:t>Construccion es escribir el codigo y produce el ejecutable.</a:t>
            </a:r>
          </a:p>
          <a:p/>
          <a:p>
            <a:r>
              <a:t>En un proyecto de software esto se reparte: Seminario de Sistemas vive en requisitos y diseño (los planos), y Programacion II vive en construccion y pruebas (la obra).</a:t>
            </a:r>
          </a:p>
          <a:p/>
          <a:p>
            <a:r>
              <a:t>NOTAS:</a:t>
            </a:r>
          </a:p>
          <a:p/>
          <a:p>
            <a:r>
              <a:t>Vale la pena decir con precision que produce cada fase, porque ahi se cae la mitad de los equipos.</a:t>
            </a:r>
          </a:p>
          <a:p/>
          <a:p>
            <a:r>
              <a:t>Diseño responde COMO se va a lograr y produce casos de uso, diagramas de clases, modelo de datos, wireframes y mockups.</a:t>
            </a:r>
          </a:p>
          <a:p/>
          <a:p>
            <a:r>
              <a:t>Pruebas verifica que lo construido corresponde a lo pedido y produce casos de prueba y evidencias.</a:t>
            </a:r>
          </a:p>
          <a:p/>
          <a:p>
            <a:r>
              <a:t>Mantenimiento arregla, ajusta y evoluciona el sistema ya en uso.</a:t>
            </a:r>
          </a:p>
          <a:p/>
          <a:p>
            <a:r>
              <a:t>Por eso aqui nunca se revisa codigo: se revisa que los planos esten completos, coherentes y sean construibles.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gran decision no es cuales fases hacer, sino cuantas veces recorrerlas y con cuanto sistema a la vez.</a:t>
            </a:r>
          </a:p>
          <a:p/>
          <a:p>
            <a:r>
              <a:t>En la clinica la vuelta 1 podria ser solo la ficha del paciente (requisitos de la ficha, diseño de la ficha, mockup de la ficha, revision con la clinica); la vuelta 2, la historia clinica y la busqueda; la vuelta 3, los reportes y metricas.</a:t>
            </a:r>
          </a:p>
          <a:p/>
          <a:p>
            <a:r>
              <a:t>La diferencia practica es brutal: en el recorrido unico la clinica ve algo hasta el final y un malentendido de la semana 2 se descubre en la semana 15</a:t>
            </a:r>
          </a:p>
          <a:p/>
          <a:p>
            <a:r>
              <a:t>En el recorrido en ciclos la clinica opina cada dos o tres semanas y el error se corrige cuando todavia es barato corregirlo.</a:t>
            </a:r>
          </a:p>
          <a:p/>
          <a:p>
            <a:r>
              <a:t>NOTAS:</a:t>
            </a:r>
          </a:p>
          <a:p/>
          <a:p>
            <a:r>
              <a:t>Recorrerlas una sola vez y en orden significa cerrar requisitos de TODO el sistema, luego diseñar TODO el sistema, luego construir TODO.</a:t>
            </a:r>
          </a:p>
          <a:p/>
          <a:p>
            <a:r>
              <a:t>Recorrerlas en ciclos significa tomar un pedazo util del sistema y pasarlo por las cinco fases en una vuelta corta, y despues repetir con el siguiente pedazo.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Hay que separar dos palabras que los equipos usan como sinonimos y no lo son: proyecto y producto.</a:t>
            </a:r>
          </a:p>
          <a:p/>
          <a:p>
            <a:r>
              <a:t>Un proyecto es un esfuerzo temporal, con inicio, fin, alcance, presupuesto y responsables; se acaba y se cierra.</a:t>
            </a:r>
          </a:p>
          <a:p/>
          <a:p>
            <a:r>
              <a:t>Un producto es el sistema vivo, que la gente usa, que tiene versiones y que sigue existiendo cuando el proyecto ya se cerro.</a:t>
            </a:r>
          </a:p>
          <a:p/>
          <a:p>
            <a:r>
              <a:t>En la clinica el proyecto es 'entregar los planos y el prototipo del sistema en este semestre'</a:t>
            </a:r>
          </a:p>
          <a:p/>
          <a:p>
            <a:r>
              <a:t>El producto es el sistema que la clinica usaria durante los proximos años, con su version 1.0, su 1.1 cuando pidan vacunacion a domicilio y su 2.0 cuando quieran facturacion electronica.</a:t>
            </a:r>
          </a:p>
          <a:p/>
          <a:p>
            <a:r>
              <a:t>Esta distincion tiene una consecuencia dura: la fase mas larga y mas costosa de la vida de un sistema no es construirlo, es mantenerlo</a:t>
            </a:r>
          </a:p>
          <a:p/>
          <a:p>
            <a:r>
              <a:t>Y por eso el diseño y la documentacion que hacemos aqui no son un tramite, son lo que permite que otro entienda el sistema dentro de dos años.</a:t>
            </a:r>
          </a:p>
          <a:p/>
          <a:p>
            <a:r>
              <a:t>En la industria se estima que el mantenimiento se lleva entre el 60 y el 80 por ciento del costo total de un sistema a lo largo de su vida.</a:t>
            </a:r>
          </a:p>
          <a:p/>
          <a:p>
            <a:r>
              <a:t>En la clinica, agregar dentro de un año los recordatorios de vacunas es mantenimiento: quien lo haga necesitara saber como se relacionan mascota, dueño y cita sin leer todo el codigo.</a:t>
            </a:r>
          </a:p>
          <a:p/>
          <a:p>
            <a:r>
              <a:t>El error comun es dar el proyecto por cerrado cuando se entrega la version 1.0 y no dejar escrito nada para esa segunda vida del producto.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Si los requisitos son estables, el contrato es cerrado y el sistema es critico, conviene un recorrido lineal con aprobaciones formales.</a:t>
            </a:r>
          </a:p>
          <a:p/>
          <a:p>
            <a:r>
              <a:t>Si el dominio es nuevo, el cliente descubre lo que quiere cuando lo ve, y hay margen para ajustar, conviene un recorrido en ciclos.</a:t>
            </a:r>
          </a:p>
          <a:p/>
          <a:p>
            <a:r>
              <a:t>En la clinica aplican los dos matices: los datos basicos de un paciente (nombre, especie, raza, propietario) son estables y se pueden cerrar temprano</a:t>
            </a:r>
          </a:p>
          <a:p/>
          <a:p>
            <a:r>
              <a:t>El tablero de metricas es incierto porque la clinica nunca ha visto uno y va a cambiar de opinion apenas lo vea.</a:t>
            </a:r>
          </a:p>
          <a:p/>
          <a:p>
            <a:r>
              <a:t>Ademas, el ciclo elegido debe caber en la realidad del curso: el estudiante que solo cursa Seminario cierra con documento de diseño y prototipo navegable</a:t>
            </a:r>
          </a:p>
          <a:p/>
          <a:p>
            <a:r>
              <a:t>Y esa es una ruta completa, porque el ciclo de vida del software incluye fases donde no se escribe una sola linea de codigo y aun asi se produce valor.</a:t>
            </a:r>
          </a:p>
          <a:p/>
          <a:p>
            <a:r>
              <a:t>Un ciclo de vida es, por definicion, la secuencia de fases que recorre un sistema desde la idea hasta su retiro, y elegir el recorrido es decidir cuantas veces y en que orden se pasa por ellas.</a:t>
            </a:r>
          </a:p>
          <a:p/>
          <a:p>
            <a:r>
              <a:t>El error comun es elegir el ciclo por costumbre del equipo y no por la estabilidad de los requisitos.</a:t>
            </a:r>
          </a:p>
          <a:p/>
          <a:p>
            <a:r>
              <a:t>NOTAS:</a:t>
            </a:r>
          </a:p>
          <a:p/>
          <a:p>
            <a:r>
              <a:t>Como se elige el recorrido?</a:t>
            </a:r>
          </a:p>
          <a:p/>
          <a:p>
            <a:r>
              <a:t>Con criterios, no con moda.</a:t>
            </a:r>
          </a:p>
          <a:p/>
          <a:p>
            <a:r>
              <a:t>En la clinica, un recorrido en ciclos permitiria mostrar primero la ficha del paciente y ajustar la agenda despues de escuchar a la recepcionista.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Ciclos de vida del software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Las mismas fases, recorridas de distinta 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Ciclos de vida del software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mismas fases, recorridas de distinta forma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draw.io ·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Qué es un ciclo de vida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se-entrada-salid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ase-entrada-salid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ase-entrada-salid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orden en que se recorren las etapas, desde «necesito un sistema» hasta que el sistema se apaga.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Cinco etapas clásicas: requisitos, diseño, construcción, pruebas y mantenimiento.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fase tiene una entrada, un artefacto de salida y un criterio para decir «esto ya quedó».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una fase no produce un artefacto verificable, no existe: existe una conversación.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recorrido lineal del ciclo de vida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2828091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223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28"/>
              </a:spcAft>
            </a:pPr>
            <a:r>
              <a:rPr sz="2000" i="0" b="0">
                <a:solidFill>
                  <a:srgbClr val="858585"/>
                </a:solidFill>
                <a:latin typeface="Consola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223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LR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Diseno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Construccion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P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Pruebas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Mantenimiento</a:t>
            </a:r>
            <a:r>
              <a:rPr sz="20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28"/>
              </a:spcAft>
            </a:pPr>
            <a:r>
              <a:rPr sz="20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%% Lineal significa: no se vuelve. Cada fase cierra con un artefacto</a:t>
            </a:r>
          </a:p>
          <a:p>
            <a:pPr>
              <a:spcAft>
                <a:spcPts val="428"/>
              </a:spcAft>
            </a:pPr>
            <a:r>
              <a:rPr sz="2000" i="1" b="0">
                <a:solidFill>
                  <a:srgbClr val="6A9955"/>
                </a:solidFill>
                <a:latin typeface="Consolas"/>
              </a:rPr>
              <a:t>%% aprobado y la siguiente empieza sobre 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ciclo de vida en Mermaid: mismas cajas, dos recorridos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31007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36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LR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] --&gt;|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aprobados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Diseno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B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Casos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uso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+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clases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+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mockups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Construccion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Modulo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ficha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paciente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Pruebas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--&gt;|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Acta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aceptacion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Operacion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mantenimiento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-.-&gt;|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Solicitud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vacunacion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domicilio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A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%% Recorrido lineal  = UNA sola pasada por A..E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%% Recorrido en ciclos = TRES pasadas por A..E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%%   Vuelta 1: ficha del paciente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%%   Vuelta 2: historia clinica y busqueda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%%   Vuelta 3: reportes y metricas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%% Las cajas nunca cambian; lo que cambia es cuantas veces se recorren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Las fases son las mismas en cualquier metodologia; lo unico que se negocia es cuantas vueltas se dan y cuanto sistema entra en cada vuelta.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Qué produce cada fase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tefactos-por-fas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rtefactos-por-fas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rtefactos-por-fas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Requisitos (QUÉ): RF y RNF, glosario y reglas de negocio.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Diseño (CÓMO): casos de uso, clases, modelo de datos, wireframes y mockups.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Construcción: el ejecutable. Pruebas: casos de prueba y evidencias. Mantenimiento: el sistema en uso, que se ajusta y evoluciona.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Esta asignatura vive en requisitos y diseño: los planos, no la obra.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Una vuelta o varias vueltas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a-o-tres-vuelt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una-o-tres-vuelt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una-o-tres-vuelt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decisión no es qué fases hacer, sino cuántas veces recorrerlas y con cuánto sistema.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vuelta: requisitos de TODO, diseño de TODO, construcción de TODO.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ciclos: un pedazo útil pasa por las cinco fases; vuelta 1 la ficha del paciente, vuelta 2 el historial, vuelta 3 los reportes.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una vuelta, un malentendido de la semana 2 aparece en la 15; en ciclos se corrige barato.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mismo ciclo en tres vueltas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313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Mermaid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flowchart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TB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v1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Vuelta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ficha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del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paciente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Diseno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Construccion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Pruebas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v2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Vuelta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historia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clinica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busqueda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Diseno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Construccion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Pruebas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subgraph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v3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Vuelta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-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reportes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metricas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r3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Requisitos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d3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Diseno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c3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Construccion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p3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[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Pruebas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end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p1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r2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--&gt;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r3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%% Iterativo no es «hacerlo mal y repetir»: cada vuelta entrega algo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%% que funciona, sobre un subconjunto del alcance.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Proyecto, producto y la segunda vida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sto-mantenimien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osto-mantenimien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osto-mantenimient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Proyecto: esfuerzo temporal, con inicio, fin, alcance y presupuesto; se cierra.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Producto: el sistema vivo, con versiones (1.0, 1.1, 2.0), que sigue cuando el proyecto cerró.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mantenimiento se lleva entre el 60 y el 80 % del costo total de un sistema.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Error común: dar todo por cerrado con la versión 1.0 y no dejar nada escrito para la segunda vida.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Cómo se elige el recorrido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legir-recorri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elegir-recorri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elegir-recorri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Requisitos estables, contrato cerrado y sistema crítico: recorrido lineal con aprobaciones formales.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Dominio nuevo y un cliente que descubre lo que quiere al verlo: recorrido en ciclos.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clínica conviven los dos: los datos del paciente son estables; el tablero de métricas es incierto.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elige por la estabilidad de los requisitos, no por costumbre del equipo.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draw.io · Google Docs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arma en vivo en draw.io el ciclo de la clinica en dos versiones, una sola pasada y tres vueltas, y muestra que las cajas son identicas y lo unico que cambia es el recorrido.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2 · Ciclos de vida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Las mismas fases, recorridas de distinta forma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