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importante no es memorizar los nombres sino entender que cada fase tiene tres cosas: una entrada (lo que recibe de la fase anterior), una salida tangible llamada artefacto (un documento, un diagrama, un programa) y un criterio para decir 'esto ya quedo'.</a:t>
            </a:r>
          </a:p>
          <a:p/>
          <a:p>
            <a:r>
              <a:t>Si una fase no produce un artefacto verificable, esa fase no existe, existe una conversacion.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Vale la pena decir con precision que produce cada fase, porque ahi se cae la mitad de los equipos.</a:t>
            </a:r>
          </a:p>
          <a:p/>
          <a:p>
            <a:r>
              <a:t>Diseño responde COMO se va a lograr y produce casos de uso, diagramas de clases, modelo de datos, wireframes y mockups.</a:t>
            </a:r>
          </a:p>
          <a:p/>
          <a:p>
            <a:r>
              <a:t>Pruebas verifica que lo construido corresponde a lo pedido y produce casos de prueba y evidencias.</a:t>
            </a:r>
          </a:p>
          <a:p/>
          <a:p>
            <a:r>
              <a:t>Mantenimiento arregla, ajusta y evoluciona el sistema ya en uso.</a:t>
            </a:r>
          </a:p>
          <a:p/>
          <a:p>
            <a:r>
              <a:t>Por eso aqui nunca se califica codigo: se califica que los planos esten completos, coherentes y sean construibles.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Recorrerlas una sola vez y en orden significa cerrar requisitos de TODO VetCare, luego diseñar TODO VetCare, luego construir TODO.</a:t>
            </a:r>
          </a:p>
          <a:p/>
          <a:p>
            <a:r>
              <a:t>Recorrerlas en ciclos significa tomar un pedazo util del sistema y pasarlo por las cinco fases en una vuelta corta, y despues repetir con el siguiente pedazo.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se elige el recorrido?</a:t>
            </a:r>
          </a:p>
          <a:p/>
          <a:p>
            <a:r>
              <a:t>Con criterios, no con moda.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Ciclos de vida del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Las mismas fases, recorridas de distinta 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Ciclos de vida del software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mismas fases, recorridas de distinta forma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VetCare, el sistema de la clinica «Huellitas».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ciclo de vida del software es el orden en que se recorren las etapas...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ciclo de vida del software es el orden en que se recorren las etapas que van desde que alguien dice 'necesito un sistema' hasta que ese sistema se apaga definitivamente.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etapas clasicas son cinco: requisitos, diseño, construccion, pruebas y mantenimiento.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fase de requisitos no termina cuando el equipo 'ya entendio' el problema de Huellitas: termina cuando existe una lista numerada de requisitos funcionales y no funcionales que la clinica leyo y aprobo.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Vale la pena decir con precision que produce cada fase, porque ahi se...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Requisitos responde la pregunta QUE debe hacer el sistema y produce la lista de RF y RNF, el glosario y las reglas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Construccion es escribir el codigo y produce el ejecutable.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nuestro Proyecto Integrador esto se reparte: Seminario de Sistemas vive en requisitos y diseño (los planos), y Programacion II vive en construccion y pruebas (la obra).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gran decision no es cuales fases hacer, sino cuantas veces...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gran decision no es cuales fases hacer, sino cuantas veces recorrerlas y con cuanto sistema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vuelta 1 podria ser solo la ficha del paciente (requisitos de la ficha, diseño de la ficha, mockup de la ficha, revision con la clinica); la vuelta 2, la historia clinica y la busqueda; la vuelta 3, los reportes y metricas.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practica es brutal: en el recorrido unico la clinica ve algo hasta el final y un malentendido de la semana 2 se descubre en la semana 15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recorrido en ciclos la clinica opina cada dos o tres semanas y el error se corrige cuando todavia es barato corregirlo.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que separar dos palabras que los equipos usan como sinonimos y no...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dos palabras que los equipos usan como sinonimos y no lo son: proyecto y producto.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proyecto es un esfuerzo temporal, con inicio, fin, alcance, presupuesto y responsables; se acaba y se cierra.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producto es el sistema vivo, que la gente usa, que tiene versiones y que sigue existiendo cuando el proyecto ya se cerro.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el proyecto es 'entregar los planos y el prototipo de VetCare en este semestre'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producto es el sistema que Huellitas usaria durante los proximos años, con su version 1.0, su 1.1 cuando pidan vacunacion a domicilio y su 2.0 cuando quieran facturacion electronica.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que separar dos palabras que los equipos usan como sinonimos y no...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distincion tiene una consecuencia dura: la fase mas larga y mas costosa de la vida de un sistema no es construirlo, es mantenerlo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el diseño y la documentacion que hacemos aqui no son un tramite, son lo que permite que otro entienda el sistema dentro de dos años.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se elige el recorrido?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los requisitos son estables, el contrato es cerrado y el sistema es critico, conviene un recorrido lineal con aprobaciones formales.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es nuevo, el cliente descubre lo que quiere cuando lo ve, y hay margen para ajustar, conviene un recorrido en ciclos.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aplican los dos matices: los datos basicos de un paciente (nombre, especie, raza, propietario) son estables y se pueden cerrar temprano; el tablero de metricas es incierto porque la clinica nunca ha visto uno y va a cambiar de opinion apenas lo vea.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se elige el recorrido?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Ademas, el ciclo elegido debe caber en la realidad del curso: el estudiante que solo cursa Seminario cierra con documento de diseño y prototipo navegable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es una ruta completa, porque el ciclo de vida del software incluye fases donde no se escribe una sola linea de codigo y aun asi se produce valor.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recorrido lineal del ciclo de vida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A[Analisis] --&gt; D[Diseno] --&gt; I[Implementacion]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--&gt; P[Pruebas] --&gt; M[Mantenimiento]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Lineal significa: no se vuelve. Cada fase cierra con un entregable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aprobado y la siguiente empieza sobre 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mismo ciclo en tres vueltas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v1[Vuelta 1 - agendamiento]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a1[Analisis] --&gt; d1[Diseno] --&gt; i1[Implementacion] --&gt; p1[Pruebas]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v2[Vuelta 2 -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a2[Analisis] --&gt; d2[Diseno] --&gt; i2[Implementacion] --&gt; p2[Pruebas]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subgraph v3[Vuelta 3 - facturacion]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a3[Analisis] --&gt; d3[Diseno] --&gt; i3[Implementacion] --&gt; p3[Pruebas]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p1 --&gt; a2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p2 --&gt; a3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Iterativo no es «hacerlo mal y repetir»: cada vuelta entrega algo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que funciona, sobre un subconjunto del alcance.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de vida de VetCare en Mermaid: mismas cajas, dos recorridos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A[Requisitos] --&gt;|RF-01 a RF-12 aprobados| B[Diseno]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--&gt;|Casos de uso + clases + mockups| C[Construccion]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--&gt;|Modulo ficha del paciente| D[Pruebas]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--&gt;|Acta de aceptacion| E[Operacion y mantenimiento]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-.-&gt;|Solicitud: vacunacion a domicilio| 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lineal  = UNA sola pasada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en ciclos = TRES pasadas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1: ficha del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2: historia clinica y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3: reportes y metricas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Las cajas nunca cambian; lo que cambia es cuantas veces se recorren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fases son las mismas en cualquier metodologia; lo unico que se negocia es cuantas vueltas se dan y cuanto sistema entra en cada vuelta.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arma en vivo en draw.io el ciclo de VetCare en dos versiones, una sola pasada y tres vueltas, y muestra que las cajas son identicas y lo unico que cambia es el recorrido.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Ciclos de vida del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mismas fases, recorridas de distinta forma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