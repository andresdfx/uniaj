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Ciclos de vida del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Las mismas fases, recorridas de distinta 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mapa de fases de VetCare con el artefacto concreto que produce cada fase y la marca de en cual esta parado el equipo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documento de una pagina en Google Docs con la tabla Fase / Pregunta que responde / Artefacto de VetCare / Quien lo aprueba, mas dos diagramas en draw.io (recorrido lineal y recorrido en tres vueltas) exportados a PDF y subidos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ciclo de vida del software es el orden en que se recorren las etapas...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ciclo de vida del software es el orden en que se recorren las etapas que van desde que alguien dice 'necesito un sistema' hasta que ese sistema se apaga definitivamente.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etapas clasicas son cinco: requisitos, diseño, construccion, pruebas y mantenimiento.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importante no es memorizar los nombres sino entender que cada fase tiene tres cosas: una entrada (lo que recibe de la fase anterior), una salida tangible llamada artefacto (un documento, un diagrama, un programa) y un criterio para decir 'esto ya quedo'.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una fase no produce un artefacto verificable, esa fase no existe, existe una conversacion.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la fase de requisitos no termina cuando el equipo 'ya entendio' el problema de Huellitas: termina cuando existe una lista numerada de requisitos funcionales y no funcionales que la clinica leyo y aprobo.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Vale la pena decir con precision que produce cada fase, porque ahi se...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Requisitos responde la pregunta QUE debe hacer el sistema y produce la lista de RF y RNF, el glosario y las reglas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Diseño responde COMO se va a lograr y produce casos de uso, diagramas de clases, modelo de datos, wireframes y mockups.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Construccion es escribir el codigo y produce el ejecutable.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Pruebas verifica que lo construido corresponde a lo pedido y produce casos de prueba y evidencias.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Mantenimiento arregla, ajusta y evoluciona el sistema ya en uso.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nuestro Proyecto Integrador esto se reparte: Seminario de Sistemas vive en requisitos y diseño (los planos), y Programacion II vive en construccion y pruebas (la obra).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aqui nunca se califica codigo: se califica que los planos esten completos, coherentes y sean construibles.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gran decision no es cuales fases hacer, sino cuantas veces...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gran decision no es cuales fases hacer, sino cuantas veces recorrerlas y con cuanto sistema a 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Recorrerlas una sola vez y en orden significa cerrar requisitos de TODO VetCare, luego diseñar TODO VetCare, luego construir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Recorrerlas en ciclos significa tomar un pedazo util del sistema y pasarlo por las cinco fases en una vuelta corta, y despues repetir con el siguiente pedazo.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la vuelta 1 podria ser solo la ficha del paciente (requisitos de la ficha, diseño de la ficha, mockup de la ficha, revision con la clinica); la vuelta 2, la historia clinica y la busqueda; la vuelta 3, los reportes y metricas.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practica es brutal: en el recorrido unico la clinica ve algo hasta el final y un malentendido de la semana 2 se descubre en la semana 15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recorrido en ciclos la clinica opina cada dos o tres semanas y el error se corrige cuando todavia es barato corregirlo.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Hay que separar dos palabras que los equipos usan como sinonimos y no...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separar dos palabras que los equipos usan como sinonimos y no lo son: proyecto y producto.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proyecto es un esfuerzo temporal, con inicio, fin, alcance, presupuesto y responsables; se acaba y se cierra.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producto es el sistema vivo, que la gente usa, que tiene versiones y que sigue existiendo cuando el proyecto ya se cerro.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el proyecto es 'entregar los planos y el prototipo de VetCare en este semestre'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producto es el sistema que Huellitas usaria durante los proximos años, con su version 1.0, su 1.1 cuando pidan vacunacion a domicilio y su 2.0 cuando quieran facturacion electronica.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distincion tiene una consecuencia dura: la fase mas larga y mas costosa de la vida de un sistema no es construirlo, es mantenerlo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el diseño y la documentacion que hacemos aqui no son un tramite, son lo que permite que otro entienda el sistema dentro de dos años.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se elige el recorrido?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se elige el recorrido?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criterios, no con moda.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los requisitos son estables, el contrato es cerrado y el sistema es critico, conviene un recorrido lineal con aprobaciones formales.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dominio es nuevo, el cliente descubre lo que quiere cuando lo ve, y hay margen para ajustar, conviene un recorrido en ciclos.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aplican los dos matices: los datos basicos de un paciente (nombre, especie, raza, propietario) son estables y se pueden cerrar temprano; el tablero de metricas es incierto porque la clinica nunca ha visto uno y va a cambiar de opinion apenas lo vea.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Ademas, el ciclo elegido debe caber en la realidad del curso: el estudiante que solo cursa Seminario cierra con documento de diseño y prototipo navegable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esa es una ruta completa, porque el ciclo de vida del software incluye fases donde no se escribe una sola linea de codigo y aun asi se produce valor.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ciclo de vida de VetCare en Mermaid: mismas cajas, dos recorridos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A[Requisitos] --&gt;|RF-01 a RF-12 aprobados| B[Diseno]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--&gt;|Casos de uso + clases + mockups| C[Construccion]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--&gt;|Modulo ficha del paciente| D[Pruebas]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--&gt;|Acta de aceptacion| E[Operacion y mantenimiento]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-.-&gt;|Solicitud: vacunacion a domicilio| 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lineal  = UNA sola pasada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en ciclos = TRES pasadas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1: ficha del paciente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2: historia clinica y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3: reportes y metricas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Las cajas nunca cambian; lo que cambia es cuantas veces se recorren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Las fases son las mismas en cualquier metodologia; lo unico que se negocia es cuantas vueltas se dan y cuanto sistema entra en cada vuelta.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arma en vivo en draw.io el ciclo de VetCare en dos versiones, una sola pasada y tres vueltas, y muestra que las cajas son identicas y lo unico que cambia es el recorrido.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no se dibuja de una sola sentada, y hoy definimos el mapa de fases que vamos a recorrer todo el semestre y en cual de ellas se califica cada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clase anterior quedo claro el dolor de Huellitas (fichas que se extravian, busquedas eternas y cero metricas); hoy ese dolor se ubica dentro de un ciclo de vida y se le pone nombre a lo que sale de cada etapa.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tres casos de matricula se entienden mejor con el ciclo en la mano: aqui vivimos en requisitos y diseño, Programacion II vive en construccion y pruebas, y quien solo cursa Seminario cierra con documento de diseño y prototipo navegable.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Huellitas guarda hoy 5.000 fichas en carpetas de carton dentro de un archivador metalico, y las citas del dia se anotan a mano en una libreta que se lleva la auxiliar.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tiene una lista cruda de necesidades salida de la entrevista, pero nadie ha definido que documento sale de cada etapa ni quien lo firma como aprobado.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existe ni una linea de codigo ni un diagrama formal: se parte de cero y el unico insumo real es lo que dijo la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En Google Docs cree la tabla de cuatro columnas (Fase / Pregunta que responde / Artefacto concreto de VetCare / Quien lo aprueba) y llenela con las cinco fases; en la columna del artefacto esta prohibido escribir generalidades: debe decir cosas como 'Lista RF-01 a RF-12 de Huellitas' o 'Mockup de la ficha del paciente'.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Marque con relleno amarillo la fila de la fase donde esta el equipo hoy y escriba debajo dos evidencias verificables que lo demuestren (por ejemplo: 'existe la entrevista transcrita' y 'no existe ningun diagrama aprobado').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 dibuje el recorrido lineal de VetCare: cinco cajas en fila, y sobre cada flecha escriba el artefacto que se entrega para poder pasar a la siguiente fase.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Duplique la pagina en draw.io y dibuje el recorrido en tres vueltas: las mismas cinco cajas, pero con las vueltas rotuladas Incremento 1 (ficha del paciente), Incremento 2 (historia clinica y busqueda) e Incremento 3 (reportes y metricas), y una flecha de retroalimentacion desde la clinica hacia requisitos.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Escriba al final del documento un parrafo de tres renglones titulado 'Producto vs proyecto en VetCare' que responda: cuando termina el proyecto, cuando terminaria el producto y un ejemplo concreto de una solicitud de mantenimiento; exporte a PDF y suba el archivo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la palabra VetCare de su tabla, esa tabla serviria igual para un cajero automatico o para una tienda de ropa? Si la respuesta es si, todavia no aterrizo nada.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En su diagrama de vueltas, cada vuelta termina en algo que la veterinaria podria mirar y opinar, o termina en trabajo interno que solo entiende el equipo?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Que documento exacto tendria que mostrar hoy, en pantalla, para demostrarle a la clinica que la fase de requisitos ya quedo cerrada?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documento de una pagina en Google Docs con la tabla Fase / Pregunta que responde / Artefacto de VetCare / Quien lo aprueba, mas dos diagramas en draw.io (recorrido lineal y recorrido en tres vueltas) exportados a PDF y subidos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tabla tiene las cinco fases y en cada una un artefacto concreto de VetCare escrito con nombre propio, no una definicion generica de libro.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diagrama lineal y el diagrama en vueltas usan exactamente las mismas cinco cajas; lo unico distinto entre ellos es el recorrido.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fase actual del equipo esta marcada y sustentada con dos evidencias verificables del estado real de VetCare.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parrafo final distingue con hechos concretos cuando termina el proyecto y cuando terminaria el producto, e incluye un ejemplo de mantenimiento.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mapa de fases de VetCare con el artefacto concreto que produce cada fase y la marca de en cual esta parado el equipo hoy.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mapa de fases de VetCare con el artefacto concreto que produce cada fase y la marca de en cual esta parado el equipo hoy.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de una pagina en Google Docs con la tabla Fase / Pregunta que responde / Artefacto de VetCare / Quien lo aprueba, mas dos diagramas en draw.io (recorrido lineal y recorrido en tres vueltas) exportados a PDF y subidos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