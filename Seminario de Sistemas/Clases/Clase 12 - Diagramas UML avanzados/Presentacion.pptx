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1600" b="0" i="0">
                <a:solidFill>
                  <a:srgbClr val="333333"/>
                </a:solidFill>
                <a:latin typeface="Calibri"/>
              </a:rPr>
              <a:t>–   Herramienta: </a:t>
            </a:r>
            <a:r>
              <a:rPr sz="1600" b="1" i="0">
                <a:solidFill>
                  <a:srgbClr val="333333"/>
                </a:solidFill>
                <a:latin typeface="Calibri"/>
              </a:rPr>
              <a:t>draw.io · Mermaid Live Editor</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Hasta ahora todos los modelos de VetCare han sido estaticos: el diagrama de clases dice que existe una clase Cita…</a:t>
            </a:r>
          </a:p>
          <a:p>
            <a:pPr>
              <a:spcAft>
                <a:spcPts val="800"/>
              </a:spcAft>
            </a:pPr>
            <a:r>
              <a:rPr sz="1500" b="0" i="0">
                <a:solidFill>
                  <a:srgbClr val="333333"/>
                </a:solidFill>
                <a:latin typeface="Calibri"/>
              </a:rPr>
              <a:t>–   El diagrama de actividad responde a otra pregunta completamente distinta: no quien le habla a quien, sino en que…</a:t>
            </a:r>
          </a:p>
          <a:p>
            <a:pPr>
              <a:spcAft>
                <a:spcPts val="800"/>
              </a:spcAft>
            </a:pPr>
            <a:r>
              <a:rPr sz="1500" b="0" i="0">
                <a:solidFill>
                  <a:srgbClr val="333333"/>
                </a:solidFill>
                <a:latin typeface="Calibri"/>
              </a:rPr>
              <a:t>–   La pregunta practica es cuando usar cada uno, y la respuesta se decide por el tipo de duda que se quiere resolver</a:t>
            </a:r>
          </a:p>
          <a:p>
            <a:pPr>
              <a:spcAft>
                <a:spcPts val="800"/>
              </a:spcAft>
            </a:pPr>
            <a:r>
              <a:rPr sz="1500" b="0" i="0">
                <a:solidFill>
                  <a:srgbClr val="333333"/>
                </a:solidFill>
                <a:latin typeface="Calibri"/>
              </a:rPr>
              <a:t>–   Estos diagramas no se inventan desde cero: se derivan de lo que ya esta escrito, y ahi esta la parte que separa a…</a:t>
            </a:r>
          </a:p>
          <a:p>
            <a:pPr>
              <a:spcAft>
                <a:spcPts val="800"/>
              </a:spcAft>
            </a:pPr>
            <a:r>
              <a:rPr sz="1500" b="0" i="0">
                <a:solidFill>
                  <a:srgbClr val="333333"/>
                </a:solidFill>
                <a:latin typeface="Calibri"/>
              </a:rPr>
              <a:t>–   Los flujos alternos tambien se modelan, y para eso existen los fragmentos combinados, que son esos recuadros con…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draw.io · Mermaid Live Editor</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396222" y="1792224"/>
            <a:ext cx="1051560" cy="1051560"/>
          </a:xfrm>
          <a:prstGeom prst="rect">
            <a:avLst/>
          </a:prstGeom>
        </p:spPr>
      </p:pic>
      <p:sp>
        <p:nvSpPr>
          <p:cNvPr id="20" name="TextBox 19"/>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16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16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16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16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ExamLab.</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secuencia reproduce el orden exacto del flujo principal de CU-04 y no inventa pasos que no esten en la especificacion.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Existe al menos un fragmento alt con sus dos condiciones de guarda escritas, coherente con un flujo alterno ya documentado.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1600" b="0" i="0">
                <a:solidFill>
                  <a:srgbClr val="333333"/>
                </a:solidFill>
                <a:latin typeface="Calibri"/>
              </a:rPr>
              <a:t>–   </a:t>
            </a:r>
            <a:r>
              <a:rPr sz="1600" b="1" i="0">
                <a:solidFill>
                  <a:srgbClr val="333333"/>
                </a:solidFill>
                <a:latin typeface="Calibri"/>
              </a:rPr>
              <a:t>Entrega en ExamLab (https://examlab.lovable.app/)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(https://examlab.lovable.app/)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