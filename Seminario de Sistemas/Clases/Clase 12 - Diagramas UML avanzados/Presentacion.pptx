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 que ninguno de los dos muestra es la conversacion interna del sistema en el momento exacto en que eso ocurre.</a:t>
            </a:r>
          </a:p>
          <a:p/>
          <a:p>
            <a:r>
              <a:t>Sobre la linea de vida se dibujan barras de activacion que muestran durante cuanto tiempo ese objeto esta trabajando.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Eso permite modelar el proceso completo de atencion en la clinica: el propietario llega y pregunta, la recepcionista verifica la cita, si no la tiene se decide entre esperar o reagendar, el veterinario atiende, registra la consulta y si formula medicamentos el flujo se abre en dos ramas paralelas, una de facturacion y otra de programacion del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paso del flujo principal del caso de uso se convierte en uno o varios mensajes del diagrama de secuencia, en el mismo orden y con los mismos nombres del glosario canonico que se fijo en la auditoria de la clase once.</a:t>
            </a:r>
          </a:p>
          <a:p/>
          <a:p>
            <a:r>
              <a:t>Eso no es un fracaso del diagrama de secuencia, es su mayor utilidad, porque es la unica manera barata de detectar que el modelo estatico estaba incompleto.</a:t>
            </a:r>
          </a:p>
          <a:p/>
          <a:p>
            <a:r>
              <a:t>Por eso el artefacto de hoy incluye la tabla de mapeo mensaje a operacion: obliga a cerrar el circulo entre lo dinamico y lo estatico.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Diagramas UML avanzados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Secuencia: quien le habla a quien. Actividad: en que orden ocurre el trabajo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Tema: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Diagramas UML avanzados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Secuencia: quien le habla a quien. Actividad: en que orden ocurre el trabajo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Herramienta del tema: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draw.io · Mermaid Live Editor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de toda la clase: el sistema de una clinica veterinaria.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la clinica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Practica (opcional, guia en la carpeta)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3310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Sintesis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Hasta ahora todos los modelos de la clinica han sido estaticos: el...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Hasta ahora todos los modelos de la clinica han sido estaticos: el diagrama de clases dice que existe una clase Cita con sus atributos, y la especificacion de caso de uso dice que la recepcionista agenda.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eso existe el diagrama de secuencia, que es un modelo del tiempo: arriba se dibujan los participantes, de cada uno baja una linea de vida y el tiempo transcurre hacia abajo, de modo que el orden vertical de las flechas es el orden real de los eventos.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Cada flecha es un mensaje, es decir, la peticion de un objeto a otro para que haga algo; la flecha llena representa una llamada sincrona, donde quien pide se queda esperando la respuesta, y la flecha punteada representa el retorno con el resultado.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Hasta ahora todos los modelos de la clinica han sido estaticos: el...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clinica, agendar una cita se ve como una cadena corta y clara: la recepcionista le habla a la pantalla de agenda, la pantalla le habla al control de agenda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control verifica la mascota, le pregunta al repositorio de citas por la disponibilidad y devuelve una confirmacion con el identificador de la cita.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diagrama de actividad responde a otra pregunta completamente...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diagrama de actividad responde a otra pregunta completamente distinta: no quien le habla a quien, sino en que orden ocurre el trabajo y quien es responsable de cada paso, incluyendo pasos que suceden fuera del computador.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Sus elementos son nodo inicial, acciones, nodos de decision con condiciones escritas entre corchetes, nodos de union, barras de bifurcacion y sincronizacion para el trabajo que ocurre en paralelo, y nodo final.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diagrama de actividad responde a otra pregunta completamente...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herramienta que lo vuelve realmente util en un proyecto como el de la clinica son las particiones o calles: una franja por cada rol, de modo que al mirar el dibujo se sabe de un vistazo que hace el Propietario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hace la Recepcionista, que hace el Veterinario y que hace el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dibujo revela algo que ni los casos de uso ni las clases muestran: donde estan los cuellos de botella del proceso real de la clinica.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practica es cuando usar cada uno, y la respuesta se decide...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practica es cuando usar cada uno, y la respuesta se decide por el tipo de duda que se quiere resolver.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duda es de responsabilidades, es decir, cual objeto deberia encargarse de esto y con quien tiene que hablar para lograrlo, el diagrama correcto es el de secuencia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obliga a que cada mensaje tenga un destinatario concreto y por lo tanto una clase que lo sepa atender.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la duda es de proceso, es decir, en que orden hace la gente las cosas, donde se decide algo y que pasa en paralelo, el diagrama correcto es el de actividad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Porque admite pasos manuales, decisiones del negocio y actores humanos que no son objetos de software.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practica es cuando usar cada uno, y la respuesta se decide...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Una regla practica para el aula: el diagrama de secuencia se dibuja para un caso de uso y suele cubrir su flujo principal; el diagrama de actividad se dibuja para un proceso de negocio que puede atravesar varios casos de uso.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clinica, CU-04 Agendar cita se modela con secuencia; la atencion completa desde que el propietario entra por la puerta hasta que sale con la factura se modela con actividad, porque incluye conversaciones y esperas que ningun objeto del sistema ejecuta.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Estos diagramas no se inventan desde cero: se derivan de lo que ya esta...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Estos diagramas no se inventan desde cero: se derivan de lo que ya esta escrito, y ahi esta la parte que separa a un estudiante que entendio de uno que solo dibujo.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paso 2 de CU-04 dice que el sistema verifica la disponibilidad del veterinario para esa fecha, entonces debe existir un mensaje llamado consultarDisponibilidad dirigido a algun participante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ese participante debe ser una clase que exista en el diagrama de clases.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Aqui aparece el hallazgo tipico y valiosisimo: al dibujar la secuencia el equipo descubre que envio un mensaje a una clase que no tiene esa operacion, o peor, a una clase que no existe.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flujos alternos tambien se modelan, y para eso existen los...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flujos alternos tambien se modelan, y para eso existen los fragmentos combinados, que son esos recuadros con una etiqueta en la esquina.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fragmento alt representa caminos excluyentes con sus condiciones de guarda escritas entre corchetes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es el que usamos en la clinica para el horario ocupado: si hay disponibilidad se guarda la cita y se confirma, si no la hay el sistema ofrece alternativas del dia siguiente.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fragmento opt es un camino opcional que puede ocurrir o no, como enviar el recordatorio si el propietario autorizo mensajeria.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flujos alternos tambien se modelan, y para eso existen los...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fragmento loop repite un bloque, por ejemplo mientras el veterinario agrega varias vacunas al expediente.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disciplina que hay que enseñar aqui es de alcance: un diagrama de secuencia no debe intentar mostrar los quince alternos posibles, porque se vuelve ilegible y nadie lo lee.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practica sana es dibujar el camino feliz completo mas uno o dos fragmentos que representen las decisiones criticas del negocio, y dejar el resto documentado en el texto de la especificacion, que para eso existe.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diagrama de secuencia en Mermaid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sequenceDiagram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autonumber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actor R as Recepcionista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participant UI as Pantalla Agendar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participant S as ServicioCita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participant M as RepositorioMascota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participant C as RepositorioCita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R-&gt;&gt;UI: solicita agendar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UI-&gt;&gt;S: agendar(idMascota, fechaHora)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S-&gt;&gt;M: estaActiva(idMascota)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M--&gt;&gt;S: true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S-&gt;&gt;C: existeEnFranja(idVet, fechaHora)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C--&gt;&gt;S: false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S-&gt;&gt;C: guardar(cita)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C--&gt;&gt;S: idCita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S--&gt;&gt;UI: PROGRAMADA (idCita)</a:t>
            </a:r>
          </a:p>
          <a:p>
            <a:pPr>
              <a:spcAft>
                <a:spcPts val="342"/>
              </a:spcAft>
            </a:pPr>
            <a:r>
              <a:rPr sz="1200" b="0" i="0">
                <a:solidFill>
                  <a:srgbClr val="FFFFFF"/>
                </a:solidFill>
                <a:latin typeface="Calibri"/>
              </a:rPr>
              <a:t>  UI--&gt;&gt;R: confirmacion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diagrama de actividad, con decision y carriles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flowchart TB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ini([Inicio]) --&gt; llega[La mascota llega a consulta]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llega --&gt; tiene{Tiene cita&lt;br/&gt;programada?}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tiene --&gt;|Si| atiende[Registrar consulta]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tiene --&gt;|No| urg{Es urgencia?}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urg --&gt;|Si| crear[Crear cita de urgencia] --&gt; atiende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urg --&gt;|No| agendar[Agendar para otro dia] --&gt; fin([Fin])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atiende --&gt; receta[Emitir receta e insumos]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receta --&gt; fin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Cada rombo tiene que tener TODAS sus salidas rotuladas. Un rombo con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%% una sola flecha de salida no es una decision: es un paso.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tabla de mapeo mensaje a operacion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Mensaje del diagrama        | Clase receptora      | Operacion          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|-----------------------------|----------------------|------------------------|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agendar(idMascota, fecha)   | ServicioCita         | +agendar(int, Date)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estaActiva(idMascota)       | RepositorioMascota   | +estaActiva(int): bool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existeEnFranja(idVet, f)    | RepositorioCita      | +existeEnFranja(...)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| guardar(cita)               | RepositorioCita      | +guardar(Cita): int    |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Cada mensaje de la secuencia TIENE que existir como operacion en el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diagrama de clases de la Clase 8. Si no esta, o falta la operacion 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-- el mensaje esta de mas: los dos diagramas describen el mismo sistema.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Secuencia de CU-04 Agendar cita en sintaxis Mermaid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5181447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sequenceDiagram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actor Recepcionista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participant UI as :PantallaAgenda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participant CTRL as :ControlAgenda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participant REPM as :RepositorioMascotas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participant REPC as :RepositorioCitas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Recepcionista-&gt;&gt;UI: solicitarAgendamiento(codigoMascota, fecha)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UI-&gt;&gt;CTRL: agendarCita(codigoMascota, fecha, idVeterinario)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CTRL-&gt;&gt;REPM: existePorCodigo(codigoMascota)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REPM--&gt;&gt;CTRL: mascota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33007" y="1719072"/>
            <a:ext cx="5181447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CTRL-&gt;&gt;REPC: consultarDisponibilidad(idVeterinario, fecha)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REPC--&gt;&gt;CTRL: horariosLibres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alt hay horario libre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CTRL-&gt;&gt;REPC: guardarCita(cita)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REPC--&gt;&gt;CTRL: idCita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CTRL--&gt;&gt;UI: confirmacion(idCita)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else no hay horario libre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CTRL--&gt;&gt;UI: alternativas(dia siguiente)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Cada flecha tiene que corresponder a una operacion existente en el diagrama de clases: si no existe, o falta la operacion o sobra la flecha.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draw.io · Mermaid Live Editor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Se toma el flujo principal ya escrito de CU-04 Agendar cita y lo convierte linea por linea en mensajes de un diagrama de secuencia en Mermaid, mostrando en vivo que cada mensaje necesita una clase dueña que lo pueda responder.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Mismo dominio: la clinica veterinaria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12 · Diagramas UML avanzados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Secuencia: quien le habla a quien. Actividad: en que orden ocurre el trabajo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Repasen las laminas de teoria: cada concepto esta completo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con el siguiente tema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