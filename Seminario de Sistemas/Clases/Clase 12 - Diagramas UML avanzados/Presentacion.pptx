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permite modelar el proceso completo de atencion en Huellitas: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entregable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VetCare, el sistema de la clinica «Huellitas».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 VetCare han sido estaticos: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todos los modelos de VetCare han sido estaticos: el diagrama de clases dice que existe una clase Cita con sus atributos, y la especificacion de caso de uso dice que la recepcionista agenda.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 VetCare han sido estaticos: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agendar una cita se ve como una cadena corta y clara: la recepcionista le habla a la pantalla de agenda, la pantalla le habla al control de agenda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verifica la mascota, le pregunta al repositorio de citas por la disponibilidad y devuelve una confirmacion con el identificador de la 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elementos son nodo inicial, acciones, nodos de decision con condiciones escritas entre corchetes, nodos de union, barras de bifurcacion y sincronizacion para el trabajo que ocurre en paralelo, y nodo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que lo vuelve realmente util en un proyecto como VetCare son las particiones o calles: una franja por cada rol, de modo que al mirar el dibujo se sabe de un vistazo que hace el Propietario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hace la Recepcionista, que hace el Veterinario y que hace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dibujo revela algo que ni los casos de uso ni las clases muestran: donde estan los cuellos de botella del proceso real de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practica es cuando usar cada uno, y la respuesta se decide por el tipo de duda que se quiere resolver.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responsabilidades, es decir, cual objeto deberia encargarse de esto y con quien tiene que hablar para lograrlo, el diagrama correcto es el de secuencia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obliga a que cada mensaje tenga un destinatario concreto y por lo tanto una clase que lo sepa atender.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proceso, es decir, en que orden hace la gente las cosas, donde se decide algo y que pasa en paralelo, el diagrama correcto es el de 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admite pasos manuales, decisiones del negocio y actores humanos que no son objetos de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VetCare, CU-04 Agendar cita se modela con secuencia; la atencion completa desde que el propietario entra por la puerta hasta que sale con la factura se modela con actividad, porque incluye conversaciones y esperas que ningun objeto del sistema ejecuta.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Estos diagramas no se inventan desde cero: se derivan de lo que ya esta...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diagramas no se inventan desde cero: se derivan de lo que ya esta escrito, y ahi esta la parte que separa a un estudiante que entendio de uno que solo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paso 2 de CU-04 dice que el sistema verifica la disponibilidad del veterinario para esa fecha, entonces debe existir un mensaje llamado consultarDisponibilidad dirigido a algun participante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participante debe ser una clase que exista en el diagrama de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el hallazgo tipico y valiosisimo: al dibujar la secuencia el equipo descubre que envio un mensaje a una clase que no tiene esa operacion, o peor, a una clase que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tambien se modelan, y para eso existen los fragmentos combinados, que son esos recuadros con una etiqueta en la esquina.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alt representa caminos excluyentes con sus condiciones de guarda escritas entre corchetes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el que usamos en VetCare para el horario ocupado: si hay disponibilidad se guarda la cita y se confirma, si no la hay el sistema ofrece alternativas del dia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opt es un camino opcional que puede ocurrir o no, como enviar el recordatorio si el propietario autorizo mensajeria.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loop repite un bloque, por ejemplo mientras el veterinario agrega varias vacunas al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disciplina que hay que enseñar aqui es de alcance: un diagrama de secuencia no debe intentar mostrar los quince alternos posibles, porque se vuelve ilegible y nadie lo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actor R as Recepcionista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UI as Pantalla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S as ServicioCita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M as RepositorioMascota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C as RepositorioCita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R-&gt;&gt;UI: solicita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UI-&gt;&gt;S: agendar(idMascota,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S-&gt;&gt;M: estaActiva(idMascota)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M--&gt;&gt;S: true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existeEnFranja(idVet,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false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guardar(cita)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idCita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S--&gt;&gt;UI: PROGRAMADA (idCita)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UI--&gt;&gt;R: confirmacion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actividad, con decision y carriles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ini([Inicio]) --&gt; llega[La mascota llega a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llega --&gt; tiene{Tiene cita&lt;br/&gt;programada?}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--&gt;|Si| atiende[Registrar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--&gt;|No| urg{Es urgencia?}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--&gt;|Si| crear[Crear cita de urgencia] --&gt;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--&gt;|No| agendar[Agendar para otro dia] --&gt; fin([Fin])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atiende --&gt; receta[Emitir receta e insumos]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receta --&gt; fin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rombo tiene que tener TODAS sus salidas rotuladas. Un rombo con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una sola flecha de salida no es una decision: es un paso.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Mensaje del diagrama        | Clase receptora      | Operacion    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|-----------------------------|----------------------|------------------------|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agendar(idMascota, fecha)   | ServicioCita         | +agendar(int, Date)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estaActiva(idMascota)       | RepositorioMascota   | +estaActiva(int): bool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existeEnFranja(idVet, f)    | RepositorioCita      | +existeEnFranja(...)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guardar(cita)               | RepositorioCita      | +guardar(Cita): int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Cada mensaje de la secuencia TIENE que existir como operacion en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diagrama de clases de la Clase 8. Si no esta, o falta la operacion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mensaje esta de mas: los dos diagramas describen el mismo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actor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UI as :PantallaAgenda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CTRL as :ControlAgenda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REPM as :RepositorioMascotas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REPC as :RepositorioCitas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Recepcionista-&gt;&gt;UI: solicitarAgendamiento(codigoMascota,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UI-&gt;&gt;CTRL: agendarCita(codigoMascota, fecha, idVeterinario)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CTRL-&gt;&gt;REPM: existePorCodigo(codigoMascota)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REPM--&gt;&gt;CTRL: 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CTRL-&gt;&gt;REPC: consultarDisponibilidad(idVeterinario,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REPC--&gt;&gt;CTRL: horariosLibres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alt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CTRL-&gt;&gt;REPC: guardarCita(cita)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REPC--&gt;&gt;CTRL: idCita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confirmacion(idCita)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else no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alternativas(dia siguiente)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