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Preparación de la Presentación Final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Storytelling Técnico, Live Demos y Sustentación (Clase 12)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225516" y="2737544"/>
            <a:ext cx="77409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Código no se vende solo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Puedes tener el diseño más limpio, los patrones más avanzados y cero bugs, pero si no sabes explicar su valor a una audiencia, tu proyecto fracasará comercialmente.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Maldición del Conocimiento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sesgo del experto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Ocurre cuando sabemos tanto sobre un tema técnico que olvidamos cómo era no saberlo, y asumimos que nuestra audiencia entiende nuestra jerga.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36052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cliente no sabe qué es un "Singleton" ni le importa el "MVC".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52475" y="4357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43576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llenas tu presentación de código Java frente a un gerente, lo perderás en 5 minutos.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52475" y="5110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51101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Debes traducir el valor técnico 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valor de negocio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Storytelling Técnico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Dos Audiencias en la Sala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Toda sustentación de software debe equilibrar dos enfoques para convencer a la sala: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66775" y="330993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30993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Negocio (El "Por Qué"):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Hablen del problema del cliente y cómo el software ahorra tiempo o dinero.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406241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4062412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Ingeniería (El "Cómo"):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Hablen de la arquitectura, patrones UML y limpieza para demostrar que el sistema no va a colapsar mañana.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"Efecto Demo"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Ley de Murphy del Software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"Si algo puede salir mal en una demostración en vivo, saldrá mal frente a la peor audiencia posible."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46434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Regla de Oro: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¡Nunca improvisen datos al tipear! Anoten exactamente lo que van a teclear.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19150" y="33004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internet fallará.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52475" y="3748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9150" y="37480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servidor crasheará.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52475" y="4195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19150" y="41957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excepción extraña aparecerá.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33612"/>
            <a:ext cx="52768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3612"/>
            <a:ext cx="52768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"Golden Path" (Camino Dorado)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971550" y="265271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mostrar?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71550" y="31575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Live Demo, tu objetivo no es mostrar cómo se rompe la aplicación (eso es para QA interno).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71550" y="391001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Tu objetivo es mostrar 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Golden Path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: El flujo feliz perfecto donde un usuario hace exactamente lo que debe hacer y el sistema entrega el máximo valor.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24650" y="265271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Plan B (Contingencia)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24650" y="31575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¿Qué pasa si el programa no arranca el día de la sustentación?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24650" y="3910012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Todo equipo profesional lleva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Video de Respaldo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(MP4) de 2 minutos mostrando el programa funcionando perfectamente en la computadora de la casa.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de Diapositivas Limpias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Evitar "Muerte por PowerPoint"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la audiencia está leyendo un muro de texto en la pantalla, no te están escuchando a ti.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19150" y="33004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idea por diapositiva: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No sobrecargues.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52475" y="3748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19150" y="37480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Contraste: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Fondos limpios, texto legible de gran tamaño.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52475" y="4195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19150" y="41957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Imágenes de apoyo: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Usa diagramas (UML) o capturas clave en lugar de texto interminable.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Explicando la Arquitectura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Mostrando "El Capó" del Sistema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la parte técnica de su sustentación final, el diagrama clave será su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UML de Clases (Mermaid)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52475" y="33004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19150" y="330041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expliquen clase por clase.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52475" y="3748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19150" y="37480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Expliquen el flujo: "Aquí vemos nuestro Controlador orquestando la Fábrica".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52475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19150" y="45005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Muestren los reportes de calidad: "Aquí vemos nuestros 3 Casos de Prueba pasando exitosamente".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Abran su repositorio y reúnanse con su equipo.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Diseñaremos el esqueleto oficial de su presentación, el guion estricto de su "Golden Path" y distribuiremos los roles para la sustentación final.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2757487" y="1990873"/>
            <a:ext cx="66770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757487" y="2775644"/>
            <a:ext cx="66770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757487" y="3560415"/>
            <a:ext cx="66770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757487" y="4345185"/>
            <a:ext cx="66770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2757487" y="2766119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2757487" y="2766119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757487" y="3550890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2757487" y="3550890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2757487" y="4335660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757487" y="4335660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2757487" y="5120431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757487" y="5120431"/>
            <a:ext cx="6677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7487" y="21402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3852862" y="2133748"/>
            <a:ext cx="55816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https://sebokwiki.org/w/images/5/53/Figure_StkhldrNeeds-4_from_INCOSE_NRM.jpg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3852862" y="2379464"/>
            <a:ext cx="5581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sebokwiki.org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7487" y="29250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3852862" y="2918519"/>
            <a:ext cx="55816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https://zdblogs.zohowebstatic.com/sites/show/chronicles/files/key_elements_in_storytelling.png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852862" y="3164234"/>
            <a:ext cx="5581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www.zoho.com</a:t>
            </a:r>
            <a:endParaRPr/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7487" y="37098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3852862" y="3703290"/>
            <a:ext cx="55816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https://miro.medium.com/1*8nYWx_Ogvv-rvLSH80A2ZA.png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3852862" y="3949005"/>
            <a:ext cx="5581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pub.towardsai.net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7487" y="4494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3852862" y="4488060"/>
            <a:ext cx="55816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https://designshack.net/wp-content/uploads/clean-minimal-google-slide-template-561-1.jpg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3852862" y="4733776"/>
            <a:ext cx="5581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designshack.net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57487" y="52793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3852862" y="5272831"/>
            <a:ext cx="55816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https://www.slideegg.com/image/catalog/700705-software-architecture-diagram.png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3852862" y="5518546"/>
            <a:ext cx="5581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www.slideegg.com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