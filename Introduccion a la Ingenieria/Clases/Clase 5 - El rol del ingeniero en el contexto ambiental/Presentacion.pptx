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El rol del ingeniero en el contexto ambiental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software no es inmaterial: pesa, consume agua y termina en basura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huella material, centros de datos, RAEE y matriz eléctrica colombiana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huella del sistema, en Excalidraw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la etapa que más pesa y las dos decisiones que la bajan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Nombrar las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cuatro etapas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la huella material de un sistema de software: fabricación, uso, red y fin de vida.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Explicar qué mide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PUE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un centro de datos y por qué el enfriamiento cambia la cuenta.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Relacionar una decisión de diseño con un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efecto ambiental medible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Nombrar la norma colombiana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residuos electrónicos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qué obliga.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¿Dónde está «la nube»? Y más incómodo: ¿cuánta agua se bebió su última consulta a un asistente de IA?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 nube es un edificio con servidores, electricidad y un sistema de enfriamiento.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le ponemos materia, energía y residuos a algo que parece que no tiene ninguna.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etapas de la huella de un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«Software» y «nube» son palabras que suenan inmateriales. Las cuatro etapas son materia, energía y residuo — y la etapa 1 cambia la recomendación: alargar la vida útil pesa más que ahorrar batería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FABRICACIÓN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Minería, ensamblaje y transporte de dispositivos y servidores.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En un celular, la mayor parte de la huella ya está gastada antes de encenderlo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Electricidad del dispositivo, del servidor y del enfriamiento del centro de datos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Cada byte viaja por antenas, cables y equipos que consumen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FIN DE VIDA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Residuo electrónico (RAEE): metales, plásticos y sustancias peligrosas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conceptos con nombre propio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PUE · Power Usage Effectiveness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Energía total del centro de datos ÷ energía que llega a los servidores.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1.0 sería perfecto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todo va a computar. Un valor de 1.6 significa que por cada vatio de cómputo se gastan 0,6 en enfriar, iluminar y perder.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Agua de enfriamiento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Muchos centros de datos se enfrían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evaporando agua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porque es más barato que enfriar con electricidad. El costo se muda de la factura de luz a la cuenca de donde sale el agua, que suele estar donde vive gente.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RAEE · Residuos de aparatos eléctricos y electrónicos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En Colombia los regula la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Ley 1672 de 2013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obliga a los productores a tener sistemas de recolección y al usuario a entregar el aparato en esos puntos, no en la basura común. Contienen metales valiosos y sustancias peligrosas.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Obsolescencia inducida por software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Cuando una nueva versión exige un dispositivo más nuevo, el software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convierte en basura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un aparato que funcionaba. Es una decisión de ingeniería con un resultado material medible en toneladas.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misma función, dos decisiones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Ninguna de las cinco decisiones de la derecha es un sacrificio de calidad: son decisiones de ingeniería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Decisión cómoda para el equipo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La app pide la ubicación cada 5 segundos.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Cada pantalla trae imágenes en tamaño original.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El reporte se recalcula completo en cada consulta.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La versión nueva solo corre en dispositivos de los últimos 3 años.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«Le metemos IA» a una función que resolvía un «if».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Misma función, menos huella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Cada 5 minutos, o cuando el usuario se mueve.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Batería y red.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Imágenes ajustadas al tamaño real.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Menos bytes por la red.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Se guarda el resultado y se recalcula al cambiar.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Menos cómputo.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Se sostiene el soporte para dispositivos viejos.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Menos RAEE.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Se usa el «if».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IA cuesta energía en cada llamada.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Colombia: dos datos locales que cambian el análisis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matriz eléctrica.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Buena parte de la generación del país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hidráulica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así que un kilovatio-hora consumido en Colombia tiene menos emisiones asociadas que el mismo kilovatio en un país que quema carbón. Un análisis serio no copia cifras de emisiones de otro país: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usa el factor local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que publica el operador del sistema (XM).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 su contracara.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Cuando llega el fenómeno de El Niño y baja el nivel de los embalses, entran las plantas térmicas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misma aplicación pasa a emitir más sin cambiar una línea de código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La huella de un sistema no es un número fijo: depende de cuándo y dónde corre.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Residuos electrónicos.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Ley 1672 de 2013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fija los lineamientos de los RAEE en Colombia: el productor tiene que ofrecer puntos de recolección y el usuario tiene el deber de usarlos. Los informes internacionales (Global E-waste Monitor) muestran 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mayor parte del residuo electrónico del mundo no se recoge formalmente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lo que no se recoge se desarma a mano, sin protección.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Consecuencia práctica para su proyecto: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decisión ambiental más fuerte que puede tomar un equipo de este curso casi nunca es «consumir menos batería».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no obligar a cambiar de aparato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no mover datos que no hacen falta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estima una huella sin ser experto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paso 5 es el que distingue una intención ambiental de una decisión de ingeniería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Dibuje el recorrido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Dispositivo → red → servidor → almacenamiento. Todo lo que se prende para que el sistema funcione.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Cuente lo que se repite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pasa una vez no importa; lo que pasa mil veces al día sí. Busque el bucle.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Marque la etapa más pesada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 una sola. No hace falta un número exacto: hace falta saber dónde apretar.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Proponga dos decisiones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Concretas y de diseño, no de comportamiento del usuario.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Defina un indicador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Algo que se pueda medir al final: bytes por consulta, consultas por día, años de vida útil soportados.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Dos trampas de esta clase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Las cifras ambientales son el terreno favorito de la invención.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Circulan números de litros de agua por consulta y de gramos de CO₂ por búsqueda que cambian por órdenes de magnitud entre fuentes, y muchos se citan sin decir de qué sistema ni de qué año son. Hoy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toda cifra va con fuente, año y alcance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— o no va.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«Lo digital contamina menos que el papel» no es una respuesta.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 veces sí y a veces no: depende del número de usos, del dispositivo y de si obliga a comprar aparatos nuevos. Comparar sirve solo si se dice qué se comparó.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 que sí se puede afirmar sin exagerar: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que la huella existe, que tiene cuatro etapas, que se puede reducir con decisiones de diseño y que casi nadie la mide. Eso alcanza para trabajar con rigor en primer semestre.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Huella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equipo, el sistema de su propio proyecto · diagrama de huella + 2 decisiones + 1 indicador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RECORRIDO DIBUJADO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camino completo con flechas: dispositivo del usuario → red → servidor → almacenamiento, y todo lo que se prende para que el sistema funcione.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SE REPITE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operación ocurre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muchas veces al día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su sistema, y una estimación gruesa de cuántas veces. Lo que pasa una vez no mueve nada.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ETAPA QUE MÁS PESA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sola etapa, con la razón. No hace falta un cálculo exacto: hace falta saber dónde apretar.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DOS DECISIONES DE DISEÑO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Dos cosas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ustedes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pueden decidir en su sistema para bajar esa etapa. De diseño, no de comportamiento del usuario.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INDICADOR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 número que se pueda medir al final del semestre para saber si la decisión funcionó. Con su unidad.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El recorrido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diagrama, recorrido con el cursor. Dónde está cada etapa.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 que se repite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operación repetida y cuántas veces al día.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La etapa que más pesa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y por qué. Es el minuto obligatorio.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Las dos decisiones y el indicador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van a cambiar y cómo se sabrá si sirvió.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La fuente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dónde salió cualquier cifra que hayan dicho.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casos de impacto ambiental — un caso documentado de impacto ambiental de infraestructura digital, con fuente, año y alcance declarados.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sobre sostenibilidad: una página con la huella de su sistema, las dos decisiones y el indicador, en la carpeta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6 · Análisis de problemas tecnológicos del entorno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cierra el corte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se arma la ficha del problema del proyecto del semestre y hay evaluación de corte en ExamLab al final de la sesión.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sesión 6 cierra el corte. Traigan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el problema de la sesión 1, la ficha de sistema de la sesión 3, la regla ética de la sesión 4 y el indicador de hoy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la ficha del problema se arma con esas cuatro cosas y se entrega en clase. Y lean el documento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«Evaluación del Corte 1 — cómo prepararse»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trae qué repasar de cada sesión para los 20 minutos de evaluación del final.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6 — cierra el corte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rol del ingeniero en el contexto ambiental · Clase 5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software no es inmaterial: pesa, consume y termina en basura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