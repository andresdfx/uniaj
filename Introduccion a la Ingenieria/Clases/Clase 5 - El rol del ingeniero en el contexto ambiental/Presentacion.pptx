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 metemos IA» a una función que resolvía un «if».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usa el «if».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darle materia a algo que parece no tenerla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«¿Dónde está la nube?» funciona porque casi nadie ha visto un centro de datos y porque la metáfora está diseñada para que no se piense en el edificio.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parte —cuánta agua se bebió una consulta a un asistente de IA— incomoda a propósito y hay que manejarla con cuidado: la respuesta honesta es que **depende del centro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modelo, del clima y del año**, y que las cifras que circulan varían por órdenes de magnitud.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darle materia a algo que parece no tenerla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objetivo no es que se lleven un número, es que entiendan que hay agua y electricidad detrás de algo que se siente inmaterial, y que quien afirme un número tiene que decir de dónde salió.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minuto 20, al llegar al PUE y al enfriamiento, vuelva al muro: alguien va a haber escrito «en internet» o «en un servidor», y ahí se muestra que el servidor está en un edificio que consume tanto en enfriarse como en computar.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y por qué la fabricación cambia la recomendación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huella material de un sistema de software se reparte en cuatro etapas y conviene recorrerlas con un ejemplo único: una aplicación de citas médicas usada desde el celular.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Fabricación.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celular del paciente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computador de la secretaria y los servidores donde corre el sistema tuvieron que ser fabricados: minería de metales —incluidos varios escasos y con extracción problemática—, ensamblaje y transporte.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el punto que más sorprende y el más importante para las decisiones: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muchos dispositivos personales la mayor parte de la huella de toda su vida ya está gastada cuando se enciende por primera vez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contraintuitiva: optimizar el consumo de batería es útil,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alargar la vida útil del aparato pesa mucho más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y por qué la fabricación cambia la recomendación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depende de decisiones de software.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Electricidad del dispositivo, del servidor y —esto es lo que se olvida— del enfriamiento del centro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gratis y crece con el volumen: una pantalla que carga imágenes en tamaño original mil veces al día mueve un múltiplo de lo necesario.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Fin de vida.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aparato se vuelve residuo electrónico.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metales recuperables y sustancias peligrosas, y cuando no se recoge formalmente se desarma a mano, quemando plásticos, con daño directo a las personas que lo hacen.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pedagógico de la diapositiva es que las palabras «software» y «nube» están construidas para que uno no piense en nada de 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cuatro etapas es lo que permite discutir el tema con seriedad.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 (Power Usage Effectiveness).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energía total que entra al centro de datos dividida por la energía que efectivamente llega a los servidores.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fuera 1.0, todo lo que entra se usa en computar.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PUE de 1.6 significa que por cada vatio de cómputo se gastan 0,6 en enfriar, iluminar y en pérdidas.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centros de datos grandes y modernos operan bastante mejor que el promedio de las salas de servidores de empresa, que suelen estar en el rango de 1.5 a 1.6 según las encuestas del sector.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que hay que dejar no es el número exacto: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parte grande de la energía de un centro de datos no computa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que existe una métrica con nombre para medirlo.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ingeniero que sabe que el PUE existe puede preguntar por él.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agua.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Enfriar con evaporación de agua es más barato en electricidad que enfriar con máquinas, así que muchos centros de datos usan agua.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ejemplo de algo que el curso repite: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optimizar una variable suele mover el problema a otra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ingeniero tiene que saber a cuál.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métricas para esto (WUE, litros por kilovatio-hora), y aquí también vale la advertencia de las cifras.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RAEE y la Ley 1672 de 2013.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norma colombiana que fija los lineamientos para la gestión de residuos de aparatos eléctricos y electrónicos.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informes globales de residuos electrónicos (Global E-waste Monitor, de UNITAR e ITU) reportan decenas de millones de toneladas al año y una tasa de recolección formal baja: el orden de magnitud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no se recoge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cita una cifra exacta, exija la edición del informe y el año, porque cambia entre ediciones.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Obsolescencia inducida por software.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concepto que más les sirve porque está bajo su control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hace falta discutir si hay intención: el efecto es material y medible.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contracara es una decisión concreta que un equipo de este curso puede tomar: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sostener el soporte para dispositivos viejos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además es lo correcto para el contexto de la universidad, donde muchos estudiantes trabajan con equipos de varios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la conciencia a la decisión: la diapositiva que convierte el tema en ingeniería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diapositiva que salva la clase de volverse un discurso.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cinco parejas son decisiones reales de diseño, y en las cinco la versión de la derecha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cumple la misma función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—pedir la ubicación cada cinco segundos o cada cinco minutos— es la más fácil de entender y toca batería y red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—sostener dispositivos viejos— es la de mayor impacto real por lo dicho sobre la fabricación.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quinta es la más contemporánea y hay que decirla sin miedo: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agregarle un asistente de IA a una función que resolvía una condición simple gasta energía en cada llamada, para siempre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la conciencia a la decisión: la diapositiva que convierte el tema en ingeniería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decisión de arquitectura, y hoy se toma con frecuencia por moda.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de cinco pasos es el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2 —buscar lo que se repite— es el que enseña a estimar: lo que ocurre una vez no mueve la aguja, lo que ocurre mil veces al día sí.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paso 5 —definir un indicador medible— es el que separa una intención de una decisión de ingeniería.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«Vamos a ser sostenibles» no se puede verificar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«vamos a mover menos de 200 KB por consulta» sí, y en la Clase 16 se puede mirar si se cumplió.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Colombia, y la honestidad con las cifras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dato local más útil es la composición de la matriz eléctrica.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parte importante de la generación en Colombia es hidráulica, lo que significa que un kilovatio-hora consumido aquí tiene un factor de emisiones distinto —menor— que en un país con generación a carbón.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contracara es igual de importante y menos conocida: cuando el fenómeno de El Niño reduce los aportes a los embalses, entran las plantas térmicas y el factor de emisiones del país sube.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aplicación, sin cambiar una línea de código, emite más en un año seco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 las trampas es la más importante para el rigor y conviene dedicarle tiempo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ambientales del sector digital son un campo donde circulan números espectaculares sin alcance definido: litros de agua por consulta a un modelo de lenguaje, gramos de CO₂ por búsqueda, porcentajes del consumo mundial de electricidad.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Colombia, y la honestidad con las cifras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a partir de hoy es simple y se aplica en la rúbrica: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cifra con fuente, año y alcance, o no 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en voz alta lo que sí se puede afirmar sin exagerar: que la huella existe, que tiene cuatro etapas, que se puede reducir con decisiones de diseño y que casi nadie la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alcanza para trabajar con seriedad, y es mucho más defendible que un número impresionante mal citado.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la comparación «lo digital contra el papel»: alguien la va a proponer y la respuesta correcta es que depende del número de usos y de si obliga a comprar dispositivos.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comparar sin decir qué se comparó no es un argumento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6 · Análisis de problemas tecnológicos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la plataforma del curso al final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