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El rol del ingeniero en el contexto ambiental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software no es inmaterial: pesa, consume agua y termina en basura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huella material, centros de datos, RAEE y matriz eléctrica colombiana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huella del sistema, en Excalidraw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la etapa que más pesa y las dos decisiones que la bajan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las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cuatro etapas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la huella material de un sistema de software: fabricación, uso, red y fin de vida.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Explicar qué mide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centro de datos y por qué el enfriamiento cambia la cuenta.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Relacionar una decisión de diseño con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efecto ambiental medible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la norma colombiana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residuos electrónicos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qué obliga.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¿Dónde está «la nube»? Y más incómodo: ¿cuánta agua se bebió su última consulta a un asistente de IA?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La nube es un edificio con servidores, electricidad y un sistema de enfriamiento.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le ponemos materia, energía y residuos a algo que parece que no tiene ninguna.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etapas de la huella de un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«Software» y «nube» son palabras que suenan inmateriales. Las cuatro etapas son materia, energía y residuo — y la etapa 1 cambia la recomendación: alargar la vida útil pesa más que ahorrar batería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FABRICACIÓN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Minería, ensamblaje y transporte de dispositivos y servidores.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En un celular, la mayor parte de la huella ya está gastada antes de encenderlo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Electricidad del dispositivo, del servidor y del enfriamiento del centro de datos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Cada byte viaja por antenas, cables y equipos que consumen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FIN DE VIDA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Residuo electrónico (RAEE): metales, plásticos y sustancias peligrosas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conceptos con nombre propio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PUE · Power Usage Effectiveness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Energía total del centro de datos ÷ energía que llega a los servidores.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1.0 sería perfecto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todo va a computar. Un valor de 1.6 significa que por cada vatio de cómputo se gastan 0,6 en enfriar, iluminar y perder.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Agua de enfriamiento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Muchos centros de datos se enfrían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evaporando agua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porque es más barato que enfriar con electricidad. El costo se muda de la factura de luz a la cuenca de donde sale el agua, que suele estar donde vive gente.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RAEE · Residuos de aparatos eléctricos y electrónicos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En Colombia los regula la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Ley 1672 de 2013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obliga a los productores a tener sistemas de recolección y al usuario a entregar el aparato en esos puntos, no en la basura común. Contienen metales valiosos y sustancias peligrosas.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Obsolescencia inducida por software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Cuando una nueva versión exige un dispositivo más nuevo, el software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convierte en basura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un aparato que funcionaba. Es una decisión de ingeniería con un resultado material medible en toneladas.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misma función, dos decisiones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Ninguna de las cinco decisiones de la derecha es un sacrificio de calidad: son decisiones de ingeniería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Decisión cómoda para el equipo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app pide la ubicación cada 5 segundos.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pantalla trae imágenes en tamaño original.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reporte se recalcula completo en cada consulta.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versión nueva solo corre en dispositivos de los últimos 3 años.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«Le metemos IA» a una función que resolvía un «if».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Misma función, menos huella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5 minutos, o cuando el usuario se mueve.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Batería y red.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Imágenes ajustadas al tamaño real.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Menos bytes por la red.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guarda el resultado y se recalcula al cambiar.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Menos cómputo.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sostiene el soporte para dispositivos viejos.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Menos RAEE.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usa el «if».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La IA cuesta energía en cada llamada.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Colombia: dos datos locales que cambian el análisis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matriz eléctrica.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Buena parte de la generación del país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hidráulica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así que un kilovatio-hora consumido en Colombia tiene menos emisiones asociadas que el mismo kilovatio en un país que quema carbón. Un análisis serio no copia cifras de emisiones de otro país: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usa el factor local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que publica el operador del sistema (XM).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su contracara.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Cuando llega el fenómeno de El Niño y baja el nivel de los embalses, entran las plantas térmicas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misma aplicación pasa a emitir más sin cambiar una línea de código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La huella de un sistema no es un número fijo: depende de cuándo y dónde corre.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Residuos electrónicos.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Ley 1672 de 2013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fija los lineamientos de los RAEE en Colombia: el productor tiene que ofrecer puntos de recolección y el usuario tiene el deber de usarlos. Los informes internacionales (Global E-waste Monitor) muestran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mayor parte del residuo electrónico del mundo no se recoge formalmente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lo que no se recoge se desarma a mano, sin protección.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Consecuencia práctica para su proyecto: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decisión ambiental más fuerte que puede tomar un equipo de este curso casi nunca es «consumir menos batería».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obligar a cambiar de aparato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mover datos que no hacen falta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estima una huella sin ser experto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paso 5 es el que distingue una intención ambiental de una decisión de ingeniería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Dibuje el recorrido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Dispositivo → red → servidor → almacenamiento. Todo lo que se prende para que el sistema funcione.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Cuente lo que se repite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pasa una vez no importa; lo que pasa mil veces al día sí. Busque el bucle.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Marque la etapa más pesada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 una sola. No hace falta un número exacto: hace falta saber dónde apretar.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Proponga dos decisiones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Concretas y de diseño, no de comportamiento del usuario.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Defina un indicador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Algo que se pueda medir al final: bytes por consulta, consultas por día, años de vida útil soportados.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Dos trampas de esta clase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Las cifras ambientales son el terreno favorito de la invención.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Circulan números de litros de agua por consulta y de gramos de CO₂ por búsqueda que cambian por órdenes de magnitud entre fuentes, y muchos se citan sin decir de qué sistema ni de qué año son. Hoy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toda cifra va con fuente, año y alcance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— o no va.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«Lo digital contamina menos que el papel» no es una respuesta.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A veces sí y a veces no: depende del número de usos, del dispositivo y de si obliga a comprar aparatos nuevos. Comparar sirve solo si se dice qué se comparó.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Lo que sí se puede afirmar sin exagerar: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que la huella existe, que tiene cuatro etapas, que se puede reducir con decisiones de diseño y que casi nadie la mide. Eso alcanza para trabajar con rigor en primer semestre.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darle materia a algo que parece no tenerla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«¿Dónde está la nube?» funciona porque casi nadie ha visto un centro de datos y porque la metáfora está diseñada para que no se piense en el edificio.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parte —cuánta agua se bebió una consulta a un asistente de IA— incomoda a propósito y hay que manejarla con cuidado: la respuesta honesta es que **depende del centro de datos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Del modelo, del clima y del año**, y que las cifras que circulan varían por órdenes de magnitud.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darle materia a algo que parece no tenerla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objetivo no es que se lleven un número, es que entiendan que hay agua y electricidad detrás de algo que se siente inmaterial, y que quien afirme un número tiene que decir de dónde salió.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minuto 20, al llegar al PUE y al enfriamiento, vuelva al muro: alguien va a haber escrito «en internet» o «en un servidor», y ahí se muestra que el servidor está en un edificio que consume tanto en enfriarse como en computar.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etapas y por qué la fabricación cambia la recomendación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huella material de un sistema de software se reparte en cuatro etapas y conviene recorrerlas con un ejemplo único: una aplicación de citas médicas usada desde el celular.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Fabricación.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celular del paciente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computador de la secretaria y los servidores donde corre el sistema tuvieron que ser fabricados: minería de metales —incluidos varios escasos y con extracción problemática—, ensamblaje y transporte.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Este es el punto que más sorprende y el más importante para las decisiones: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muchos dispositivos personales la mayor parte de la huella de toda su vida ya está gastada cuando se enciende por primera vez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es contraintuitiva: optimizar el consumo de batería es útil, pero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alargar la vida útil del aparato pesa mucho más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etapas y por qué la fabricación cambia la recomendación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eso depende de decisiones de software.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Uso.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Electricidad del dispositivo, del servidor y —esto es lo que se olvida— del enfriamiento del centro de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gratis y crece con el volumen: una pantalla que carga imágenes en tamaño original mil veces al día mueve un múltiplo de lo necesario.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Fin de vida.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aparato se vuelve residuo electrónico.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Tiene metales recuperables y sustancias peligrosas, y cuando no se recoge formalmente se desarma a mano, quemando plásticos, con daño directo a las personas que lo hacen.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pedagógico de la diapositiva es que las palabras «software» y «nube» están construidas para que uno no piense en nada de esto.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las cuatro etapas es lo que permite discutir el tema con seriedad.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PUE, agua, RAEE y obsolescencia: los cuatro conceptos que hay que dejar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PUE (Power Usage Effectiveness).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energía total que entra al centro de datos dividida por la energía que efectivamente llega a los servidores.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fuera 1.0, todo lo que entra se usa en computar.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PUE de 1.6 significa que por cada vatio de cómputo se gastan 0,6 en enfriar, iluminar y en pérdidas.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centros de datos grandes y modernos operan bastante mejor que el promedio de las salas de servidores de empresa, que suelen estar en el rango de 1.5 a 1.6 según las encuestas del sector.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idea que hay que dejar no es el número exacto: es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parte grande de la energía de un centro de datos no computa nada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que existe una métrica con nombre para medirlo.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ingeniero que sabe que el PUE existe puede preguntar por él.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agua.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Enfriar con evaporación de agua es más barato en electricidad que enfriar con máquinas, así que muchos centros de datos usan agua.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PUE, agua, RAEE y obsolescencia: los cuatro conceptos que hay que dejar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buen ejemplo de algo que el curso repite: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optimizar una variable suele mover el problema a otra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el ingeniero tiene que saber a cuál.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métricas para esto (WUE, litros por kilovatio-hora), y aquí también vale la advertencia de las cifras.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RAEE y la Ley 1672 de 2013.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norma colombiana que fija los lineamientos para la gestión de residuos de aparatos eléctricos y electrónicos.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informes globales de residuos electrónicos (Global E-waste Monitor, de UNITAR e ITU) reportan decenas de millones de toneladas al año y una tasa de recolección formal baja: el orden de magnitud es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mayor parte no se recoge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equipo cita una cifra exacta, exija la edición del informe y el año, porque cambia entre ediciones.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Obsolescencia inducida por software.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concepto que más les sirve porque está bajo su control profesional.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PUE, agua, RAEE y obsolescencia: los cuatro conceptos que hay que dejar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hace falta discutir si hay intención: el efecto es material y medible.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contracara es una decisión concreta que un equipo de este curso puede tomar: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sostener el soporte para dispositivos viejos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que además es lo correcto para el contexto de la universidad, donde muchos estudiantes trabajan con equipos de varios años.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la conciencia a la decisión: la diapositiva que convierte el tema en ingeniería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es la diapositiva que salva la clase de volverse un discurso.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cinco parejas son decisiones reales de diseño, y en las cinco la versión de la derecha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cumple la misma función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—pedir la ubicación cada cinco segundos o cada cinco minutos— es la más fácil de entender y toca batería y red a la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cuarta —sostener dispositivos viejos— es la de mayor impacto real por lo dicho sobre la fabricación.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quinta es la más contemporánea y hay que decirla sin miedo: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agregarle un asistente de IA a una función que resolvía una condición simple gasta energía en cada llamada, para siempre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la conciencia a la decisión: la diapositiva que convierte el tema en ingeniería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una decisión de arquitectura, y hoy se toma con frecuencia por moda.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método de cinco pasos es el del taller.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paso 2 —buscar lo que se repite— es el que enseña a estimar: lo que ocurre una vez no mueve la aguja, lo que ocurre mil veces al día sí.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paso 5 —definir un indicador medible— es el que separa una intención de una decisión de ingeniería.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«Vamos a ser sostenibles» no se puede verificar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«vamos a mover menos de 200 KB por consulta» sí, y en la Clase 16 se puede mirar si se cumplió.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Colombia, y la honestidad con las cifras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dato local más útil es la composición de la matriz eléctrica.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parte importante de la generación en Colombia es hidráulica, lo que significa que un kilovatio-hora consumido aquí tiene un factor de emisiones distinto —menor— que en un país con generación a carbón.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contracara es igual de importante y menos conocida: cuando el fenómeno de El Niño reduce los aportes a los embalses, entran las plantas térmicas y el factor de emisiones del país sube.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misma aplicación, sin cambiar una línea de código, emite más en un año seco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diapositiva de las trampas es la más importante para el rigor y conviene dedicarle tiempo real.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cifras ambientales del sector digital son un campo donde circulan números espectaculares sin alcance definido: litros de agua por consulta a un modelo de lenguaje, gramos de CO₂ por búsqueda, porcentajes del consumo mundial de electricidad.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Colombia, y la honestidad con las cifras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del curso a partir de hoy es simple y se aplica en la rúbrica: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cifra con fuente, año y alcance, o no va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decir en voz alta lo que sí se puede afirmar sin exagerar: que la huella existe, que tiene cuatro etapas, que se puede reducir con decisiones de diseño y que casi nadie la mide.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eso alcanza para trabajar con seriedad, y es mucho más defendible que un número impresionante mal citado.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la comparación «lo digital contra el papel»: alguien la va a proponer y la respuesta correcta es que depende del número de usos y de si obliga a comprar dispositivos.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lección es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comparar sin decir qué se comparó no es un argumento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del entregable: los 5 bloques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Huella del sistema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Documento del equipo · un bloque por titulo, sin cambiar los nombres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EL RECORRIDO DIBUJADO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LO QUE SE REPITE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LA ETAPA QUE MÁS PESA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DOS DECISIONES DE DISEÑO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EL INDICADOR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Los titulos van TAL CUAL: son con los que se califica.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Guion de la exposicion, con tiempos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Exposicion de hoy · lo que se califica es el reparto, no el total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40 s · El recorrido                El diagrama, recorrido con el cursor. Dónde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30 s · Lo que se repite            La operación repetida y cuántas veces al día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50 s · La etapa que más pesa       Cuál y por qué. Es el minuto obligatorio.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50 s · Las dos decisiones y el ind Qué van a cambiar y cómo se sabrá si sirvió.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10 s · La fuente                   De dónde salió cualquier cifra que hayan dic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El tramo marcado como obligatorio es el que el jurado califica: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si el guion no esta cronometrado, es el que se queda sin tiempo.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Huella del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cada equipo, el sistema de su propio proyecto · diagrama de huella + 2 decisiones + 1 indicador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RECORRIDO DIBUJADO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camino completo con flechas: dispositivo del usuario → red → servidor → almacenamiento, y todo lo que se prende para que el sistema funcione.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SE REPITE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operación ocurre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muchas veces al día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su sistema, y una estimación gruesa de cuántas veces. Lo que pasa una vez no mueve nada.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ETAPA QUE MÁS PESA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sola etapa, con la razón. No hace falta un cálculo exacto: hace falta saber dónde apretar.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DOS DECISIONES DE DISEÑO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Dos cosas 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ustedes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pueden decidir en su sistema para bajar esa etapa. De diseño, no de comportamiento del usuario.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INDICADOR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 número que se pueda medir al final del semestre para saber si la decisión funcionó. Con su unidad.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El recorrido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diagrama, recorrido con el cursor. Dónde está cada etapa.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Lo que se repite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operación repetida y cuántas veces al día.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La etapa que más pesa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Cuál y por qué. Es el minuto obligatorio.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Las dos decisiones y el indicador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van a cambiar y cómo se sabrá si sirvió.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10 s · La fuente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 dónde salió cualquier cifra que hayan dicho.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casos de impacto ambiental — un caso documentado de impacto ambiental de infraestructura digital, con fuente, año y alcance declarados.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sobre sostenibilidad: una página con la huella de su sistema, las dos decisiones y el indicador, en la carpeta del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6 · Análisis de problemas tecnológicos del entorno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cierra el corte 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se arma la ficha del problema del proyecto del semestre y hay evaluación de corte en la plataforma del curso al final de la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sesión 6 cierra el corte. Traigan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problema de la sesión 1, la ficha de sistema de la sesión 3, la regla ética de la sesión 4 y el indicador de hoy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ficha del problema se arma con esas cuatro cosas y se entrega en clase. Y lean el documento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«Evaluación del Corte 1 — cómo prepararse»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trae qué repasar de cada sesión para los 20 minutos de evaluación del final.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6 — cierra el corte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rol del ingeniero en el contexto ambiental · Clase 5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El software no es inmaterial: pesa, consume y termina en basura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