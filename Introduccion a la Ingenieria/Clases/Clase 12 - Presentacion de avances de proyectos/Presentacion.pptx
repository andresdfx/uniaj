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Clase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Clase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«no, ahí no, toca acá»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 pidieron a alguien ajeno que usara el prototipo y, casi con seguridad, en algún momento intervinieron: «no, ahí no, toca acá».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giro que hay que hacer explícito, y que es el eje de la sesión: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intervención es un hallazgo, no un error de la persona.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tuvieron que explicar algo, el prototipo no lo explicaba.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responde «ninguna, quedó perfecto» casi siempre no probó, o probó con la mamá de un integrante mientras le explicaba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«no, ahí no, toca acá»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conviene ser directo, porque es la primera sesión del corte 3 y las reglas se fijan hoy: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equipo que no hizo la prueba no tiene avance que presentar.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se le puede improvisar retroalimentación a un avance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ocurre, dígalo, deje que expongan lo que tengan y que hagan la prueba antes de la Clase 13 — pero que quede claro que arrancaron el corte con desventaja.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1: separar lo que hizo de lo que dijo.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Esta es la idea central y hay que insistir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alguien prueba el trabajo de un amigo, es amable: dice que estaba claro, que le gustó, que es intuitivo.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embargo dudó cinco segundos frente a un botón, se equivocó de pantalla y preguntó qué significaba una palabra. **Lo que hizo es el dato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dijo es cortesía.** No es que la persona mienta: es que nadie quiere hacer sentir mal a quien le muestra algo con orgullo.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frenarlos: «buscó el botón de volver arriba» es un hecho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«hay que poner un botón arriba» es una conclusión que quizá no sea la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anota la conclusión y se pierde el hecho, ya no se puede pensar de nuevo.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Pasos 3 y 4: clasificar y buscar el patrón.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de los cuatro tipos es la herramienta de la sesión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valor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tipo se arregla con un trabajo distinto y a un costo distinto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de lenguaje se arregla cambiando una palabra: es el arreglo más barato que existe y el que más rinde, lo cual conecta con el bloque de textos reales de la sesión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de expectativa muchas veces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arregla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está fuera del alcance de la sesión 8, pero obliga a que el prototipo lo diga en vez de callarlo.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uno de suposición nuestra es el más caro y el más valioso: descubrir que dábamos por obvio que el usuario tiene datos móviles, o que sabe leer una tabla, cambia una restricción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patrón, dé el criterio operativo sin pretensiones de rigor estadístico: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tropiezo en una persona puede ser casualidad; el mismo tropiezo en dos de tres personas es un defecto de diseño.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tres o cinco pruebas no se hace estadística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decirlo — pero sí se hace ingeniería: la práctica profesional de pruebas de usabilidad trabaja con muy pocos usuarios justamente porque los defectos gruesos aparecen con los primeros.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algún equipo probó con una sola persona, dígale que el hallazgo sigue valiendo, pero que no sabe si es patrón.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decidir qué no se arregla.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que separa a un equipo que entendió el curso de uno que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todo cabe antes de la Clase 14,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deja fuera se escribe con su razón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avance: cinco minutos que no repiten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universal en una presentación de avance es empezar por el principio.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cortarlo de raíz con un argumento simple: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lleva cinco sesiones oyéndolo.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Repetirlo es gastar los cinco minutos en lo único que ya no aporta.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frase útil para dárselo como regla: *en un avance se cuenta lo que cambió desde la última vez, no lo que se es.* Y una exigencia que cambia radicalmente la calidad de la sesión: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avance tiene que traer una pregunta abierta.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«Tenemos dos maneras de arreglar esto y no nos decidimos» convierte los tres minutos de retroalimentación en algo útil; sin pregunta, los otros equipos improvisan comentarios genéricos.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avance: cinco minutos que no repiten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Exíjala explícitamente al repartir el taller —es uno de los cuatro bloques de la ficha— y verá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último, la parte incómoda: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admitir lo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que funciona no es moral sino de conveniencia: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cuando ya hay nota de por medio y ya no hay tiempo de arreglarlo.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la retroalimentación es gratis; en la Clase 15 vale el 15 %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Dar y recibir: la única revisión externa gratis del semestre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entre pares no sale bien sola: sin reglas, un grupo de primer semestre produce diez minutos de «está muy bien, me gustó».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Empezar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opinión evita la mitad de los comentarios equivocados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muchas veces el equipo ya tenía una razón documentada: preguntar «¿por qué eligieron mostrar la fecha ahí?» y oír «porque la información no está al minuto y no queremos mentir» cierra el tema y además enseña al que preguntó.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limitarse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aritmética: en tres minutos con cinco comentarios no se aplica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hablar del trabajo y no de la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hay que enunciarla en voz alta la primera vez, porque marca el clima del corte 3 completo: «este texto no lo entendí» y no «no supieron escribirlo».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Dar y recibir: la única revisión externa gratis del semestre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las tres trampas, la que más daño hace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rediseñar el proyecto ajeno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aparece siempre, en la forma de «yo lo habría hecho con una aplicación».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cortarla con respeto y con argumento: el otro equipo tomó decisiones documentadas en las sesiones 6 a 11 que usted no vio,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retroalimentación es al avance presentado, no al proyecto que usted haría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elogio vacío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se arregla pidiendo el «qué» y el «por qué» —un elogio con razón sí es útil, porque le dice al equipo qué conservar—.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 es de quien recibe: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anotar, no responder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Cierre con el argumento de peso: estos tres minutos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única revisión externa gratis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van a tener antes de que la exposición valga nota; defenderse en vivo es tirarlos a la basura.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de 5 bloques, con el plan de ajustes al cerrar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Clase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AJUSTES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cosas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el equipo va a ajustar con lo que oyó en la retroalimentación,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lo motivó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quién lo dijo y qué dijo. Se llena en los últimos minutos de la sesión, no 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13 · Evaluación de 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a la Clase 13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listado de actores no usuarios de la Clase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