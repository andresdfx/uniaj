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sesión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sesión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sesión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+ las dos cosas que se van a ajustar en el muro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sesión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sesión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sesión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sesión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