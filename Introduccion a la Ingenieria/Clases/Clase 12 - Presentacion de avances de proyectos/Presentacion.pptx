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Presentación de avances de proyectos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Lo que falló cuando alguien de afuera usó su prototipo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Arranca el corte 3. Hoy las exposiciones se llevan casi la mitad de la sesión, porque la retroalimentación del curso es el contenido y no el adorno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00:00–00:08 · 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00:08–00:28 · 20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Cómo se lee una prueba y cómo se da retroalimentación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00:28–00:40 · 12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Armar la ficha de avance con los hallazgos de la prueba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00:40–01:20 · 40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Exposiciones y retroalimentación — 5 equipos × 8 min — 5 de avance y 3 de curso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01:20–01:30 · 10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El plan de ajustes de cada equipo, en el muro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666666"/>
                </a:solidFill>
                <a:latin typeface="Calibri"/>
              </a:rPr>
              <a:t>Sesión distinta a las anteriores.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El bloque de exposiciones sube a 40 minutos: cada equipo tiene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5 minutos de avance y 3 minutos de retroalimentación del curso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La actividad en equipos baja a 12 minutos porque el trabajo grueso —probar el prototipo con una persona ajena—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ya venía hecho de la sesión 11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Un equipo que no hizo la prueba no tiene avance que presentar, y eso hay que decirlo en el minuto 2.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Separar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la persona hizo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lo que la persona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una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Clasificar cada tropiezo por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tipo y gravedad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encontrar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patrón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Presentar un avance en 5 minutos: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problema, lo que falló y la decisión pendiente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Dar y recibir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retroalimentación útil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observación en vez de opinión.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Ustedes probaron el prototipo con una persona ajena al equipo. ¿Cuántas veces tuvieron que decirle «no, ahí no, toca acá»?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Cada una de esas veces es un hallazgo, no un error de la persona.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no venimos a mostrar lo que funciona: venimos a mostrar lo que falló.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lee una prueba con una persona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persona que prueba nunca se equivoca: si se perdió, el diseño la perdió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1 · Separe lo que hizo de lo que dijo</a:t>
            </a:r>
          </a:p>
          <a:p>
            <a:pPr>
              <a:spcBef>
                <a:spcPts val="200"/>
              </a:spcBef>
            </a:pPr>
            <a:r>
              <a:rPr sz="1200" b="1" i="0">
                <a:solidFill>
                  <a:srgbClr val="333333"/>
                </a:solidFill>
                <a:latin typeface="Calibri"/>
              </a:rPr>
              <a:t>Lo que hizo es el dato.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Si dudó cinco segundos frente a un botón, eso pasó — aunque después diga «no, estaba clarísimo». La gente es amable con quien le muestra su trabajo.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Escriba el tropiezo, no la solución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«Buscó el botón de volver en la esquina de arriba» es un hallazgo. «Hay que poner un botón arriba» es una conclusión, y es prematura.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Clasifique cada tropiezo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¿No entendió una palabra? ¿Se perdió en el flujo? ¿Esperaba algo que no existe? ¿Falló por una suposición nuestra? Cada tipo se arregla distinto.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4 · Busque el patrón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Un tropiezo de una persona puede ser casualidad.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El mismo tropiezo en dos de tres personas es un defecto de diseño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, y esos son los que se arreglan primero.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Decida qué NO se arregla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No todo cabe antes de la Clase 14. Lo que se deja fuera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escribe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con su razón: eso es una decisión de ingeniería, no un olvido.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tipos de hallazgo y qué hacer con cada uno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657600"/>
                <a:gridCol w="3383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Cómo se reconoce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se cambia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Lenguaje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Preguntó qué significa una palabra, o entendió otra cosa.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texto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 Es el arreglo más barato del mundo y el que más rinde.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Flujo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Hizo los pasos en otro orden, o se quedó sin saber dónde seguir.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orden de las pantallas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o el botón que falta. Cuesta más, pero es visible.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Expectativa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Buscó una función que no existe: «¿y aquí puedo reservarlo?».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Nada, si está fuera del alcance — pero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el prototipo debe decirlo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, no callarlo.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Suposición nuestra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Falló algo que dábamos por obvio: que tiene datos, que sabe leer una tabla.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La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restricción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 Es el hallazgo más caro y el más valioso de todos.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Los dos primeros tipos se arreglan antes de la Clase 14. Los dos últimos, a veces, se declaran en el informe final y se dejan como trabajo siguiente.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avance y qué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NO es un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Nadie necesita oír otra vez el problema completo, los actores y las seis fases.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curso ya conoce su proyecto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lleva cinco sesiones oyéndolo.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ES lo que falló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Los tres hallazgos de la prueba, con lo que la persona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hizo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lo único que el curso no sabe todavía, y por eso es lo único que vale contar.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TRAE una pregunta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«Tenemos dos maneras de arreglar esto y no nos decidimos.» Ahí es donde los otros cuatro equipos les sirven de algo. Sin pregunta, la retroalimentación es vacía.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avance ADMITE lo pendiente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Lo que todavía no está, dicho sin rodeos.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Esconder lo pendiente hoy es pagarlo en la Clase 15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delante de todo el mundo y con nota.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da retroalimentación que sirve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Regla del curso: observación, expectativa, y una sola cosa — en ese orden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Primero una pregunta, no una opinión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«¿Por qué eligieron mostrar la fecha ahí?» antes de «la fecha está mal ahí». Muchas veces la respuesta ya cierra el tema.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2 · Describa lo que observó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«Cuando mostraron la pantalla, no encontré cómo volver» dice más que «la navegación está confusa».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Lo observable se puede arreglar; una impresión no.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Diga qué esperaba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«Yo esperaba que el estado dijera cuándo vuelve.» Su expectativa es un dato, y no obliga a nadie: es información, no una orden.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Una sola cosa, la más importante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Cinco comentarios en tres minutos no se aplican. Uno bien dicho, sí. Elija el que más le cambiaría el proyecto al otro equipo.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Sobre el trabajo, nunca sobre la persona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«Este texto no lo entendí» y no «no supieron escribirlo». Es la diferencia entre un equipo que escucha y un equipo que se defiende.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trampas de la retroalimentación entre pares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elogio vacío.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«Está muy bien, me gustó mucho» no es retroalimentación: es amabilidad, y no le sirve a nadie. Si de verdad algo está bien, diga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qué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por qué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— «el mensaje de error me dijo qué hacer» es un elogio útil, porque el otro equipo aprende qué conservar.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Rediseñar el proyecto ajeno.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Aparece siempre: «yo lo habría hecho con una aplicación». No es retroalimentación al avance, es otro proyecto. El otro equipo tomó decisiones documentadas en las sesiones 6 a 11 que usted no vio;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hable de lo que se presentó, no de lo que usted haría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Tomarlo personal.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Recibir es más difícil que dar. Regla mientras les hablan: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anotar, no responder.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Solo se pregunta para entender —«¿en qué momento se perdió?»—. Defenderse en vivo desperdicia los únicos tres minutos gratis de revisión externa que van a tener antes de la nota.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«no, ahí no, toca acá»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gancho de hoy funciona porque todos los equipos van a reconocerse en él.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 pidieron a alguien ajeno que usara el prototipo y, casi con seguridad, en algún momento intervinieron: «no, ahí no, toca acá».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 frase es el dato más valioso que el equipo tiene hoy, y viene disfrazada de incomodidad.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giro que hay que hacer explícito, y que es el eje de la sesión: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cada intervención es un hallazgo, no un error de la persona.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tuvieron que explicar algo, el prototipo no lo explicaba.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vida real nadie va a estar al lado del usuario para aclarárselo.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número, además de romper el hielo, le dice de inmediato quién hizo la prueba y quién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«no, ahí no, toca acá»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que responde «ninguna, quedó perfecto» casi siempre no probó, o probó con la mamá de un integrante mientras le explicaba 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aquí conviene ser directo, porque es la primera sesión del corte 3 y las reglas se fijan hoy: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equipo que no hizo la prueba no tiene avance que presentar.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se le puede improvisar retroalimentación a un avance inexistente.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ocurre, dígalo, deje que expongan lo que tengan y que hagan la prueba antes de la Clase 13 — pero que quede claro que arrancaron el corte con desventaja.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hizo vale más que lo que dijo, y el patrón vale más que el caso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 1: separar lo que hizo de lo que dijo.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Esta es la idea central y hay que insistir en ella.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alguien prueba el trabajo de un amigo, es amable: dice que estaba claro, que le gustó, que es intuitivo.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sin embargo dudó cinco segundos frente a un botón, se equivocó de pantalla y preguntó qué significaba una palabra. **Lo que hizo es el dato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dijo es cortesía.** No es que la persona mienta: es que nadie quiere hacer sentir mal a quien le muestra algo con orgullo.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en la industria se observa y se cronometra, en vez de preguntar «¿le gustó?» — exactamente la trampa que vieron en la sesión 8.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 2: escribir el tropiezo, no la solución.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estudiantes van a saltar directo a arreglar.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frenarlos: «buscó el botón de volver arriba» es un hecho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«hay que poner un botón arriba» es una conclusión que quizá no sea la mejor.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hizo vale más que lo que dijo, y el patrón vale más que el caso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anota la conclusión y se pierde el hecho, ya no se puede pensar de nuevo.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Pasos 3 y 4: clasificar y buscar el patrón.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tabla de los cuatro tipos es la herramienta de la sesión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su valor es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cada tipo se arregla con un trabajo distinto y a un costo distinto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hallazgo de lenguaje se arregla cambiando una palabra: es el arreglo más barato que existe y el que más rinde, lo cual conecta con el bloque de textos reales de la sesión 10.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Uno de flujo exige reordenar pantallas.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Uno de expectativa muchas veces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se arregla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porque está fuera del alcance de la sesión 8, pero obliga a que el prototipo lo diga en vez de callarlo.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uno de suposición nuestra es el más caro y el más valioso: descubrir que dábamos por obvio que el usuario tiene datos móviles, o que sabe leer una tabla, cambia una restricción del proyecto.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el patrón, dé el criterio operativo sin pretensiones de rigor estadístico: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tropiezo en una persona puede ser casualidad; el mismo tropiezo en dos de tres personas es un defecto de diseño.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tres o cinco pruebas no se hace estadística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hizo vale más que lo que dijo, y el patrón vale más que el caso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decirlo — pero sí se hace ingeniería: la práctica profesional de pruebas de usabilidad trabaja con muy pocos usuarios justamente porque los defectos gruesos aparecen con los primeros.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algún equipo probó con una sola persona, dígale que el hallazgo sigue valiendo, pero que no sabe si es patrón.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 5: decidir qué no se arregla.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paso que separa a un equipo que entendió el curso de uno que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todo cabe antes de la Clase 14,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se deja fuera se escribe con su razón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ya lo practicaron con el alcance mínimo de la sesión 8 y con los descartes de la sesión 11: es la misma disciplina.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avance: cinco minutos que no repiten nada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error universal en una presentación de avance es empezar por el principio.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equipo vuelve a contar el problema, los actores, el árbol de causas y las seis fases, y cuando llega a lo interesante se le acabó el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cortarlo de raíz con un argumento simple: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curso ya conoce su proyecto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lleva cinco sesiones oyéndolo.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Repetirlo es gastar los cinco minutos en lo único que ya no aporta.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sí es un avance: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tres hallazgos de la prueba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contados por lo que la persona hizo.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es lo único que el curso no sabe, y por lo tanto lo único que vale la pena contar.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frase útil para dárselo como regla: *en un avance se cuenta lo que cambió desde la última vez, no lo que se es.* Y una exigencia que cambia radicalmente la calidad de la sesión: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cada avance tiene que traer una pregunta abierta.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«Tenemos dos maneras de arreglar esto y no nos decidimos» convierte los tres minutos de retroalimentación en algo útil; sin pregunta, los otros equipos improvisan comentarios genéricos.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avance: cinco minutos que no repiten nada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Exíjala explícitamente al repartir el taller —es uno de los cuatro bloques de la ficha— y verá la diferencia.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último, la parte incómoda: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admitir lo pendiente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equipos tienden a maquillar el avance porque hay compañeros mirando.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argumento que funciona no es moral sino de conveniencia: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esconder lo pendiente hoy es pagarlo en la Clase 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cuando ya hay nota de por medio y ya no hay tiempo de arreglarlo.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la retroalimentación es gratis; en la Clase 15 vale el 15 %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Dar y recibir: la única revisión externa gratis del semestre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retroalimentación entre pares no sale bien sola: sin reglas, un grupo de primer semestre produce diez minutos de «está muy bien, me gustó».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hoy se enseña el formato, y conviene proyectarlo mientras exponen.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observación, expectativa, una sola cosa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funciona por razones concretas.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Empezar con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vez de una opinión evita la mitad de los comentarios equivocados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muchas veces el equipo ya tenía una razón documentada: preguntar «¿por qué eligieron mostrar la fecha ahí?» y oír «porque la información no está al minuto y no queremos mentir» cierra el tema y además enseña al que preguntó.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Describir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observable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—«no encontré cómo volver»— entrega algo que se puede arreglar, mientras que «la navegación está confusa» solo entrega una impresión.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esperaba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aporta un dato sin dar una orden.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limitarse 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sola cosa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aritmética: en tres minutos con cinco comentarios no se aplica ninguno.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Dar y recibir: la única revisión externa gratis del semestre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hablar del trabajo y no de la persona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hay que enunciarla en voz alta la primera vez, porque marca el clima del corte 3 completo: «este texto no lo entendí» y no «no supieron escribirlo».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diferencia entre un equipo que escucha y un equipo que se defiende.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las tres trampas, la que más daño hace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rediseñar el proyecto ajeno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aparece siempre, en la forma de «yo lo habría hecho con una aplicación».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cortarla con respeto y con argumento: el otro equipo tomó decisiones documentadas en las sesiones 6 a 11 que usted no vio,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retroalimentación es al avance presentado, no al proyecto que usted haría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elogio vacío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que se arregla pidiendo el «qué» y el «por qué» —un elogio con razón sí es útil, porque le dice al equipo qué conservar—.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tercera es de quien recibe: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anotar, no responder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Solo se pregunta para entender.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Cierre con el argumento de peso: estos tres minutos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única revisión externa gratis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van a tener antes de que la exposición valga nota; defenderse en vivo es tirarlos a la basura.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Ficha de avance y plan de ajustes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12 min en equipos · 12 min: hallazgos, clasificación, decisión y la pregunta al curso · ficha de avance de 5 bloques, con el plan de ajustes al cerrar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TRES HALLAZGOS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tropiezos de la prueba, escritos como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lo que la persona hizo o preguntó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no como lo que dijo al final, y no como la solución.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CLASIFICACIÓN Y EL PATRÓN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tipo de cada hallazgo —lenguaje, flujo, expectativa o suposición nuestra— y si se repitió en más de una persona.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ARREGLAMOS Y QUÉ 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Lo que se arregla antes de la Clase 14,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lo que no se arregla con su razón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fuera del alcance, no alcanza el tiempo, o cambia una restricción.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PREGUNTA PARA EL CURSO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pregunta abierta, concreta, sobre una decisión que el equipo no logra tomar. Es lo que hace útiles los tres minutos de retroalimentación.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PLAN DE AJUSTES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dos cosas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que el equipo va a ajustar con lo que oyó en la retroalimentación,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lo motivó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quién lo dijo y qué dijo. Se llena en los últimos minutos de la sesión, no antes.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5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Recordatorio mínimo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problema en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 frase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Nada más: el curso ya conoce su proyecto.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min · Los tres hallazgos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la persona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hizo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el corazón del avance.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min · Qué arreglan y qué no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Y por qué lo que queda fuera queda fuera.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min · La pregunta para 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 las dos alternativas que están considerando.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Cierre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van a tener listo para la Clase 14.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Retroalimentación y ajustes — aplicar al prototipo los ajustes comprometidos en el muro, y dejar en el documento del equipo la ficha de avance completa con la lista de lo que no se arregla.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entre pares: leer el documento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otro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docente asigna la pareja) y dejarle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 observaciones escritas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el formato de hoy — observación y expectativa, una sola cosa importante cada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13 · Evaluación de impacto social y ambiental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vemos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impacto social y ambiental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proyecto: a quién más afecta esto aunque no lo use, y cómo se mide.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Traigan a la Clase 13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listado de actores no usuarios de la Clase 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indicador ambiental de la sesión 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los dos se usan directamente en el taller. Si los perdieron, recupérenlos del documento del equipo antes de la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Clase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Presentación de avances de proyectos · Clase 12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La persona que prueba nunca se equivoca: si se perdió, el diseño la perdió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