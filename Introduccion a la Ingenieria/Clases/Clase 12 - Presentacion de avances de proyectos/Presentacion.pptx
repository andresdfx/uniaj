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Presentación de avances de proyectos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 que falló cuando alguien de afuera usó su prototipo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Arranca el corte 3. Hoy las exposiciones se llevan casi la mitad de la sesión, porque la retroalimentación del curso es el contenido y no el adorno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00:08–00:28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Cómo se lee una prueba y cómo se da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00:28–00:40 · 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la ficha de avance con los hallazgos de la prueba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00:40–01:20 · 40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y retroalimentación — 5 equipos × 8 min — 5 de avance y 3 de curso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01:20–01:30 · 10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El plan de ajustes de cada equipo, en el muro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Sesión distinta a las anteriores.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El bloque de exposiciones sube a 40 minutos: cada equipo tiene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5 minutos de avance y 3 minutos de retroalimentación del curso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. La actividad en equipos baja a 12 minutos porque el trabajo grueso —probar el prototipo con una persona ajena—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ya venía hecho de la sesión 11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. Un equipo que no hizo la prueba no tiene avance que presentar, y eso hay que decirlo en el minuto 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Separar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 que la persona hizo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lo que la persona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dijo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una prueba.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Clasificar cada tropiezo por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tipo y gravedad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encontrar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patrón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Presentar un avance en 5 minutos: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problema, lo que falló y la decisión pendiente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Dar y recibir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retroalimentación útil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observación en vez de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Ustedes probaron el prototipo con una persona ajena al equipo. ¿Cuántas veces tuvieron que decirle «no, ahí no, toca acá»?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Cada una de esas veces es un hallazgo, no un error de la persona.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no venimos a mostrar lo que funciona: venimos a mostrar lo que falló.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una prueba con una persona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Separe lo que hizo de lo que dijo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333333"/>
                </a:solidFill>
                <a:latin typeface="Calibri"/>
              </a:rPr>
              <a:t>Lo que hizo es el dato.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 dudó cinco segundos frente a un botón, eso pasó — aunque después diga «no, estaba clarísimo». La gente es amable con quien le muestra su trabajo.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Escriba el tropiezo, no la solución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«Buscó el botón de volver en la esquina de arriba» es un hallazgo. «Hay que poner un botón arriba» es una conclusión, y es prematura.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Clasifique cada tropiezo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¿No entendió una palabra? ¿Se perdió en el flujo? ¿Esperaba algo que no existe? ¿Falló por una suposición nuestra? Cada tipo se arregla distinto.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Busque el patrón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 tropiezo de una persona puede ser casualidad.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mismo tropiezo en dos de tres personas es un defecto de diseño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esos son los que se arreglan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 qué NO se arregla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 cabe antes de la sesión 14. Lo que se deja fuera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con su razón: eso es una decisión de ingeniería, no un olvido.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tipos de hallazgo y qué hacer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5760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reconoce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cambia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Lenguaje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Preguntó qué significa una palabra, o entendió otra cosa.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texto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arreglo más barato del mundo y el que más rinde.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Flujo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Hizo los pasos en otro orden, o se quedó sin saber dónde seguir.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orden de las pantallas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o el botón que falta. Cuesta más, pero es visible.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Expectativa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Buscó una función que no existe: «¿y aquí puedo reservarlo?».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Nada, si está fuera del alcance — pero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el prototipo debe decirlo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, no callarlo.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Suposición nuestra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Falló algo que dábamos por obvio: que tiene datos, que sabe leer una tabla.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restricción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hallazgo más caro y el más valioso de todos.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dos primeros tipos se arreglan antes de la sesión 14. Los dos últimos, a veces, se declaran en el informe final y se dejan como trabajo siguiente.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NO es un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Nadie necesita oír otra vez el problema completo, los actores y las seis fases.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curso ya conoce su proyecto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lleva cinco sesiones oyéndolo.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ES lo que falló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Los tres hallazgos de la prueba, con 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lo único que el curso no sabe todavía, y por eso es lo único que vale contar.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TRAE una pregunta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«Tenemos dos maneras de arreglar esto y no nos decidimos.» Ahí es donde los otros cuatro equipos les sirven de algo. Sin pregunta, la retroalimentación es vacía.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ADMITE lo pendiente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 que todavía no está, dicho sin rodeos.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Esconder lo pendiente hoy es pagarlo en la sesión 15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delante de todo el mundo y con nota.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da retroalimentación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Regla del curso: observación, expectativa, y una sola cosa — en ese orden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Primero una pregunta, no una opinión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«¿Por qué eligieron mostrar la fecha ahí?» antes de «la fecha está mal ahí». Muchas veces la respuesta ya cierra el 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Describa lo que observó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«Cuando mostraron la pantalla, no encontré cómo volver» dice más que «la navegación está confusa».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 observable se puede arreglar; una impresión 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Diga qué esperaba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«Yo esperaba que el estado dijera cuándo vuelve.» Su expectativa es un dato, y no obliga a nadie: es información, no una orden.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Una sola cosa, la más importante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Cinco comentarios en tres minutos no se aplican. Uno bien dicho, sí. Elija el que más le cambiaría el proyecto al otro equipo.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Sobre el trabajo, nunca sobre la persona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«Este texto no lo entendí» y no «no supieron escribirlo». Es la diferencia entre un equipo que escucha y un equipo que se defiende.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trampas de la retroalimentación entre pares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elogio vacío.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«Está muy bien, me gustó mucho» no es retroalimentación: es amabilidad, y no le sirve a nadie. Si de verdad algo está bien, diga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«el mensaje de error me dijo qué hacer» es un elogio útil, porque el otro equipo aprende qué conservar.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Rediseñar el proyecto ajeno.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Aparece siempre: «yo lo habría hecho con una aplicación». No es retroalimentación al avance, es otro proyecto. El otro equipo tomó decisiones documentadas en las sesiones 6 a 11 que usted no vio;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hable de lo que se presentó, no de lo que usted haría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Tomarlo personal.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Recibir es más difícil que dar. Regla mientras les hablan: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anotar, no responder.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Solo se pregunta para entender —«¿en qué momento se perdió?»—. Defenderse en vivo desperdicia los únicos tres minutos gratis de revisión externa que van a tener antes de la nota.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 avance y plan de ajustes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12 min en equipos · 12 min: hallazgos, clasificación, decisión y la pregunta al curso · ficha de avance + las dos cosas que se van a ajustar en el muro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TRES HALLAZGOS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tropiezos de la prueba, escritos como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la persona hizo o preguntó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como lo que dijo al final, y no como la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CLASIFICACIÓN Y EL PATRÓN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tipo de cada hallazgo —lenguaje, flujo, expectativa o suposición nuestra— y si se repitió en más de una persona.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ARREGLAMOS Y QUÉ 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se arregla antes de la sesión 14,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no se arregla con su razón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fuera del alcance, no alcanza el tiempo, o cambia una restricción.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PARA EL CURSO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pregunta abierta, concreta, sobre una decisión que el equipo no logra tomar. Es lo que hace útiles los tres minutos de retroalimentación.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Recordatorio mínimo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Nada más: el curso ya conoce su proyecto.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· Los tres hallazgos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corazón del avance.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Qué arreglan y qué 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por qué lo que queda fuera queda fuera.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La pregunta para 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las dos alternativas que están considerando.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tener listo para la sesión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Retroalimentación y ajustes — aplicar al prototipo los ajustes comprometidos en el muro, y dejar en el documento del equipo la ficha de avance completa con la lista de lo que no se arregla.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entre pares: leer el documento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otro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(el docente asigna la pareja) y dejarle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dos observaciones escritas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el formato de hoy — observación y expectativa, una sola cosa importante cada una.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· Evaluación de impacto social y ambiental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vemos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impacto social y ambiental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proyecto: a quién más afecta esto aunque no lo use, y cómo se mide.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Traigan a la sesión 13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listado de actores no usuarios de la sesión 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indicador ambiental de la sesión 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los dos se usan directamente en el taller. Si los perdieron, recupérenlos del documento del equipo antes de la sesión.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Presentación de avances de proyectos · Clase 12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