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Preparación de la presentación final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Nueve minutos, ocho diapositivas y un plan B para cuando falle internet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Hoy nadie expone para lucirse: se ensaya con cronómetro y se corrige. La presentación con nota es la próxima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00:00–00:06 ·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en el muro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00:06–00:28 · 22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y guía del docente — Los cinco tramos, las diapositivas, el reparto y el plan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00:28–00:55 · 27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Actividad en equipos — Armar el guion, las diapositivas y la demostración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00:55–01:25 · 30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Ensayo cronometrado — 5 equipos × 6 min — 4 de ensayo del arranque y 2 de corrección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01:25–01:30 · 5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— Lo que falta antes de la Clase 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666666"/>
                </a:solidFill>
                <a:latin typeface="Calibri"/>
              </a:rPr>
              <a:t>El bloque de exposiciones de hoy es un ensayo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no una presentación: cada equipo ensaya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los primeros 4 minutos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frente al cronómetro y recibe 2 minutos de corrección. Se ensaya solo el arranque porque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es donde todos los equipos se pasan de tiempo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: quien controla los primeros cuatro minutos casi siempre llega bien al final. El resto se ensaya en equipo, fuera de clase, antes de la Clase 15.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Armar un guion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nueve minutos en cinco tramos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con el tiempo asignado a cada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Hacer diapositivas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miren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vez de leerse.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Repartir la presentación entre los integrantes,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tarea para quien no habla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Preparar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demostración del prototipo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su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plan B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cuando algo falle.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En la Clase 15 tienen nueve minutos y se corta al llegar a cero. ¿Cuánto creen que dura contar el problema, los actores y el árbol de causas?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Más de nueve minutos. Por eso hoy se decide qué NO se cuenta.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Una presentación no se acorta hablando rápido: se acorta eligiendo.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cinco tramos de nueve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Nueve minutos exactos y se corta al llegar a cero. El tramo 4 es el que más suben la nota y el que todos quieren saltarse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1 · El problema, con su cifra · 1 min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333333"/>
                </a:solidFill>
                <a:latin typeface="Calibri"/>
              </a:rPr>
              <a:t>Una frase y un número: «4 de cada 10 visitas terminan sin préstamo».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Sin rodeos y sin presentaciones personales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: el nombre del equipo está en la diapositiva.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A quién le pasa y qué decidimos · 2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afectados —incluido el que no es usuario—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decisión de la matriz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qué alternativa se eligió y qué se sacrificó.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La solución y el prototipo en vivo · 3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tramo más largo.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Se muestra funcionando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no se describe: un recorrido de tres pasos por la pantalla.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Lo que falló en la prueba · 2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hallazgos con una persona ajena, qué se arregló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qué se decidió no arreglar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el tramo que distingue un proyecto de una idea.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Impacto y siguiente paso · 1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impacto positivo con su número,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negativo con su mitigación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y qué haría el próximo equipo que lo continúe.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reglas de diapositiva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Una idea por diapositiva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Ocho diapositivas para nueve minutos: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poco más de un minuto cada una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Si una diapositiva tiene tres ideas, en realidad son tres diapositivas apuradas.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La diapositiva no se lee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Si está escrito completo, el público lo lee más rápido de lo que usted lo dice, y deja de escucharlo.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texto es rótulo; el contenido lo pone la voz.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número grande vale más que un párrafo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«4 de 10» en tamaño enorme se recuerda; «se identificó que aproximadamente el cuarenta por ciento…» no. Los datos de su proyecto merecen tamaño.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Se ve desde el fondo del salón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Texto grande, contraste alto, sin fondos que compitan. En una pantalla compartida por video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todo se ve más pequeño y más borroso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 lo que usted lo 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reparto: qué hace cada integrante, incluso quien no habla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00400"/>
                <a:gridCol w="356616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Tramo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Quién habla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hace el resto del equipo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1 y 2 · Problema y decisión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integrante, el más claro para arrancar.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Uno controla el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cronómetro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y avisa por chat interno a los 2 min.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3 · La solución en vivo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Uno narra y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otro maneja la pantalla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 Nunca la misma persona.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Quien no narra ni maneja tiene abiertas las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capturas del plan B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4 · Lo que falló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Preferiblemente quien hizo la prueba: cuenta lo que vio.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que sigue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ya tiene su diapositiva a la vista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para no perder segundos.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5 · Impacto y siguiente paso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que cierra. Es el que deja la última impresión.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Todos preparados para las preguntas: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cada uno responde de su tramo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Todos los integrantes hablan, y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nadie habla menos de un minuto ni más de tres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. Un equipo donde uno solo presenta pierde puntos de reparto, y además arriesga todo a que esa persona tenga buena conexión ese día.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diapositiva que se lee y la que se mira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público no puede leer y escuchar a la vez. Si la diapositiva lo dice todo, usted está de sobra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casi todos hacen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Título: «Planteamiento del problema».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Seis viñetas de dos líneas cada una.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texto completo de lo que la persona va a decir.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tabla con las quince filas de la matriz de decisión.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Letra de tamaño 14 «porque así cabe todo».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se mira y se recuerda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Título: «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4 de cada 10 visitas terminan sin préstamo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Tres viñetas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cinco palabras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número enorme y una frase corta debajo.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Solo las dos alternativas y el ganador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; la matriz completa va en el informe.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Letra grande: si no cabe,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es que hay que quitar contenido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reducir la letra.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plan B técnico, y tres trampas del ensayo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El plan B no es opcional: es parte de la nota.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Antes de salir hoy, en la carpeta del equipo: la presentación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descargada en PDF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capturas de cada paso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de la demostración del prototipo, y un acuerdo de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quién comparte pantalla si al primero se le cae la conexión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Un equipo que no puede mostrar su prototipo porque «no cargó» pierde el tramo más largo de su presentación.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ensayar «mentalmente».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Leer el guion en silencio dura la mitad que decirlo en voz alta, y por eso todos los equipos que no ensayan se pasan de tiempo.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Se ensaya hablando, con cronómetro, aunque dé pena.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Es la única manera de saber cuánto dura de verdad.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leer la diapositiva ni el guion palabra por palabra.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lleva una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tarjeta con cuatro palabras clave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por tramo, no un texto. Y la última: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no improvisar el arranque.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Las dos primeras frases se aprenden de memoria; son las que más nervios dan y las que fijan el tono de los nueve minutos.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cuánto dura contarlo todo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apertura de hoy es una pregunta con trampa aritmética, y funciona porque la respuesta la descubren ellos: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¿cuánto dura contar el problema, los actores y el árbol de causas?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Más de nueve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Solo el árbol de causas de la sesión 6, contado como lo contaron entonces, se lleva cuatro.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ahí sale la idea que ordena toda la sesión y que conviene decir literalmente: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presentación no se acorta hablando rápido, se acorta eligiendo.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misma operación del alcance mínimo de la sesión 8 aplicada al tiempo en vez del producto.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equipos que fracasan en la Clase 15 no fracasan por hablar mal: fracasan porque intentaron contarlo todo y se les acabó el tiempo en el tramo 2, dejando fuera precisamente el prototipo y los hallazgos, que es lo único que el jurado no conoce.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cuánto dura contarlo todo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una pregunta incómoda y es exactamente el trabajo de hoy: dejar fuera el árbol de causas completo, la revisión bibliográfica extensa, la historia de cómo se conocieron, las quince filas de la matriz.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advertencia de encuadre para el docente: hoy nadie expone para lucirse.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bloque de 30 minutos es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ensayo con corrección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hay que decirlo al principio para que los equipos traigan lo que tienen aunque esté a medias.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cinco tramos, y por qué el tramo 4 es el que sube la nota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estructura de cinco tramos no es un formato arbitrario: es el orden en que un lector técnico necesita la información —problema, decisión, solución, evidencia, consecuencias— y coincide con la estructura de cualquier informe de ingeniería.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Decir «elegimos la lista publicada y sacrificamos tener la información al minuto» en diez segundos comunica más madurez que cinco minutos de descripción. **Tramo 3 · la solución y el prototipo en vivo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3 minutos.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 Es el tramo más largo y la regla es una: 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se muestra funcionando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describe.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 Un recorrido de tres pasos por la pantalla, narrado por una persona mientras otra maneja el mouse. 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Tramo 4 · lo que falló, 2 minutos.** Este es el tramo que hay que defender con insistencia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cinco tramos, y por qué el tramo 4 es el que sube la nota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todos los equipos quieren saltárselo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es el que más sube la nota.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Contar que una persona ajena abandonó la tarea, que se arregló el rótulo y que se decidió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arreglar la búsqueda tolerante, es lo que distingue un proyecto de una idea bonita.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jurado técnico premia eso; un equipo que presenta todo perfecto genera desconfianza inmediata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nadie cree que un prototipo de primer semestre funcionó a la primera.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Tramo 5 · impacto y siguiente paso, 1 minuto.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positivo con su número,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negativo con su mitigación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—de nuevo la Clase 13— y qué haría quien continúe 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Diapositivas que se miran, y el reparto que reparte de verdad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argumento central sobre diapositivas es de atención, no de estética, y hay que darlo así porque es el que convence: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público no puede leer y escuchar a la vez.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la diapositiva tiene el texto completo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gente lo lee más rápido de lo que usted lo dice, termina antes, y deja de escucharlo justo cuando usted está explicando lo importante.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conclusión es incómoda y hay que decirla: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la diapositiva lo dice todo, usted está de sobra.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las cuatro reglas, la que más cuesta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idea por diapositiva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ocho diapositivas para nueve minutos hay poco más de un minuto por diapositiva; si una tiene tres ideas, en realidad son tres diapositivas apuradas.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Diapositivas que se miran, y el reparto que reparte de verdad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regla del tamaño de letra tiene una consecuencia práctica que conviene enunciar como ley: **si no cabe, hay que quitar contenido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reducir la letra.** En una pantalla compartida por video todo se ve más pequeño y más borroso de lo que se ve en el computador de quien la hizo.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diapositiva de antes y después es el ejercicio más eficaz de la sesión.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columna izquierda es literalmente lo que van a entregar si no se les enseña otra cosa; la derecha muestra el mismo contenido convertido en rótulo.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Deténgase en la cuarta fila: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matriz de decisión completa no va en la presentación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—van las dos alternativas y el ganador—, porque la matriz es material de informe.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Diapositivas que se miran, y el reparto que reparte de verdad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qué va en el informe y qué va en la presentación es una habilidad profesional y es lo que más les va a servir la próxima vez.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todos los integrantes hablan, y nadie habla menos de un minuto ni más de tres.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equipo donde solo uno presenta pierde puntos y, peor, arriesga la nota entera a que esa persona tenga buena conexión ese día.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quien no habla también tiene tarea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—cronómetro, capturas del plan B, la diapositiva siguiente lista—.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demostración del tramo 3,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narrar y manejar la pantalla no las hace la misma persona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intentar las dos cosas a la vez es la causa más común de que una demostración se caiga.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plan B, el ensayo, y por qué se ensaya solo el arranque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plan B es parte de la nota y hay que ser explícito.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Antes de salir hoy, en la carpeta del equipo tienen que quedar tres cosas: la presentación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descargada en PDF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capturas de cada paso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la demostración del prototipo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 acuerdo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quién comparte pantalla si al primero se le cae la conexión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argumento no es burocrático sino aritmético: la demostración es el tramo de 3 minutos, un tercio de la presentación; un equipo que no puede mostrar su prototipo porque «no cargó» perdió un tercio de su nota por algo que se prevenía en cinco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clase virtual esto no es hipotético: pasa cada semestre.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Sobre el ensayo, la trampa principal es ensayar «mentalmente».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Leer el guion en silencio dura aproximadamente la mitad que decirlo en voz alta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plan B, el ensayo, y por qué se ensaya solo el arranque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todos los equipos que no ensayan se pasan de tiempo — creen que su presentación dura seis minutos y dura trece.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dos primeras frases se aprenden de memoria: son las que más nervios dan y las que fijan el tono de los nueve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 consejo pequeño y funciona.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hoy se ensayan solo los primeros 4 minutos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conviene explicarlo para que no parezca un recorte: cinco equipos por nueve minutos son 45 minutos y no caben con corrección.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además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arranque es donde se pierde el tiempo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el equipo que controla los tramos 1 y 2 casi siempre llega bien al final, y el que se pasa en el tramo 2 ya no tiene manera de recuperarse.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plan B, el ensayo, y por qué se ensaya solo el arranque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Ensayar el arranque con cronómetro es la intervención con mejor rendimiento por minuto invertido.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resto se ensaya en equipo, fuera de clase, y hay que decirlo con claridad: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quien no ensaye completo antes de la Clase 15 se va a pasar de tiempo, y a los nueve minutos se corta.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del entregable: los 5 bloques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Guion de nueve minutos y plan 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Documento del equipo · un bloque por titulo, sin cambiar los nombres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1. EL GUION DE LOS CINCO TRAMOS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2. LAS OCHO DIAPOSITIVAS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3. EL REPARTO ENTRE INTEGRANTES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4. LA DEMOSTRACIÓN DEL PROTOTIPO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5. EL PLAN B TÉCNICO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Los titulos van TAL CUAL: son con los que se califica.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Guion de la exposicion, con tiempos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Exposicion de hoy · lo que se califica es el reparto, no el total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Tramo 1 · 1 min                    El problema con su cifra. **Sin presentacion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Tramo 2 · 2 min                    Los afectados y la decisión de la matriz, co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Comienzo del tramo 3 · 1 min       Arrancar la demostración: hasta donde llegue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Corte a los 4 min                  Se corta en mitad de la frase. En la Clase 1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2 min de corrección                El docente dice **una sola cosa**, la que má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El tramo marcado como obligatorio es el que el jurado califica: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si el guion no esta cronometrado, es el que se queda sin tiempo.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Guion de nueve minutos y plan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27 min en equipos · 27 min: guion, diapositivas, demostración y plan B · guion con tiempos + diapositivas + PDF y capturas del plan 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GUION DE LOS CINCO TRAMOS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Los cinco tramos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el tiempo asignado a cada uno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—que sume nueve minutos—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quién habla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uno.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LAS OCHO DIAPOSITIVAS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Máximo ocho,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idea cada una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con rótulos y no párrafos. La matriz completa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 va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van las dos alternativas y el ganador.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REPARTO ENTRE INTEGRANTES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Quién habla en cada tramo,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hace quien no habla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cronómetro, capturas del plan B, la diapositiva siguiente lista.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DEMOSTRACIÓN DEL PROTOTIPO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recorrido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tres pasos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que se va a mostrar,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persona narrando y otra manejando la pantalla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Ensayado dos veces.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PLAN B TÉCNICO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En la carpeta del equipo: la presentación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en PDF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capturas de cada paso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la demostración, y quién comparte pantalla si se cae el primero.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4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Tramo 1 · 1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problema con su cifra.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Sin presentaciones personales.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Tramo 2 · 2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afectados y la decisión de la matriz, con lo que se sacrificó.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Comienzo del tramo 3 · 1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Arrancar la demostración: hasta donde llegue en el minuto.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a los 4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Se corta en mitad de la frase. En la Clase 15 pasa igual.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min de corrección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docente dice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una sola cosa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la que más cambie la presentación.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Diseño de presentación y recursos visuales — dejar terminadas las ocho diapositivas y el guion con tiempos en la carpeta del equipo, junto con el PDF y las capturas.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Ensayo general: ensayar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nueve minutos completos, hablando y con cronómetro, al menos dos veces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ajustar el guion con el tiempo real. Leerlo en silencio no cuenta: dura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15 · Exposición final de proyectos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es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exposición final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con nota: nueve minutos por equipo y tres de preguntas. Vale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15 %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la Clase 15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corta a los nueve minutos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sin excepción. Conéctense cinco minutos antes con la presentación y el prototipo ya abiertos, y con las capturas a mano. El orden de exposición se sortea al empezar, así que todos los equipos deben estar listos desde el primer minuto.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Clase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Preparación de la presentación final · Clase 14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Una presentación no se acorta hablando rápido: se acorta eligiendo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