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hoy es una pregunta con trampa aritmética, y funciona porque la respuesta la descubren ellos: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¿cuánto dura contar el problema, los actores y el árbol de causas?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de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Solo el árbol de causas de la sesión 6, contado como lo contaron entonces, se lleva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ahí sale la idea que ordena toda la sesión y que conviene decir literalmente: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presentación no se acorta hablando rápido, se acorta eligiendo.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misma operación del alcance mínimo de la sesión 8 aplicada al tiempo en vez del producto.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cuánto dura contarlo todo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muro, cada equipo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 a dejar 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pregunta incómoda y es exactamente el trabajo de hoy: dejar fuera el árbol de causas completo, la revisión bibliográfica extensa, la historia de cómo se conocieron, las quince filas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encuadre para el docente: hoy nadie expone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de 30 minutos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con corrección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hay que decirlo al principio para que los equipos traigan lo que tienen aunque esté a medias.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esconde su presentación hoy porque «no está lista» está renunciando a la única corrección antes de la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de cinco tramos no es un formato arbitrario: es el orden en que un lector técnico necesita la información —problema, decisión, solución, evidencia, consecuencias— y coincide con la estructura de cualquier informe de ingeniería.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consume el minuto más valioso de los nueve.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nombre del equipo está en la diapositiva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arranca con el problema y su número.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Tramo 2 · a quién le pasa y qué decidimos, 2 minutos.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Aquí entra un afectado que no es usuario —trabajo de la Clase 13— y, sobre todo,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decisión de la matriz de la sesión 8 con lo que se sacrificó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«elegimos la lista publicada y sacrificamos tener la información al minuto» en diez segundos comunica más madurez que cinco minutos de descripción. **Tramo 3 · la solución y el prototipo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3 minutos.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Es el tramo más largo y la regla es una: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se muestra funcionando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describe.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Un recorrido de tres pasos por la pantalla, narrado por una persona mientras otra maneja el mouse.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Tramo 4 · lo que falló, 2 minutos.** Este es el tramo que hay que defender con insistencia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tramos, y por qué el tramo 4 es el que sube la nota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quieren saltárselo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 el que más sube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Contar que una persona ajena abandonó la tarea, que se arregló el rótulo y que se decidió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arreglar la búsqueda tolerante, es lo que distingue un proyecto de una idea bonita.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jurado técnico premia eso; un equipo que presenta todo perfecto genera desconfianza inmediata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nadie cree que un prototipo de primer semestre funcionó a la primera.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Tramo 5 · impacto y siguiente paso, 1 minuto.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positivo con su número,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—de nuevo la Clase 13— y qué haría quien continúe 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con el siguiente paso deja la sensación de trabajo vivo y no de tarea entregada.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argumento central sobre diapositivas es de atención, no de estética, y hay que darlo así porque es el que convence: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público no puede leer y escuchar a la vez.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Si la diapositiva tiene el texto completo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gente lo lee más rápido de lo que usted lo dice, termina antes, y deja de escucharlo justo cuando usted está explicando lo importante.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conclusión es incómoda y hay que decirla: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 la diapositiva lo dice todo, usted está de sobra.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 las cuatro reglas, la que más cuesta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idea por diapositiva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Con ocho diapositivas para nueve minutos hay poco más de un minuto por diapositiva; si una tiene tres ideas, en realidad son tres diapositivas apuradas.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la regla del tamaño de letra tiene una consecuencia práctica que conviene enunciar como ley: **si no cabe, hay que quitar contenido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No reducir la letra.** En una pantalla compartida por video todo se ve más pequeño y más borroso de lo que se ve en el computador de quien la hizo.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diapositiva de antes y después es el ejercicio más eficaz de la sesión.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columna izquierda es literalmente lo que van a entregar si no se les enseña otra cosa; la derecha muestra el mismo contenido convertido en rótulo.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Diapositivas que se miran, y el reparto que reparte de verdad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Deténgase en la cuarta fila: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de decisión completa no va en la presentación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—van las dos alternativas y el ganador—, porque la matriz es material de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qué va en el informe y qué va en la presentación es una habilidad profesional y es lo que más les va a servir la próxima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reparto, hay dos exigencias que evitan los dos fracasos típicos.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integrantes hablan, y nadie habla menos de un minuto ni más de tres.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equipo donde solo uno presenta pierde puntos y, peor, arriesga la nota entera a que esa persona tenga buena conexión ese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habla también tiene tarea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—cronómetro, capturas del plan B, la diapositiva siguiente lista—.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demostración del tramo 3,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narrar y manejar la pantalla no las hace la misma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intentar las dos cosas a la vez es la causa más común de que una demostración se caiga.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para las preguntas, cada integrante responde de su tramo, lo cual además obliga a que todos entiendan el proyecto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plan B es parte de la nota y hay que ser explícito.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Antes de salir hoy, en la carpeta del equipo tienen que quedar tres cosas: la presentación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demostración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acuerdo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no es burocrático sino aritmético: la demostración es el tramo de 3 minutos, un tercio de la presentación; un equipo que no puede mostrar su prototipo porque «no cargó» perdió un tercio de su nota por algo que se prevenía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clase virtual esto no es hipotético: pasa cada semestre.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Sobre el ensayo, la trampa principal es ensayar «mentalmente».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Leer el guion en silencio dura aproximadamente la mitad que decirlo en voz 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todos los equipos que no ensayan se pasan de tiempo — creen que su presentación dura seis minutos y dura trece.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B, el ensayo, y por qué se ensaya solo el arranque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primeras frases se aprenden de memoria: son las que más nervios dan y las que fijan el tono de los nueve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consejo pequeño y funciona.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hoy se ensayan solo los primeros 4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conviene explicarlo para que no parezca un recorte: cinco equipos por nueve minutos son 45 minutos y no caben con corrección.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además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arranque es donde se pierde el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equipo que controla los tramos 1 y 2 casi siempre llega bien al final, y el que se pasa en el tramo 2 ya no tiene manera de recuperarse.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arranque con cronómetro es la intervención con mejor rendimiento por minuto invertido.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resto se ensaya en equipo, fuera de clase, y hay que decirlo con claridad: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quien no ensaye completo antes de la Clase 15 se va a pasar de tiempo, y a los nueve minutos se corta.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Clase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15 · Exposición final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