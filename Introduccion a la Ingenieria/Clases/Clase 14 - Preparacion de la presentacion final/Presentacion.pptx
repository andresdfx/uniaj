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Cronometre leyéndolo en voz alta frente al grupo: dura menos de nueve minutos porque cada tramo trae una sola idea y un número.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DE ENTRADA: CUÁNTO DURA CONTARLO TODO</a:t>
            </a:r>
          </a:p>
          <a:p/>
          <a:p>
            <a:r>
              <a:t>La apertura de hoy es una pregunta con trampa aritmética, y funciona porque la respuesta la descubren ellos: ¿cuánto dura contar el problema, los actores y el árbol de causas? Más de nueve minutos. Solo el árbol de causas de la sesión 6, contado como lo contaron entonces, se lleva cuatro.</a:t>
            </a:r>
          </a:p>
          <a:p/>
          <a:p>
            <a:r>
              <a:t>De ahí sale la idea que ordena toda la sesión y que conviene decir literalmente: una presentación no se acorta hablando rápido, se acorta eligiendo. Es la misma operación del alcance mínimo de la sesión 8 aplicada al tiempo en vez del producto. Los equipos que fracasan en la Clase 15 no fracasan por hablar mal: fracasan porque intentaron contarlo todo y se les acabó el tiempo en el tramo 2, dejando fuera precisamente el prototipo y los hallazgos, que es lo único que el jurado no conoce.</a:t>
            </a:r>
          </a:p>
          <a:p/>
          <a:p>
            <a:r>
              <a:t>En el muro, cada equipo escribe qué va a dejar fuera. Es una pregunta incómoda y es exactamente el trabajo de hoy: dejar fuera el árbol de causas completo, la revisión bibliográfica extensa, la historia de cómo se conocieron, las quince filas de la matriz.</a:t>
            </a:r>
          </a:p>
          <a:p/>
          <a:p>
            <a:r>
              <a:t>Y una advertencia de encuadre para el docente: hoy nadie expone para lucirse. El bloque de 30 minutos es un ensayo con corrección, y hay que decirlo al principio para que los equipos traigan lo que tienen aunque esté a medias. Un equipo que esconde su presentación hoy porque «no está lista» está renunciando a la única corrección antes de la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CINCO TRAMOS, Y POR QUÉ EL TRAMO 4 ES EL QUE SUBE LA NOTA</a:t>
            </a:r>
          </a:p>
          <a:p/>
          <a:p>
            <a:r>
              <a:t>La estructura de cinco tramos no es un formato arbitrario: es el orden en que un lector técnico necesita la información —problema, decisión, solución, evidencia, consecuencias— y coincide con la estructura de cualquier informe de ingeniería. Vale la pena decirlo, porque el mismo esqueleto les va a servir en la Clase 16 para el informe y en toda la carrera para cualquier sustentación.</a:t>
            </a:r>
          </a:p>
          <a:p/>
          <a:p>
            <a:r>
              <a:t>Tramo 1 · el problema con su cifra, 1 minuto. El error universal es empezar con presentaciones personales y agradecimientos: «buenas tardes, somos el equipo tal, integrado por…». Eso consume el minuto más valioso de los nueve. El nombre del equipo está en la diapositiva; se arranca con el problema y su número.</a:t>
            </a:r>
          </a:p>
          <a:p/>
          <a:p>
            <a:r>
              <a:t>Tramo 2 · a quién le pasa y qué decidimos, 2 minutos. Aquí entra un afectado que no es usuario —trabajo de la Clase 13— y, sobre todo, la decisión de la matriz de la sesión 8 con lo que se sacrificó. Decir «elegimos la lista publicada y sacrificamos tener la información al minuto» en diez segundos comunica más madurez que cinco minutos de descripción.</a:t>
            </a:r>
          </a:p>
          <a:p/>
          <a:p>
            <a:r>
              <a:t>Tramo 3 · la solución y el prototipo en vivo, 3 minutos. Es el tramo más largo y la regla es una: se muestra funcionando, no se describe. Un recorrido de tres pasos por la pantalla, narrado por una persona mientras otra maneja el mouse.</a:t>
            </a:r>
          </a:p>
          <a:p/>
          <a:p>
            <a:r>
              <a:t>Tramo 4 · lo que falló, 2 minutos. Este es el tramo que hay que defender con insistencia, porque todos los equipos quieren saltárselo y es el que más sube la nota. Contar que una persona ajena abandonó la tarea, que se arregló el rótulo y que se decidió no arreglar la búsqueda tolerante, es lo que distingue un proyecto de una idea bonita. Un jurado técnico premia eso; un equipo que presenta todo perfecto genera desconfianza inmediata, porque nadie cree que un prototipo de primer semestre funcionó a la primera.</a:t>
            </a:r>
          </a:p>
          <a:p/>
          <a:p>
            <a:r>
              <a:t>Tramo 5 · impacto y siguiente paso, 1 minuto. El positivo con su número, el negativo con su mitigación —de nuevo la Clase 13— y qué haría quien continúe el proyecto. Cerrar con el siguiente paso deja la sensación de trabajo vivo y no de tarea entregada.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DIAPOSITIVAS QUE SE MIRAN, Y EL REPARTO QUE REPARTE DE VERDAD</a:t>
            </a:r>
          </a:p>
          <a:p/>
          <a:p>
            <a:r>
              <a:t>El argumento central sobre diapositivas es de atención, no de estética, y hay que darlo así porque es el que convence: el público no puede leer y escuchar a la vez. Si la diapositiva tiene el texto completo, la gente lo lee más rápido de lo que usted lo dice, termina antes, y deja de escucharlo justo cuando usted está explicando lo importante. La conclusión es incómoda y hay que decirla: si la diapositiva lo dice todo, usted está de sobra.</a:t>
            </a:r>
          </a:p>
          <a:p/>
          <a:p>
            <a:r>
              <a:t>De las cuatro reglas, la que más cuesta es una idea por diapositiva. Con ocho diapositivas para nueve minutos hay poco más de un minuto por diapositiva; si una tiene tres ideas, en realidad son tres diapositivas apuradas. Y la regla del tamaño de letra tiene una consecuencia práctica que conviene enunciar como ley: si no cabe, hay que quitar contenido, no reducir la letra. En una pantalla compartida por video todo se ve más pequeño y más borroso de lo que se ve en el computador de quien la hizo.</a:t>
            </a:r>
          </a:p>
          <a:p/>
          <a:p>
            <a:r>
              <a:t>La diapositiva de antes y después es el ejercicio más eficaz de la sesión. La columna izquierda es literalmente lo que van a entregar si no se les enseña otra cosa; la derecha muestra el mismo contenido convertido en rótulo. Deténgase en la cuarta fila: la matriz de decisión completa no va en la presentación —van las dos alternativas y el ganador—, porque la matriz es material de informe. Distinguir qué va en el informe y qué va en la presentación es una habilidad profesional y es lo que más les va a servir la próxima vez.</a:t>
            </a:r>
          </a:p>
          <a:p/>
          <a:p>
            <a:r>
              <a:t>Sobre el reparto, hay dos exigencias que evitan los dos fracasos típicos. La primera: todos los integrantes hablan, y nadie habla menos de un minuto ni más de tres. Un equipo donde solo uno presenta pierde puntos y, peor, arriesga la nota entera a que esa persona tenga buena conexión ese día. La segunda: quien no habla también tiene tarea —cronómetro, capturas del plan B, la diapositiva siguiente lista—. En la demostración del tramo 3, narrar y manejar la pantalla no las hace la misma persona: intentar las dos cosas a la vez es la causa más común de que una demostración se caiga. Y para las preguntas, cada integrante responde de su tramo, lo cual además obliga a que todos entiendan el proyecto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DIAPOSITIVAS QUE SE MIRAN, Y EL REPARTO QUE REPARTE DE VERDAD</a:t>
            </a:r>
          </a:p>
          <a:p/>
          <a:p>
            <a:r>
              <a:t>El argumento central sobre diapositivas es de atención, no de estética, y hay que darlo así porque es el que convence: el público no puede leer y escuchar a la vez. Si la diapositiva tiene el texto completo, la gente lo lee más rápido de lo que usted lo dice, termina antes, y deja de escucharlo justo cuando usted está explicando lo importante. La conclusión es incómoda y hay que decirla: si la diapositiva lo dice todo, usted está de sobra.</a:t>
            </a:r>
          </a:p>
          <a:p/>
          <a:p>
            <a:r>
              <a:t>De las cuatro reglas, la que más cuesta es una idea por diapositiva. Con ocho diapositivas para nueve minutos hay poco más de un minuto por diapositiva; si una tiene tres ideas, en realidad son tres diapositivas apuradas. Y la regla del tamaño de letra tiene una consecuencia práctica que conviene enunciar como ley: si no cabe, hay que quitar contenido, no reducir la letra. En una pantalla compartida por video todo se ve más pequeño y más borroso de lo que se ve en el computador de quien la hizo.</a:t>
            </a:r>
          </a:p>
          <a:p/>
          <a:p>
            <a:r>
              <a:t>La diapositiva de antes y después es el ejercicio más eficaz de la sesión. La columna izquierda es literalmente lo que van a entregar si no se les enseña otra cosa; la derecha muestra el mismo contenido convertido en rótulo. Deténgase en la cuarta fila: la matriz de decisión completa no va en la presentación —van las dos alternativas y el ganador—, porque la matriz es material de informe. Distinguir qué va en el informe y qué va en la presentación es una habilidad profesional y es lo que más les va a servir la próxima vez.</a:t>
            </a:r>
          </a:p>
          <a:p/>
          <a:p>
            <a:r>
              <a:t>Sobre el reparto, hay dos exigencias que evitan los dos fracasos típicos. La primera: todos los integrantes hablan, y nadie habla menos de un minuto ni más de tres. Un equipo donde solo uno presenta pierde puntos y, peor, arriesga la nota entera a que esa persona tenga buena conexión ese día. La segunda: quien no habla también tiene tarea —cronómetro, capturas del plan B, la diapositiva siguiente lista—. En la demostración del tramo 3, narrar y manejar la pantalla no las hace la misma persona: intentar las dos cosas a la vez es la causa más común de que una demostración se caiga. Y para las preguntas, cada integrante responde de su tramo, lo cual además obliga a que todos entiendan el proyecto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DIAPOSITIVAS QUE SE MIRAN, Y EL REPARTO QUE REPARTE DE VERDAD</a:t>
            </a:r>
          </a:p>
          <a:p/>
          <a:p>
            <a:r>
              <a:t>El argumento central sobre diapositivas es de atención, no de estética, y hay que darlo así porque es el que convence: el público no puede leer y escuchar a la vez. Si la diapositiva tiene el texto completo, la gente lo lee más rápido de lo que usted lo dice, termina antes, y deja de escucharlo justo cuando usted está explicando lo importante. La conclusión es incómoda y hay que decirla: si la diapositiva lo dice todo, usted está de sobra.</a:t>
            </a:r>
          </a:p>
          <a:p/>
          <a:p>
            <a:r>
              <a:t>De las cuatro reglas, la que más cuesta es una idea por diapositiva. Con ocho diapositivas para nueve minutos hay poco más de un minuto por diapositiva; si una tiene tres ideas, en realidad son tres diapositivas apuradas. Y la regla del tamaño de letra tiene una consecuencia práctica que conviene enunciar como ley: si no cabe, hay que quitar contenido, no reducir la letra. En una pantalla compartida por video todo se ve más pequeño y más borroso de lo que se ve en el computador de quien la hizo.</a:t>
            </a:r>
          </a:p>
          <a:p/>
          <a:p>
            <a:r>
              <a:t>La diapositiva de antes y después es el ejercicio más eficaz de la sesión. La columna izquierda es literalmente lo que van a entregar si no se les enseña otra cosa; la derecha muestra el mismo contenido convertido en rótulo. Deténgase en la cuarta fila: la matriz de decisión completa no va en la presentación —van las dos alternativas y el ganador—, porque la matriz es material de informe. Distinguir qué va en el informe y qué va en la presentación es una habilidad profesional y es lo que más les va a servir la próxima vez.</a:t>
            </a:r>
          </a:p>
          <a:p/>
          <a:p>
            <a:r>
              <a:t>Sobre el reparto, hay dos exigencias que evitan los dos fracasos típicos. La primera: todos los integrantes hablan, y nadie habla menos de un minuto ni más de tres. Un equipo donde solo uno presenta pierde puntos y, peor, arriesga la nota entera a que esa persona tenga buena conexión ese día. La segunda: quien no habla también tiene tarea —cronómetro, capturas del plan B, la diapositiva siguiente lista—. En la demostración del tramo 3, narrar y manejar la pantalla no las hace la misma persona: intentar las dos cosas a la vez es la causa más común de que una demostración se caiga. Y para las preguntas, cada integrante responde de su tramo, lo cual además obliga a que todos entiendan el proyecto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PLAN B, EL ENSAYO, Y POR QUÉ SE ENSAYA SOLO EL ARRANQUE</a:t>
            </a:r>
          </a:p>
          <a:p/>
          <a:p>
            <a:r>
              <a:t>El plan B es parte de la nota y hay que ser explícito. Antes de salir hoy, en la carpeta del equipo tienen que quedar tres cosas: la presentación descargada en PDF, capturas de cada paso de la demostración del prototipo, y un acuerdo de quién comparte pantalla si al primero se le cae la conexión. El argumento no es burocrático sino aritmético: la demostración es el tramo de 3 minutos, un tercio de la presentación; un equipo que no puede mostrar su prototipo porque «no cargó» perdió un tercio de su nota por algo que se prevenía en cinco minutos. Y en clase virtual esto no es hipotético: pasa cada semestre.</a:t>
            </a:r>
          </a:p>
          <a:p/>
          <a:p>
            <a:r>
              <a:t>Sobre el ensayo, la trampa principal es ensayar «mentalmente». Leer el guion en silencio dura aproximadamente la mitad que decirlo en voz alta, y por eso todos los equipos que no ensayan se pasan de tiempo — creen que su presentación dura seis minutos y dura trece. Hay que insistir aunque dé pena: se ensaya hablando, con cronómetro.</a:t>
            </a:r>
          </a:p>
          <a:p/>
          <a:p>
            <a:r>
              <a:t>Las otras dos trampas: no leer —se lleva una tarjeta con cuatro palabras clave por tramo, no un texto, porque leer mata el contacto con el público y además suena peor— y no improvisar el arranque. Las dos primeras frases se aprenden de memoria: son las que más nervios dan y las que fijan el tono de los nueve minutos. Es un consejo pequeño y funciona.</a:t>
            </a:r>
          </a:p>
          <a:p/>
          <a:p>
            <a:r>
              <a:t>Por qué hoy se ensayan solo los primeros 4 minutos, y conviene explicarlo para que no parezca un recorte: cinco equipos por nueve minutos son 45 minutos y no caben con corrección. Pero además el arranque es donde se pierde el tiempo: el equipo que controla los tramos 1 y 2 casi siempre llega bien al final, y el que se pasa en el tramo 2 ya no tiene manera de recuperarse. Ensayar el arranque con cronómetro es la intervención con mejor rendimiento por minuto invertido. El resto se ensaya en equipo, fuera de clase, y hay que decirlo con claridad: quien no ensaye completo antes de la Clase 15 se va a pasar de tiempo, y a los nueve minutos se corta.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Preparación de la presentación final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Nueve minutos, ocho diapositivas y un plan B para cuando falle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de hoy (90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Hoy nadie expone para lucirse: se ensaya con cronómetro y se corrige. La presentación final es la próxima sesión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6584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8625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00:00–00:06 · 6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Apertura — Pregunta de entrada en el muro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084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2659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00:06–00:28 · 22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58379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y guía del docente — Los cinco tramos, las diapositivas, el reparto y el plan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9543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8118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00:28–00:55 · 27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3838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Actividad en equipos — opcional · la guía está en la carpeta de la clase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5002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577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00:55–01:25 · 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297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Ensayo cronometrado — 5 equipos × 6 min — 4 de ensayo del arranque y 2 de corrección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461" y="2276856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79036" y="1563624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01:25–01:30 · 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56" y="2798064"/>
            <a:ext cx="2164019" cy="3099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— Lo que falta antes de la Clase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666666"/>
                </a:solidFill>
                <a:latin typeface="Calibri"/>
              </a:rPr>
              <a:t>El bloque de exposiciones de hoy es un ensayo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, no una presentación: cada equipo ensaya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los primeros 4 minutos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 frente al cronómetro y recibe 2 minutos de corrección. Se ensaya solo el arranque porque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es donde todos los equipos se pasan de tiempo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: quien controla los primeros cuatro minutos casi siempre llega bien al final. El resto se ensaya en equipo, fuera de clase, antes de la Clase 15.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Armar un guion 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nueve minutos en cinco tramos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con el tiempo asignado a cada uno.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Hacer diapositivas 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 miren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vez de leerse.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Repartir la presentación entre los integrantes,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tarea para quien no habla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Preparar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demostración del prototipo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su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plan B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para cuando algo falle.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320040"/>
            <a:ext cx="1645920" cy="7173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280160"/>
            <a:ext cx="10820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9CCB"/>
                </a:solidFill>
                <a:latin typeface="Calibri"/>
              </a:rPr>
              <a:t>Pregunta de 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2009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En la Clase 15 tienen nueve minutos y se corta al llegar a cero. ¿Cuánto creen que dura contar el problema, los actores y el árbol de causas?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54577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69CCB"/>
                </a:solidFill>
                <a:latin typeface="Calibri"/>
              </a:rPr>
              <a:t>Más de nueve minutos. Por eso hoy se decide qué NO se cuenta.</a:t>
            </a:r>
          </a:p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269CCB"/>
                </a:solidFill>
                <a:latin typeface="Calibri"/>
              </a:rPr>
              <a:t>Una presentación no se acorta hablando rápido: se acorta eligiendo.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cinco tramos de nueve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Nueve minutos exactos y se corta al llegar a cero. El tramo 4 es el que más convence y el que todos quieren saltarse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44752"/>
            <a:ext cx="11277295" cy="908913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79752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79752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36192"/>
            <a:ext cx="10271455" cy="744321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400" b="1" i="0">
                <a:solidFill>
                  <a:srgbClr val="095292"/>
                </a:solidFill>
                <a:latin typeface="Calibri"/>
              </a:rPr>
              <a:t>1 · El problema, con su cifra · 1 min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333333"/>
                </a:solidFill>
                <a:latin typeface="Calibri"/>
              </a:rPr>
              <a:t>Una frase y un número: «4 de cada 10 visitas terminan sin préstamo». </a:t>
            </a:r>
            <a:r>
              <a:rPr sz="1200" b="1" i="0">
                <a:solidFill>
                  <a:srgbClr val="333333"/>
                </a:solidFill>
                <a:latin typeface="Calibri"/>
              </a:rPr>
              <a:t>Sin rodeos y sin presentaciones personales</a:t>
            </a:r>
            <a:r>
              <a:rPr sz="1200" b="0" i="0">
                <a:solidFill>
                  <a:srgbClr val="333333"/>
                </a:solidFill>
                <a:latin typeface="Calibri"/>
              </a:rPr>
              <a:t>: el nombre del equipo está en la diapositiva.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45105"/>
            <a:ext cx="11277295" cy="908913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2680106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680106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36545"/>
            <a:ext cx="10271455" cy="744321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2 · A quién le pasa y qué decidimos · 2 min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Los afectados —incluido el que no es usuario— y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la decisión de la matriz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: qué alternativa se eligió y qué se sacrificó.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445459"/>
            <a:ext cx="11277295" cy="908913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" y="3680460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80460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36899"/>
            <a:ext cx="10271455" cy="744321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3 · La solución y el prototipo en vivo · 3 min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tramo más largo.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Se muestra funcionando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, no se describe: un recorrido de tres pasos por la pantalla.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45812"/>
            <a:ext cx="11277295" cy="908913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680813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80813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537252"/>
            <a:ext cx="10271455" cy="744321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4 · Lo que falló en la prueba · 2 min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Los hallazgos con una persona ajena, qué se arregló y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qué se decidió no arreglar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. Es el tramo que distingue un proyecto de una idea.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46166"/>
            <a:ext cx="11277295" cy="908913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4360" y="5681167"/>
            <a:ext cx="438912" cy="438912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681167"/>
            <a:ext cx="438912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537606"/>
            <a:ext cx="10271455" cy="744321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5 · Impacto y siguiente paso · 1 min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333333"/>
                </a:solidFill>
                <a:latin typeface="Calibri"/>
              </a:rPr>
              <a:t>El impacto positivo con su número,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el negativo con su mitigación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, y qué haría el próximo equipo que lo continúe.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Ejemplo: los cinco tramos de la app de turnos, dichos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inco-tram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inco-tram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inco-tram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inco-tramo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10" name="Picture 9" descr="cinco-tramos-paso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11" name="Picture 10" descr="cinco-tramos-paso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 · 1 min: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«En la tienda de don Jaime, los clientes esperan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25 minutos de pie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 · 2 min: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«Afecta también al cajero. Elegimos web y no WhatsApp: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perdimos comodidad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 · 3 min: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pide un turno en vivo y se ve «Van 4 antes que usted».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 · 2 min: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«2 de 3 no entendieron «en cola»; lo cambiamos. Pagos: decidimos no hacerlo».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Cuatro reglas de diapositiva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5547207" cy="24643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5547207" cy="914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52180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Una idea por diapositiva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47672"/>
            <a:ext cx="5218023" cy="159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Ocho diapositivas para nueve minutos: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un poco más de un minuto cada una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. Si una diapositiva tiene tres ideas, en realidad son tres diapositivas apuradas.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7287" y="1261872"/>
            <a:ext cx="5547207" cy="24643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7287" y="1261872"/>
            <a:ext cx="5547207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1490472"/>
            <a:ext cx="52180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La diapositiva no se lee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1879" y="1947672"/>
            <a:ext cx="5218023" cy="159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Si está escrito completo, el público lo lee más rápido de lo que usted lo dice, y deja de escucharlo.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El texto es rótulo; el contenido lo pone la voz.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90772"/>
            <a:ext cx="5547207" cy="24643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90772"/>
            <a:ext cx="5547207" cy="9144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119372"/>
            <a:ext cx="52180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Un número grande vale más que un párrafo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76572"/>
            <a:ext cx="5218023" cy="159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«4 de 10» en tamaño enorme se recuerda; «se identificó que aproximadamente el cuarenta por ciento…» no. Los datos de su proyecto merecen tamaño.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3890772"/>
            <a:ext cx="5547207" cy="246430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7287" y="3890772"/>
            <a:ext cx="5547207" cy="914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1879" y="4119372"/>
            <a:ext cx="521802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95292"/>
                </a:solidFill>
                <a:latin typeface="Calibri"/>
              </a:rPr>
              <a:t>Se ve desde el fondo del salón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1879" y="4576572"/>
            <a:ext cx="5218023" cy="1595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33333"/>
                </a:solidFill>
                <a:latin typeface="Calibri"/>
              </a:rPr>
              <a:t>Texto grande, contraste alto, sin fondos que compitan. En una pantalla compartida por video </a:t>
            </a:r>
            <a:r>
              <a:rPr sz="1300" b="1" i="0">
                <a:solidFill>
                  <a:srgbClr val="333333"/>
                </a:solidFill>
                <a:latin typeface="Calibri"/>
              </a:rPr>
              <a:t>todo se ve más pequeño y más borroso</a:t>
            </a:r>
            <a:r>
              <a:rPr sz="1300" b="0" i="0">
                <a:solidFill>
                  <a:srgbClr val="333333"/>
                </a:solidFill>
                <a:latin typeface="Calibri"/>
              </a:rPr>
              <a:t> de lo que usted lo 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reparto: qué hace cada integrante, incluso quien no habla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16152"/>
          <a:ext cx="89611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35661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Tramo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Quién habla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Qué hace el resto del equipo</a:t>
                      </a:r>
                    </a:p>
                  </a:txBody>
                  <a:tcPr>
                    <a:solidFill>
                      <a:srgbClr val="09529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 y 2 · Problema y decisión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Un integrante, el más claro para arrancar.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Uno controla el </a:t>
                      </a:r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cronómetro</a:t>
                      </a:r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 y avisa por chat interno a los 2 min.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3 · La solución en vivo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Uno narra y </a:t>
                      </a:r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otro maneja la pantalla</a:t>
                      </a:r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 Nunca la misma persona.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Quien no narra ni maneja tiene abiertas las </a:t>
                      </a:r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capturas del plan B</a:t>
                      </a:r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4 · Lo que falló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Preferiblemente quien hizo la prueba: cuenta lo que vio.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El que sigue </a:t>
                      </a:r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ya tiene su diapositiva a la vista</a:t>
                      </a:r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 para no perder segundos.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5 · Impacto y siguiente paso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El que cierra. Es el que deja la última impresión.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Todos preparados para las preguntas: </a:t>
                      </a:r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cada uno responde de su tramo</a:t>
                      </a:r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Calibri"/>
              </a:rPr>
              <a:t>Todos los integrantes hablan, y </a:t>
            </a:r>
            <a:r>
              <a:rPr sz="1100" b="1" i="1">
                <a:solidFill>
                  <a:srgbClr val="666666"/>
                </a:solidFill>
                <a:latin typeface="Calibri"/>
              </a:rPr>
              <a:t>nadie habla menos de un minuto ni más de tres</a:t>
            </a:r>
            <a:r>
              <a:rPr sz="1100" b="0" i="1">
                <a:solidFill>
                  <a:srgbClr val="666666"/>
                </a:solidFill>
                <a:latin typeface="Calibri"/>
              </a:rPr>
              <a:t>. Un equipo donde uno solo presenta muestra un proyecto de una persona, y además arriesga todo a que esa persona tenga buena conexión ese día.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diapositiva que se lee y la que se mira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El público no puede leer y escuchar a la vez. Si la diapositiva lo dice todo, usted está de sobra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72184"/>
            <a:ext cx="5478627" cy="50292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 que casi todos hacen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Título: «Planteamiento del problema».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Seis viñetas de dos líneas cada una.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El texto completo de lo que la persona va a decir.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Una tabla con las quince filas de la matriz de decisión.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Letra de tamaño 14 «porque así cabe todo».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472184"/>
            <a:ext cx="5478627" cy="4882896"/>
          </a:xfrm>
          <a:prstGeom prst="roundRect">
            <a:avLst>
              <a:gd name="adj" fmla="val 12000"/>
            </a:avLst>
          </a:prstGeom>
          <a:solidFill>
            <a:srgbClr val="E8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472184"/>
            <a:ext cx="5478627" cy="5029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3027" y="1563624"/>
            <a:ext cx="5204307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Lo que se mira y se recuerda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0459" y="2112263"/>
            <a:ext cx="5158587" cy="4288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Título: «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4 de cada 10 visitas terminan sin préstamo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».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Tres viñetas de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cinco palabras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Un número enorme y una frase corta debajo.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Solo las dos alternativas y el ganador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; la matriz completa va en el informe.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Calibri"/>
              </a:rPr>
              <a:t>–   Letra grande: si no cabe, </a:t>
            </a:r>
            <a:r>
              <a:rPr sz="1500" b="1" i="0">
                <a:solidFill>
                  <a:srgbClr val="333333"/>
                </a:solidFill>
                <a:latin typeface="Calibri"/>
              </a:rPr>
              <a:t>es que hay que quitar contenido</a:t>
            </a:r>
            <a:r>
              <a:rPr sz="1500" b="0" i="0">
                <a:solidFill>
                  <a:srgbClr val="333333"/>
                </a:solidFill>
                <a:latin typeface="Calibri"/>
              </a:rPr>
              <a:t>, no reducir la letra.</a:t>
            </a:r>
          </a:p>
        </p:txBody>
      </p:sp>
      <p:pic>
        <p:nvPicPr>
          <p:cNvPr id="14" name="Picture 13" descr="sello_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27048"/>
            <a:ext cx="393192" cy="393192"/>
          </a:xfrm>
          <a:prstGeom prst="rect">
            <a:avLst/>
          </a:prstGeom>
        </p:spPr>
      </p:pic>
      <p:pic>
        <p:nvPicPr>
          <p:cNvPr id="15" name="Picture 14" descr="sello_b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95" y="1527048"/>
            <a:ext cx="393192" cy="3931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plan B técnico, y tres trampas del ensayo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28016" cy="105156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99031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A02030"/>
                </a:solidFill>
                <a:latin typeface="Calibri"/>
              </a:rPr>
              <a:t>Atención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333333"/>
                </a:solidFill>
                <a:latin typeface="Calibri"/>
              </a:rPr>
              <a:t>El plan B no es opcional.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Antes de salir hoy, en la carpeta del equipo: la presentación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descargada en PDF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,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capturas de cada paso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de la demostración del prototipo, y un acuerdo de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quién comparte pantalla si al primero se le cae la conexión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. Un equipo que no puede mostrar su prototipo porque «no cargó» pierde el tramo más largo de su presentación.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78024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B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78024"/>
            <a:ext cx="128016" cy="1051560"/>
          </a:xfrm>
          <a:prstGeom prst="rect">
            <a:avLst/>
          </a:prstGeom>
          <a:solidFill>
            <a:srgbClr val="A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15184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A02030"/>
                </a:solidFill>
                <a:latin typeface="Calibri"/>
              </a:rPr>
              <a:t>Atención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333333"/>
                </a:solidFill>
                <a:latin typeface="Calibri"/>
              </a:rPr>
              <a:t>No ensayar «mentalmente».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Leer el guion en silencio dura la mitad que decirlo en voz alta, y por eso todos los equipos que no ensayan se pasan de tiempo.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Se ensaya hablando, con cronómetro, aunque dé pena.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Es la única manera de saber cuánto dura de verdad.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94176"/>
            <a:ext cx="11277295" cy="1051560"/>
          </a:xfrm>
          <a:prstGeom prst="roundRect">
            <a:avLst>
              <a:gd name="adj" fmla="val 12000"/>
            </a:avLst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128016" cy="1051560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31336"/>
            <a:ext cx="1077437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FD000"/>
                </a:solidFill>
                <a:latin typeface="Calibri"/>
              </a:rPr>
              <a:t>Aclaración</a:t>
            </a:r>
          </a:p>
          <a:p>
            <a:pPr>
              <a:spcBef>
                <a:spcPts val="400"/>
              </a:spcBef>
            </a:pPr>
            <a:r>
              <a:rPr sz="1400" b="1" i="0">
                <a:solidFill>
                  <a:srgbClr val="333333"/>
                </a:solidFill>
                <a:latin typeface="Calibri"/>
              </a:rPr>
              <a:t>No leer la diapositiva ni el guion palabra por palabra.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Se lleva una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tarjeta con cuatro palabras clave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por tramo, no un texto. Y la última: </a:t>
            </a:r>
            <a:r>
              <a:rPr sz="1400" b="1" i="0">
                <a:solidFill>
                  <a:srgbClr val="333333"/>
                </a:solidFill>
                <a:latin typeface="Calibri"/>
              </a:rPr>
              <a:t>no improvisar el arranque.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Las dos primeras frases se aprenden de memoria; son las que más nervios dan y las que fijan el tono de los nueve minutos.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Nos vemos en la Clase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Preparación de la presentación final · Clase 14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FI300101 · UNIAJC · Ingeniería de Sistemas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Una presentación no se acorta hablando rápido: se acorta eligiendo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