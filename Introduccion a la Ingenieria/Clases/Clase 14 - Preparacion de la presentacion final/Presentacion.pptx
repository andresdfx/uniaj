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Cronometre leyéndolo en voz alta frente al grupo: dura menos de nueve minutos porque cada tramo trae una sola idea y un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DE ENTRADA: CUÁNTO DURA CONTARLO TODO</a:t>
            </a:r>
          </a:p>
          <a:p/>
          <a:p>
            <a:r>
              <a:t>La apertura de hoy es una pregunta con trampa aritmética, y funciona porque la respuesta la descubren ellos: ¿cuánto dura contar el problema, los actores y el árbol de causas? Más de nueve minutos. Solo el árbol de causas de la sesión 6, contado como lo contaron entonces, se lleva cuatro.</a:t>
            </a:r>
          </a:p>
          <a:p/>
          <a:p>
            <a:r>
              <a:t>De ahí sale la idea que ordena toda la sesión y que conviene decir literalmente: una presentación no se acorta hablando rápido, se acorta eligiendo. Es la misma operación del alcance mínimo de la sesión 8 aplicada al tiempo en vez del producto.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  <a:p/>
          <a:p>
            <a:r>
              <a:t>En el muro, cada equipo escribe qué va a dejar fuera. Es una pregunta incómoda y es exactamente el trabajo de hoy: dejar fuera el árbol de causas completo, la revisión bibliográfica extensa, la historia de cómo se conocieron, las quince filas de la matriz.</a:t>
            </a:r>
          </a:p>
          <a:p/>
          <a:p>
            <a:r>
              <a:t>Y una advertencia de encuadre para el docente: hoy nadie expone para lucirse. El bloque de 30 minutos es un ensayo con corrección, y hay que decirlo al principio para que los equipos traigan lo que tienen aunque esté a medias. Un equipo que esconde su presentación hoy porque «no está lista» está renunciando a la única corrección antes de la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CINCO TRAMOS, Y POR QUÉ EL TRAMO 4 ES EL QUE SUBE LA NOTA</a:t>
            </a:r>
          </a:p>
          <a:p/>
          <a:p>
            <a:r>
              <a:t>La estructura de cinco tramos no es un formato arbitrario: es el orden en que un lector técnico necesita la información —problema, decisión, solución, evidencia, consecuencias— y coincide con la estructura de cualquier informe de ingeniería. Vale la pena decirlo, porque el mismo esqueleto les va a servir en la Clase 16 para el informe y en toda la carrera para cualquier sustentación.</a:t>
            </a:r>
          </a:p>
          <a:p/>
          <a:p>
            <a:r>
              <a:t>Tramo 1 · el problema con su cifra, 1 minuto. El error universal es empezar con presentaciones personales y agradecimientos: «buenas tardes, somos el equipo tal, integrado por…». Eso consume el minuto más valioso de los nueve. El nombre del equipo está en la diapositiva; se arranca con el problema y su número.</a:t>
            </a:r>
          </a:p>
          <a:p/>
          <a:p>
            <a:r>
              <a:t>Tramo 2 · a quién le pasa y qué decidimos, 2 minutos. Aquí entra un afectado que no es usuario —trabajo de la Clase 13— y, sobre todo, la decisión de la matriz de la sesión 8 con lo que se sacrificó. Decir «elegimos la lista publicada y sacrificamos tener la información al minuto» en diez segundos comunica más madurez que cinco minutos de descripción.</a:t>
            </a:r>
          </a:p>
          <a:p/>
          <a:p>
            <a:r>
              <a:t>Tramo 3 · la solución y el prototipo en vivo, 3 minutos. Es el tramo más largo y la regla es una: se muestra funcionando, no se describe. Un recorrido de tres pasos por la pantalla, narrado por una persona mientras otra maneja el mouse.</a:t>
            </a:r>
          </a:p>
          <a:p/>
          <a:p>
            <a:r>
              <a:t>Tramo 4 · lo que falló, 2 minutos. Este es el tramo que hay que defender con insistencia, porque todos los equipos quieren saltárselo y es el que más sube la nota. Contar que una persona ajena abandonó la tarea, que se arregló el rótulo y que se decidió no arreglar la búsqueda tolerante, es lo que distingue un proyecto de una idea bonita. Un jurado técnico premia eso; un equipo que presenta todo perfecto genera desconfianza inmediata, porque nadie cree que un prototipo de primer semestre funcionó a la primera.</a:t>
            </a:r>
          </a:p>
          <a:p/>
          <a:p>
            <a:r>
              <a:t>Tramo 5 · impacto y siguiente paso, 1 minuto. El positivo con su número, el negativo con su mitigación —de nuevo la Clase 13— y qué haría quien continúe el proyecto. Cerrar con el siguiente paso deja la sensación de trabajo vivo y no de tarea entregada.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PLAN B, EL ENSAYO, Y POR QUÉ SE ENSAYA SOLO EL ARRANQUE</a:t>
            </a:r>
          </a:p>
          <a:p/>
          <a:p>
            <a:r>
              <a:t>El plan B es parte de la nota y hay que ser explícito. Antes de salir hoy, en la carpeta del equipo tienen que quedar tres cosas: la presentación descargada en PDF, capturas de cada paso de la demostración del prototipo, y un acuerdo de quién comparte pantalla si al primero se le cae la conexión. El argumento no es burocrático sino aritmético: la demostración es el tramo de 3 minutos, un tercio de la presentación; un equipo que no puede mostrar su prototipo porque «no cargó» perdió un tercio de su nota por algo que se prevenía en cinco minutos. Y en clase virtual esto no es hipotético: pasa cada semestre.</a:t>
            </a:r>
          </a:p>
          <a:p/>
          <a:p>
            <a:r>
              <a:t>Sobre el ensayo, la trampa principal es ensayar «mentalmente». Leer el guion en silencio dura aproximadamente la mitad que decirlo en voz alta, y por eso todos los equipos que no ensayan se pasan de tiempo — creen que su presentación dura seis minutos y dura trece. Hay que insistir aunque dé pena: se ensaya hablando, con cronómetro.</a:t>
            </a:r>
          </a:p>
          <a:p/>
          <a:p>
            <a:r>
              <a:t>Las otras dos trampas: no leer —se lleva una tarjeta con cuatro palabras clave por tramo, no un texto, porque leer mata el contacto con el público y además suena peor— y no improvisar el arranque. Las dos primeras frases se aprenden de memoria: son las que más nervios dan y las que fijan el tono de los nueve minutos. Es un consejo pequeño y funciona.</a:t>
            </a:r>
          </a:p>
          <a:p/>
          <a:p>
            <a:r>
              <a:t>Por qué hoy se ensayan solo los primeros 4 minutos, y conviene explicarlo para que no parezca un recorte: cinco equipos por nueve minutos son 45 minutos y no caben con corrección. Pero además el arranque es donde se pierde el tiempo: el equipo que controla los tramos 1 y 2 casi siempre llega bien al final, y el que se pasa en el tramo 2 ya no tiene manera de recuperarse. Ensayar el arranque con cronómetro es la intervención con mejor rendimiento por minuto invertido. El resto se ensaya en equipo, fuera de clase, y hay que decirlo con claridad: quien no ensaye completo antes de la Clase 15 se va a pasar de tiempo, y a los nueve minutos se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final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opcional · la guía está en la carpeta de la clase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convence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Ejemplo: los cinco tramos de la app de turnos, dichos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nco-tram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inco-tram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inco-tram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inco-tram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 · 1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«En la tienda de don Jaime, los clientes esperan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 minutos de pie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· 2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«Afecta también al cajero. Elegimos web y no WhatsApp: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perdimos comodidad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· 3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pide un turno en vivo y se ve «Van 4 antes que usted».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 · 2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«2 de 3 no entendieron «en cola»; lo cambiamos. Pagos: decidimos no hacerlo».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muestra un proyecto de una persona,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pic>
        <p:nvPicPr>
          <p:cNvPr id="14" name="Picture 13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27048"/>
            <a:ext cx="393192" cy="393192"/>
          </a:xfrm>
          <a:prstGeom prst="rect">
            <a:avLst/>
          </a:prstGeom>
        </p:spPr>
      </p:pic>
      <p:pic>
        <p:nvPicPr>
          <p:cNvPr id="15" name="Picture 14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527048"/>
            <a:ext cx="393192" cy="3931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