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Preparación de la presentación final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Nueve minutos, ocho diapositivas y un plan B para cuando falle internet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nadie expone para lucirse: se ensaya con cronómetro y se corrige. La presentación con nota es la próxima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00:00–00:06 · 6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00:06–00:28 · 22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Los cinco tramos, las diapositivas, el reparto y el plan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00:28–00:55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Armar el guion, las diapositivas y la demostración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00:55–01:25 · 30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Ensayo cronometrado — 5 equipos × 6 min — 4 de ensayo del arranque y 2 de corrección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01:25–01:30 · 5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Lo que falta antes de la sesión 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666666"/>
                </a:solidFill>
                <a:latin typeface="Calibri"/>
              </a:rPr>
              <a:t>El bloque de exposiciones de hoy es un ensayo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, no una presentación: cada equipo ensaya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los primeros 4 minutos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frente al cronómetro y recibe 2 minutos de corrección. Se ensaya solo el arranque porque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 donde todos los equipos se pasan de tiempo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: quien controla los primeros cuatro minutos casi siempre llega bien al final. El resto se ensaya en equipo, fuera de clase, antes de la sesión 15.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Armar un guion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nueve minutos en cinco tramos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el tiempo asignado a cada uno.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Hacer diapositivas 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 miren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vez de leerse.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Repartir la presentación entre los integrantes, con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tarea para quien no habla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demostración del prototipo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y su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plan 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para cuando algo falle.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En la sesión 15 tienen nueve minutos y se corta al llegar a cero. ¿Cuánto creen que dura contar el problema, los actores y el árbol de causas?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Más de nueve minutos. Por eso hoy se decide qué NO se cuenta.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Una presentación no se acorta hablando rápido: se acorta eligiendo.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cinco tramos de nueve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Nueve minutos exactos y se corta al llegar a cero. El tramo 4 es el que más suben la nota y el que todos quieren saltarse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El problema, con su cifra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frase y un número: «4 de cada 10 visitas terminan sin préstamo».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rodeos y sin presentaciones personales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el nombre del equipo está en la diapositiva.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A quién le pasa y qué decidimos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—incluido el que no es usuario—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 decisión de la matriz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qué alternativa se eligió y qué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La solución y el prototipo en vivo · 3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tramo más largo.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 muestra funcionando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se describe: un recorrido de tres pasos por la pantalla.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Lo que falló en la prueba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hallazgos con una persona ajena, qué se arregló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qué se decidió no arreglar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tramo que distingue un proyecto de una idea.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Impacto y siguiente paso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impacto positivo con su número,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negativo con su mitigación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y qué haría el próximo equipo que lo continúe.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Cuatro reglas de diapositiva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Una idea por diapositiva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Ocho diapositivas para nueve minutos: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 poco más de un minuto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Si una diapositiva tiene tres ideas, en realidad son tres diapositivas apuradas.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La diapositiva no se lee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Si está escrito completo, el público lo lee más rápido de lo que usted lo dice, y deja de escucharlo.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texto es rótulo; el contenido lo pone la voz.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Un número grande vale más que un párrafo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«4 de 10» en tamaño enorme se recuerda; «se identificó que aproximadamente el cuarenta por ciento…» no. Los datos de su proyecto merecen tamaño.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Se ve desde el fondo del salón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Texto grande, contraste alto, sin fondos que compitan. En una pantalla compartida por video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todo se ve más pequeño y más borroso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de lo que usted lo 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reparto: qué hace cada integrante, incluso quien no habla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Tramo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habla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hace el resto del equipo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1 y 2 · Problema y decisión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 integrante, el más claro para arrancar.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controla el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cronómetro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y avisa por chat interno a los 2 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3 · La solución en vivo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Uno narra y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otro maneja la pantalla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 Nunca la misma persona.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Quien no narra ni maneja tiene abiertas las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capturas del plan B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4 · Lo que falló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Preferiblemente quien hizo la prueba: cuenta lo que vio.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sigue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ya tiene su diapositiva a la vista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 para no perder segundos.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5 · Impacto y siguiente paso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El que cierra. Es el que deja la última impresión.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Todos preparados para las preguntas: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cada uno responde de su tramo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Todos los integrantes hablan, y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nadie habla menos de un minuto ni más de tres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. Un equipo donde uno solo presenta pierde puntos de reparto, y además arriesga todo a que esa persona tenga buena conexión ese día.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diapositiva que se lee y la que se mira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público no puede leer y escuchar a la vez. Si la diapositiva lo dice todo, usted está de sobra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casi todos hacen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Título: «Planteamiento del problema».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Seis viñetas de dos líneas cada una.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El texto completo de lo que la persona va a decir.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Una tabla con las quince filas de la matriz de decisión.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Letra de tamaño 14 «porque así cabe todo».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mira y se recuerda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Título: «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4 de cada 10 visitas terminan sin préstamo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».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Tres viñetas de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cinco palabras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Un número enorme y una frase corta debajo.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Solo las dos alternativas y el ganador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; la matriz completa va en el informe.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–   Letra grande: si no cabe,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que hay que quitar contenido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no reducir la letra.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plan B técnico, y tres trampas del ensayo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plan B no es opcional: es parte de la nota.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Antes de salir hoy, en la carpeta del equipo: la presentación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descargada en PDF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la demostración del prototipo, y un acuerdo de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quién comparte pantalla si al primero se le cae la conexión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Un equipo que no puede mostrar su prototipo porque «no cargó» pierde el tramo más largo de su presentación.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ensayar «mentalmente».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Leer el guion en silencio dura la mitad que decirlo en voz alta, y por eso todos los equipos que no ensayan se pasan de tiempo.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ensaya hablando, con cronómetro, aunque dé pena.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Es la única manera de saber cuánto dura de verdad.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leer la diapositiva ni el guion palabra por palabra.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Se lleva una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tarjeta con cuatro palabras clave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por tramo, no un texto. Y la última: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improvisar el arranque.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Las dos primeras frases se aprenden de memoria; son las que más nervios dan y las que fijan el tono de los nueve minutos.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Guion de nueve minutos y plan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guion, diapositivas, demostración y plan B · guion con tiempos + diapositivas + PDF y capturas del plan 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GUION DE LOS CINCO TRAMOS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Los cinco tramos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tiempo asignado a cada uno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—que sume nueve minutos—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cada uno.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OCHO DIAPOSITIVAS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Máximo ocho,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idea cada una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con rótulos y no párrafos. La matriz completa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va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van las dos alternativas y el ganador.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REPARTO ENTRE INTEGRANTES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Quién habla en cada tramo,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qué hace quien no habla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cronómetro, capturas del plan B, la diapositiva siguiente lista.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DEMOSTRACIÓN DEL PROTOTIPO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recorrido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tres pasos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que se va a mostrar,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persona narrando y otra manejando la pantalla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 Ensayado dos veces.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PLAN B TÉCNICO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En la carpeta del equipo: la presentación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en PDF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capturas de cada paso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la demostración, y quién comparte pantalla si se cae el primero.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1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con su cifra.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Sin presentaciones personales.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Tramo 2 · 2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Los afectados y la decisión de la matriz, con lo que se sacrificó.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Comienzo del tramo 3 · 1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Arrancar la demostración: hasta donde llegue en el minuto.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Corte a los 4 min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Se corta en mitad de la frase. En la sesión 15 pasa igual.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min de corrección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docente dice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una sola cosa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la que más cambie la presentación.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Diseño de presentación y recursos visuales — dejar terminadas las ocho diapositivas y el guion con tiempos en la carpeta del equipo, junto con el PDF y las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Ensayo general: ensayar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los nueve minutos completos, hablando y con cronómetro, al menos dos veces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y ajustar el guion con el tiempo real. Leerlo en silencio no cuenta: dura la mitad.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Sesión 15 · Exposición final de proyectos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es la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exposición final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con nota: nueve minutos por equipo y tres de preguntas. Vale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15 %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curso.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la sesión 15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se corta a los nueve minutos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sin excepción. Conéctense cinco minutos antes con la presentación y el prototipo ya abiertos, y con las capturas a mano. El orden de exposición se sortea al empezar, así que todos los equipos deben estar listos desde el primer minuto.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sesión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Preparación de la presentación final · Clase 14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Una presentación no se acorta hablando rápido: se acorta eligiendo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