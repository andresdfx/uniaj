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sesión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sesión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sesión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sesión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15 · Exposición final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sesión 15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