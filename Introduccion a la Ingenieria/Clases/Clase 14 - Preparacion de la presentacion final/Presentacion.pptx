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con nota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el guion, las diapositivas y la demostración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Clase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Clase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Clase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suben la nota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pierde puntos de reparto,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opcional: es parte de la nota.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Guion de nueve minutos y plan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guion, diapositivas, demostración y plan B · guion con tiempos + diapositivas + PDF y capturas del plan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LOS CINCO 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cinco tramos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tiempo asignado a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—que sume nueve minutos—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OCHO DIAPOSITIVAS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Máximo ocho,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idea cada una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rótulos y no párrafos. La matriz completa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van las dos alternativas y el ganador.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REPARTO ENTRE INTEGRANTES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habla en cada tramo,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hace quien no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cronómetro, capturas del plan B, la diapositiva siguiente lista.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DEMOSTRACIÓN DEL PROTOTIPO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recorrido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se va a mostrar,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persona narrando y otra manejando la pantalla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Ensayado dos veces.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B TÉCNICO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la carpeta del equipo: la presentación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PDF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la demostración, y quién comparte pantalla si se cae el primero.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4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 su cifra.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presentaciones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y la decisión de la matriz, con lo que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Comienzo del tramo 3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Arrancar la demostración: hasta donde llegue en el minuto.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a los 4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corta en mitad de la frase. En la Clase 15 pasa igual.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de corrección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docente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la que más cambie la presentación.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presentación y recursos visuales — dejar terminadas las ocho diapositivas y el guion con tiempos en la carpeta del equipo, junto con el PDF y las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general: ensayar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nueve minutos completos, hablando y con cronómetro, al menos dos veces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ajustar el guion con el tiempo real. Leerlo en silencio no cuenta: dura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15 · Exposición final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nota: nueve minutos por equipo y tres de preguntas. Vale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Clase 15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corta a los nueve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 excepción. Conéctense cinco minutos antes con la presentación y el prototipo ya abiertos, y con las capturas a mano. El orden de exposición se sortea al empezar, así que todos los equipos deben estar listos desde el primer minuto.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