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(Clase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Clase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Clase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Clase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pago de haber escrito en cada sesión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la última sesión tiene una función precisa: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 el pánico y hacer visible una lección de método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—«el informe tiene doce secciones y vale el 20 %, ¿cuántas van a escribir hoy desde cero?»— produce respuestas de «ocho», «todas», y la respuesta real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Ningún equipo tuvo que escribir un informe: tuvieron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Dígalo con el contraste explícito, porque es lo que se van a llevar a las otras asignaturas: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alternativa era llegar hoy con veinticuatro minutos y doce secciones en blanco.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exactamente lo que le pasa a quien deja la documentación para el final, y no es un problema de tiempo sino de método.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pago de haber escrito en cada sesión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Después, en un minuto, diga qué se hace hoy y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y se entrega el informe, se socializa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autoevalúan y se cierra el curso.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examen final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conviene decirlo explícitamente porque la mitad del curso llega esperándolo, y saberlo cambia cómo usan los veinticuatro minutos del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tablas de secciones son el corazón de la sesión y hay que proyectarlas juntas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efecto está en la columna del medio: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todas las filas dicen una sesión.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las lea completas —son doce filas y aburre—; señale tres o cuatro y deje que el curso vea el patrón.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largo por sección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 en la tabla y sirve para dos cosas: evita el informe de veinticinco páginas donde nadie encuentra nada, y evita el de tres donde no cabe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total son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a 11 páginas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extensión razonable para un proyecto de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pregunta si puede ser más largo, la respuesta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extensión no es una virtud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informe donde la decisión está en la página 18 es un informe que no se va a leer.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armado importa y es contraintuitivo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hay que insistir: **pegar primero, revisar después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resumen al final.** El error que hace que no alcancen los veinticuatro minutos es empezar por el resumen —o peor, por la portada— porque el resumen exige tener todo lo demás decidido.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último aunque vaya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regla es general para cualquier documento técnico y vale la pena nombrarla como tal. **El paso 2 tiene un detalle que cambia el resultado: marcar lo que falta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que está.** Un equipo que va marcando lo hecho termina con una lista de logros y sin saber qué le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Marcando en rojo los huecos, la lista de tareas aparece sola, y el paso 3 —repartir los huecos, uno por integrante— se hace en cuatro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que decir qué se le pidió al asistente, qué se corrigió a mano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—ningún dato personal de terceros, que es la regla del curso desde la sesión 4 y que se trabajó en la 11—.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no usaron IA también escriben la sección: dicen que no la usaron.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es la norma, usarla o no es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veinte minutos de socialización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una segunda ronda de exposiciones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eso fue la Clase 15 y ya tiene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formato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galería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equipo deja en su columna del muro tres imágenes —una pantalla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impacto y la diapositiva del problema—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líneas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problema, la decisión, un hallazgo, un número de impacto y el siguiente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son 3 minutos por equipo para presentar la columna, y los 5 restantes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recorrido libre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estudiante entra a la columna de otro equipo y deja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rápido, es de baja presión —después de la Clase 15 el curso está cansado— y deja un registro del semestre que se puede mostrar el año siguiente.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vale la pena y no es relleno: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cada equipo escuchó cuatro exposiciones de nueve minutos, y a esa velocidad casi nadie retiene los detalles de los otros proyectos.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galería deja los cinco proyectos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lado a lado y por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ahí sí se ven las comparaciones: cinco maneras distintas de definir un problema, cinco matrices de decisión, cinco listas de afectados.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única vez en el semestre en que el curso ve su propio trabajo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Aproveche los cuatro errores del informe [Slide 8] durante este bloque, mientras los equipos terminan de subir la columna: son las cuatro cosas que va a encontrar calificando y decirlas ahora les da tiempo de corregirlas.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más frecuente es la sección 10 vacía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—«ninguna limitación»—, que después de la Clase 12 no es creíble en ningún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autoevaluación se degrada en trámite cuando se pide una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Pedir cuatro respuestas con evidencia lo evita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hice yo concretamente —secciones que escribí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que hice, tramo que expuse—, qué aprendí a hacer que no sabía, en qué fallé, qué haría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la consecuencia con claridad, porque cambia el resultado: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ponerse la nota máxima sin evidencia baja el puntaje.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evalúa no es la autoestima: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competencia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coevaluación es más delicada y necesita una regla dura: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evalúa el trabajo, no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criterios —cumplimiento de acuerdos, aporte al proyecto, disposición para ayudar— y la misma exigencia de la Clase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aportó» no sirve como coevaluación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entregó su sección en las tres últimas sesiones» sí, porque es verificable y porque la persona puede responder a un hecho y no a una etiqueta.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muro ni al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que aparece casi siempre: un equipo donde uno trabajó mucho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tres coevaluaciones independientes lo señalan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hechos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información válida y puede diferenciar la nota individual.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 una sola persona señalando y sin hechos,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resuelva el conflicto en público: recoja las coevaluaciones, léalas después y ajuste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últimos veinte minutos se pueden desperdiciar fácilmente en un discurso de despedida. **Úselos para hacer visible el aprendizaje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evidencia.** La diapositiva de antes y después es la herramienta: en la columna izquierda están las respuestas reales de la prueba diagnóstica de la sesión 1 —vale la pena tenerlas a mano de verdad, no parafraseadas— y en la derecha lo que hoy pueden sostener.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afectados que nunca la usan» está en la sección 9, con la voluntaria que trabaja diez minutos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Conecte con los tres RAA sin recitar códigos: reconocer la ingeniería como práctica que decide bajo restricciones (RAA1), aplicar un método para definir y resolver un problema con evidencia (RAA2)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valorar las consecuencias sociales y ambientales de una solución (RAA3).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se pueden verificar en el informe que acaban de entregar, y esa verificabilidad es el sentido de haber trabajado por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Definir un problema con evidencia, revisar qué existe, decidir con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Probar con personas reales y mirar a quién afecta — eso sirve igual para un trabajo de otra asignatura, para un proyecto de grado y para el primer empleo.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queda como evidencia.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trabajo completo, documentado y con su propio prototipo, hecho en primer semestre; el documento y las capturas quedan en la carpeta y valen para un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recomendación práctica de despedida, corta: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alguno quiere continuarlo, no tiene que empezar por decidir qué hacer; ya lo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Clase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