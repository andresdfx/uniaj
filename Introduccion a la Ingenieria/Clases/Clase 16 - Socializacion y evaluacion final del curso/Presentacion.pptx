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Socialización y evaluación final del curso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Once de las doce secciones del informe ya están escritas — hoy se arma y se cierra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Última sesión. No hay evaluación escrita: lo que se califica hoy es el informe final (20 %) y la autoevaluación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y qué se hace hoy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00:06–00:30 · 24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Armado y revisión del informe final — Las doce secciones, con la lista de verificación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00:30–00:50 · 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Socialización: la galería del curso — 5 equipos × 3 min en el muro, y recorrido libre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00:50–01:10 · 20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Autoevaluación y coevaluación — Individual y del equipo, con criterios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01:10–01:30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— Lo que sabían en la sesión 1 y lo que saben hoy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No hay examen final escrito en este curso.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El 40 % del corte 3 se reparte en exposición final 15 % (Clase 15) +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informe final 20 % (hoy)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+ asistencia 5 %. El informe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se entrega dentro de la clase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se arma, se revisa con la lista de verificación y se sube antes de terminar la sesión.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Armar y entregar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20 %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Socializar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en la galería del curso y ver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 y una coevaluación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criterios, no con impresiones.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se sabe hacer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no se sabía en la sesión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 informe final tiene doce secciones y vale el 20 %. ¿Cuántas de esas doce creen que van a escribir hoy desde cero?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Una. El resumen. Las otras once ya están escritas desde la sesión 3.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Eso es lo que se gana escribiendo en cada sesión en vez de dejarlo para el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1 a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· Portada, integrantes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Lo único nuevo de hoy.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El resumen: problema, solución y un número, en media página.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 · El problema y su evidencia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Ficha del problema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6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la cifra y cómo se obtuvo.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· Actores y afectados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Mapa de actores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+ los afectados que no son usuarios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 · Antecedentes: qué existía ya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Las tres fichas de antecedentes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la brecha que justifica el proyecto.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5 · Requisitos y criterios de aceptación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7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funcionales, los no funcionales y cómo se verifica cada uno.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 · Alternativas y decisión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decisión y alcance mínimo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8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Con lo que se sacrificó.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lleva el informe final (20 %) · secciones 7 a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4124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937760"/>
                <a:gridCol w="73152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Largo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 · La solución y el prototipo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10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capturas de las pantallas y el recorrido principal.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1–2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8 · Prueba con usuarios y hallazgos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12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Los hallazgos, la clasificación y el patrón.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 · Impacto social y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Matriz de impacto y mitigaciones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 Positivos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negativos.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· Limitaciones y trabajo siguiente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 que se decidió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arreglar ·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Clases 12 y 13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con el motivo.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 · Declaración del uso de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Sesiones 3 y 11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: qué se le pidió, qué se corrigió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qué no se le entregó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¼ pág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 · Referencias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Sesión 9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en el formato acordado. Todo lo que se citó y nada que no se leyó.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½ pág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1">
                <a:solidFill>
                  <a:srgbClr val="666666"/>
                </a:solidFill>
                <a:latin typeface="Calibri"/>
              </a:rPr>
              <a:t>Once de doce secciones ya están escritas.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Hoy se arman en un solo documento, se revisan con la lista de verificación y se escribe el resumen. Eso es lo que se gana escribiendo en cada sesión en vez de dejarlo todo para el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arma el informe en veinticuatro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orden importa: pegar primero y revisar después. Empezar por el resumen es el error que hace que no alcance el tiempo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Un documento, doce títulos, ocho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Creen el documento con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los doce títulos vacíos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peguen debajo de cada uno lo que ya está escrito. No reescriban: peguen.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La lista de verificación, seis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Recorran la lista sección por sección. Marquen lo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falta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rojo, no lo que está.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Reparto de los huecos, cuatro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integrante toma un hueco rojo.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completa dos secciones y nadie ninguna.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El resumen, cuatro minutos, al final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Media página: el problema con su número, la solución en dos frases y el impacto principal.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 último aunque vaya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Entrega, dos minutos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PDF en la carpeta del equipo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enlace del documento. Antes de que termine la clase.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cosas que bajan la nota del informe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que no cita sus propias sesiones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la sección 6 no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sacrificó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al decidir, es que se reescribió de memoria en vez de tomar la matriz de la sesión 8. Se nota, y cuesta puntos.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Referencias que nadie leyó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lista de diez enlaces cuando en la sesión 9 se trabajaron tres antecedentes.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Cite lo que leyó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lo demás es relleno y es fácil de comprobar.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informe sin 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sección 10 vacía o con «ninguna» dice que el equipo no probó nada con nadie. Después de la Clase 12, todos los equipos tienen limitaciones reales.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Todo escrito por una sola persona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reconoce en el cambio de tono entre secciones y en las secciones que quedaron vacías. Reparto: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cada integrante responde por al menos dos secciones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autoevaluación y la coevaluación, en serio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se hace con criterios, no con impresiones.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es «me pongo 4.5»: son cuatro preguntas con evidencia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hice yo concretamente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(secciones que escribí, prueba que hice, tramo que expuse)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aprendí a hacer que no sabía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qué fallé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·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 haría distinto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Con hechos que se pueden verificar en el documento del equipo.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coevaluación es del trabajo, no de la persona.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valora cumplimiento de acuerdos, aporte al proyecto y disposición para ayudar —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simpatía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Se escribe con la misma regla de la Clase 12: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«No aportó» no sirve; «no entregó su sección en las tres últimas sesiones» sí.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no al muro y no al equipo. Y ponerse la nota máxima sin evidencia baja el puntaje: lo que se evalúa aquí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una competencia profesional y no un trámite.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decían en la sesión 1 y lo que pueden sostener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No es una lista de frases aprendidas: cada una está sostenida por una sección de su propio informe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Sesión 1 · la prueba diagnóstica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es construir cosas con máquinas.»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se resuelve pensando en la solución.»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 importante es que funcione.»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buscar en internet.»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impacto es que la gente lo use.»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Clase 16 · con su propio proyecto como prueba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ingeniería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decide bajo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toda decisión sacrifica algo.»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«Un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 define antes de resolverse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causas, actores y evidencia.»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 funcione no basta: 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verificables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«Investigar es ver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ya existe y por qué no sirve aquí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la fuente citada.»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«Hay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afectados que nunca la usan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que quedan peor que antes.»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el pago de haber escrito en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apertura de la última sesión tiene una función precisa: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quitar el pánico y hacer visible una lección de método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—«el informe tiene doce secciones y vale el 20 %, ¿cuántas van a escribir hoy desde cero?»— produce respuestas de «ocho», «todas», y la respuesta real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Ningún equipo tuvo que escribir un informe: tuvieron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Dígalo con el contraste explícito, porque es lo que se van a llevar a las otras asignaturas: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alternativa era llegar hoy con veinticuatro minutos y doce secciones en blanco.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exactamente lo que le pasa a quien deja la documentación para el final, y no es un problema de tiempo sino de método.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Después, en un minuto, diga qué se hace hoy y qué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y se entrega el informe, se socializa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autoevalúan y se cierra el curso.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examen final escrito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conviene decirlo explícitamente porque la mitad del curso llega esperándolo, y saberlo cambia cómo usan los veinticuatro minutos del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tablas de secciones son el corazón de la sesión y hay que proyectarlas juntas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efecto está en la columna del medio: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casi todas las filas dicen una sesión.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las lea completas —son doce filas y aburre—; señale tres o cuatro y deje que el curso vea el patrón.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largo por sección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 en la tabla y sirve para dos cosas: evita el informe de veinticinco páginas donde nadie encuentra nada, y evita el de tres donde no cabe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total son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a 11 páginas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una extensión razonable para un proyecto de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pregunta si puede ser más largo, la respuesta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extensión no es una virtud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informe donde la decisión está en la página 18 es un informe que no se va a leer.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armado importa y es contraintuitivo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hay que insistir: **pegar primero, revisar después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resumen al final.** El error que hace que no alcancen los veinticuatro minutos es empezar por el resumen —o peor, por la portada— porque el resumen exige tener todo lo demás decidido.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doce secciones, y el orden correcto para armarlas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último aunque vaya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regla es general para cualquier documento técnico y vale la pena nombrarla como tal. **El paso 2 tiene un detalle que cambia el resultado: marcar lo que falta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que está.** Un equipo que va marcando lo hecho termina con una lista de logros y sin saber qué le falta.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Marcando en rojo los huecos, la lista de tareas aparece sola, y el paso 3 —repartir los huecos, uno por integrante— se hace en cuatro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sección 11, la declaración del uso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un cuarto de página y es la que más se olvida.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que decir qué se le pidió al asistente, qué se corrigió a mano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—ningún dato personal de terceros, que es la regla del curso desde la sesión 4 y que se trabajó en la 11—.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no usaron IA también escriben la sección: dicen que no la usaron.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es la norma, usarla o no es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galería, y por qué socializar no es exponer otra vez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veinte minutos de socialización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una segunda ronda de exposiciones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eso fue la Clase 15 y ya tiene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el formato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galería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equipo deja en su columna del muro tres imágenes —una pantalla del prototipo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impacto y la diapositiva del problema—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líneas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problema, la decisión, un hallazgo, un número de impacto y el siguiente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son 3 minutos por equipo para presentar la columna, y los 5 restantes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recorrido libre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cada estudiante entra a la columna de otro equipo y deja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rápido, es de baja presión —después de la Clase 15 el curso está cansado— y deja un registro del semestre que se puede mostrar el año siguiente.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vale la pena y no es relleno: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Clase 15 cada equipo escuchó cuatro exposiciones de nueve minutos, y a esa velocidad casi nadie retiene los detalles de los otros proyectos.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galería, y por qué socializar no es exponer otra vez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galería deja los cinco proyectos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lado a lado y por escrito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ahí sí se ven las comparaciones: cinco maneras distintas de definir un problema, cinco matrices de decisión, cinco listas de afectados.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única vez en el semestre en que el curso ve su propio trabajo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Aproveche los cuatro errores del informe [Slide 8] durante este bloque, mientras los equipos terminan de subir la columna: son las cuatro cosas que va a encontrar calificando y decirlas ahora les da tiempo de corregirlas.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más frecuente es la sección 10 vacía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—«ninguna limitación»—, que después de la Clase 12 no es creíble en ningún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cómo evitar que sea un trámite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autoevaluación se degrada en trámite cuando se pide una nota.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Pedir cuatro respuestas con evidencia lo evita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hice yo concretamente —secciones que escribí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que hice, tramo que expuse—, qué aprendí a hacer que no sabía, en qué fallé, qué haría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verificable en el documento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la consecuencia con claridad, porque cambia el resultado: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ponerse la nota máxima sin evidencia baja el puntaje.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evalúa no es la autoestima: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capacidad de mirar el propio trabajo con honestidad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una competencia profesional.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que escribe «no entregué mi sección a tiempo dos veces y el equipo tuvo que cubrirme» está demostrando exactamente lo que se busca.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coevaluación es más delicada y necesita una regla dura: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evalúa el trabajo, no la persona.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Tres criterios —cumplimiento de acuerdos, aporte al proyecto, disposición para ayudar— y la misma exigencia de la Clase 12: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observación, no adjetivo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cómo evitar que sea un trámite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aportó» no sirve como coevaluación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entregó su sección en las tres últimas sesiones» sí, porque es verificable y porque la persona puede responder a un hecho y no a una etiqueta.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autoevaluación individual se entrega solo al docente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al muro ni al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garantía nadie escribe nada honesto, y el ejercicio se vuelve un intercambio de cortesías.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Dígalo antes de que empiecen a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que aparece casi siempre: un equipo donde uno trabajó mucho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tres coevaluaciones independientes lo señalan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hechos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información válida y puede diferenciar la nota individual.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 una sola persona señalando y sin hechos, no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resuelva el conflicto en público: recoja las coevaluaciones, léalas después y ajuste con criterio.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veinte minutos que no son un discurso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últimos veinte minutos se pueden desperdiciar fácilmente en un discurso de despedida. **Úselos para hacer visible el aprendizaje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evidencia.** La diapositiva de antes y después es la herramienta: en la columna izquierda están las respuestas reales de la prueba diagnóstica de la sesión 1 —vale la pena tenerlas a mano de verdad, no parafraseadas— y en la derecha lo que hoy pueden sostener.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que hay que hacer explícito, y que es la diferencia entre una clase y un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frase de la columna derecha está sostenida por una sección de su propio informe.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«Toda decisión sacrifica algo» no es una frase aprendida: está en la sección 6, escrita por ellos, con una matriz detrás.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«Hay afectados que nunca la usan» está en la sección 9, con la voluntaria que trabaja diez minutos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lo que distingue haber entendido de haber memorizado, y conviene nombrarlo.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Conecte con los tres RAA sin recitar códigos: reconocer la ingeniería como práctica que decide bajo restricciones (RAA1), aplicar un método para definir y resolver un problema con evidencia (RAA2)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veinte minutos que no son un discurso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valorar las consecuencias sociales y ambientales de una solución (RAA3).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se pueden verificar en el informe que acaban de entregar, y esa verificabilidad es el sentido de haber trabajado por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Cierre con dos cosas concretas y ninguna solemne.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Definir un problema con evidencia, revisar qué existe, decidir con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Probar con personas reales y mirar a quién afecta — eso sirve igual para un trabajo de otra asignatura, para un proyecto de grado y para el primer empleo.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proyecto queda como evidencia.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 trabajo completo, documentado y con su propio prototipo, hecho en primer semestre; el documento y las capturas quedan en la carpeta y valen para un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recomendación práctica de despedida, corta: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alguno quiere continuarlo, no tiene que empezar por decidir qué hacer; ya lo decidió.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Informe final y autoevaluación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24 min en equipos · 24 min: pegar, verificar, repartir huecos, resumen y entregar · informe final en PDF + galería en el muro + autoevaluación y coevaluación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LISTA DE VERIFICACIÓN DEL INFORME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doce secciones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un solo documento, cada una con lo que ya estaba escrito desde su sesión, y con el largo de la tabla.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FALTABA Y SE COMPLETÓ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huecos que se marcaron en rojo,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tomó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qué se escribió. Incluido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que es lo único nuevo.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DECLARACIÓN DEL USO DE 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le pidió al asistente,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corrigió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no se le entregó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 no se usó, se dice que no se usó.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AUTOEVALUACIÓN INDIVIDUAL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respuestas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evidencia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hice yo · qué aprendí a hacer que no sabía · en qué fallé · qué haría distinto.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Solo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COEVALUACIÓN DEL EQUIPO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Cumplimiento de acuerdos, aporte al proyecto y disposición para ayudar,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observaciones y no adjetivos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1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pantalla del prototipo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Imagen 2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matriz de impacto, o la diapositiva del problema con su cifra.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Cinco líneas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Problema · decisión · un hallazgo · un número de impacto · siguiente paso.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Recorrido libre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estudiante comenta en la columna de otro equipo.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queda entregado: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sus doce secciones (20 %),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Clase 15 (15 %), el prototipo probado con personas reales y la galería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Autoevaluación: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hecha, con evidencia y no con impresiones — junto con la coevaluación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llevan es un método, no un tema: definir un problema con evidencia, revisar qué ya existe, decidir con criterios, probar con personas reales y mirar a quién afecta.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y las capturas quedan en la carpeta del equipo: es un proyecto completo y documentado, hecho en primer semestre, y sirve para un portafolio.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siguiente paso de su proyecto está escrito en la sección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quien quiera continuarlo ya no tiene que decidir por dónde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Gracias · Introducción a la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Socialización y evaluación final del curso · Clase 16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Hace dieciséis sesiones era una ocurrencia; hoy es un proyecto con evidencia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