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Socialización y evaluación final del curso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Once de las doce secciones del informe ya están escritas — hoy se arma y se cierra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Última sesión. No hay evaluación escrita: lo que se califica hoy es el informe final (20 %) y la autoevaluación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y qué se hace hoy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00:06–00:30 · 24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Armado y revisión del informe final — Las doce secciones, con la lista de verificación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00:30–00:50 · 20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Socialización: la galería del curso — 5 equipos × 3 min en el muro, y recorrido libre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00:50–01:10 · 20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Autoevaluación y coevaluación — Individual y del equipo, con criterios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01:10–01:30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del curso — Lo que sabían en la sesión 1 y lo que saben hoy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No hay examen final escrito en este curso.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El 40 % del corte 3 se reparte en exposición final 15 % (sesión 15) +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informe final 20 % (hoy)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+ asistencia 5 %. El informe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se entrega dentro de la clase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: se arma, se revisa con la lista de verificación y se sube antes de terminar la sesión.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Armar y entregar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sus doce secciones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20 %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Socializar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en la galería del curso y ver los otros cuatro.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autoevaluación y una coevaluación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criterios, no con impresiones.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se sabe hacer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no se sabía en la sesión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El informe final tiene doce secciones y vale el 20 %. ¿Cuántas de esas doce creen que van a escribir hoy desde cero?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Una. El resumen. Las otras once ya están escritas desde la sesión 3.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Eso es lo que se gana escribiendo en cada sesión en vez de dejarlo para el final.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lleva el informe final (20 %) · secciones 1 a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4124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937760"/>
                <a:gridCol w="7315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Largo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· Portada, integrantes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resumen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Lo único nuevo de hoy.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El resumen: problema, solución y un número, en media página.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 · El problema y su evidencia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Ficha del problema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6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Con la cifra y cómo se obtuvo.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· Actores y afectados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Mapa de actores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+ los afectados que no son usuarios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 · Antecedentes: qué existía ya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Las tres fichas de antecedentes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9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la brecha que justifica el proyecto.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5 · Requisitos y criterios de aceptación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7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Los funcionales, los no funcionales y cómo se verifica cada uno.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6 · Alternativas y decisión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Matriz de decisión y alcance mínimo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8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Con lo que se sacrificó.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lleva el informe final (20 %) · secciones 7 a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4124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937760"/>
                <a:gridCol w="7315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Largo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7 · La solución y el prototipo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Sesiones 10 y 11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capturas de las pantallas y el recorrido principal.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1–2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8 · Prueba con usuarios y hallazgos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12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Los hallazgos, la clasificación y el patrón.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 · Impacto social y ambiental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Matriz de impacto y mitigaciones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Positivos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negativos.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· Limitaciones y trabajo siguiente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 que se decidió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no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arreglar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sesiones 12 y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el motivo.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11 · Declaración del uso de 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Sesiones 3 y 11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: qué se le pidió, qué se corrigió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qué no se le entregó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¼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12 · Referencias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9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en el formato acordado. Todo lo que se citó y nada que no se leyó.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1">
                <a:solidFill>
                  <a:srgbClr val="666666"/>
                </a:solidFill>
                <a:latin typeface="Calibri"/>
              </a:rPr>
              <a:t>Once de doce secciones ya están escritas.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Hoy se arman en un solo documento, se revisan con la lista de verificación y se escribe el resumen. Eso es lo que se gana escribiendo en cada sesión en vez de dejarlo todo para el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arma el informe en veinticuatro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orden importa: pegar primero y revisar después. Empezar por el resumen es el error que hace que no alcance el tiempo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Un documento, doce títulos, ocho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Creen el documento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los doce títulos vacíos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peguen debajo de cada uno lo que ya está escrito. No reescriban: peguen.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La lista de verificación, seis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Recorran la lista sección por sección. Marquen lo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falta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rojo, no lo que está.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Reparto de los huecos, cuatro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integrante toma un hueco rojo.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Nadie completa dos secciones y nadie ninguna.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El resumen, cuatro minutos, al final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Media página: el problema con su número, la solución en dos frases y el impacto principal.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escribe último aunque vaya primero.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Entrega, dos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PDF en la carpeta del equipo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enlace del documento. Antes de que termine la clase.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cosas que bajan la nota del informe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informe que no cita sus propias sesiones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la sección 6 no dice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sacrificó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al decidir, es que se reescribió de memoria en vez de tomar la matriz de la sesión 8. Se nota, y cuesta puntos.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Referencias que nadie leyó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lista de diez enlaces cuando en la sesión 9 se trabajaron tres antecedentes.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Cite lo que leyó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 lo demás es relleno y es fácil de comprobar.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informe sin limitaciones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La sección 10 vacía o con «ninguna» dice que el equipo no probó nada con nadie. Después de la sesión 12, todos los equipos tienen limitaciones reales.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Todo escrito por una sola persona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reconoce en el cambio de tono entre secciones y en las secciones que quedaron vacías. Reparto: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cada integrante responde por al menos dos secciones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autoevaluación y la coevaluación, en serio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autoevaluación se hace con criterios, no con impresiones.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No es «me pongo 4.5»: son cuatro preguntas con evidencia —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hice yo concretamente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(secciones que escribí, prueba que hice, tramo que expuse)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aprendí a hacer que no sabía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 qué fallé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haría distinto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Con hechos que se pueden verificar en el documento del equipo.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coevaluación es del trabajo, no de la persona.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valora cumplimiento de acuerdos, aporte al proyecto y disposición para ayudar —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simpatía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Se escribe con la misma regla de la sesión 12: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observación, no adjetivo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«No aportó» no sirve; «no entregó su sección en las tres últimas sesiones» sí.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autoevaluación individual se entrega solo al docente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no al muro y no al equipo. Y ponerse la nota máxima sin evidencia baja el puntaje: lo que se evalúa aquí 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la capacidad de mirar el propio trabajo con honestidad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que es una competencia profesional y no un trámite.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decían en la sesión 1 y lo que pueden sostener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No es una lista de frases aprendidas: cada una está sostenida por una sección de su propio informe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Sesión 1 · la prueba diagnóstica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ingeniería es construir cosas con máquinas.»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«Un problema se resuelve pensando en la solución.»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«Lo importante es que funcione.»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«Investigar es buscar en internet.»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«El impacto es que la gente lo use.»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Sesión 16 · con su propio proyecto como prueba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ingeniería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decide bajo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toda decisión sacrifica algo.»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«Un problema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 define antes de resolverse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causas, actores y evidencia.»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«Que funcione no basta: hay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criterios de aceptación verificables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«Investigar es ver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ya existe y por qué no sirve aquí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la fuente citada.»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«Hay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afectados que nunca la usan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que quedan peor que antes.»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Informe final y autoevaluación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24 min en equipos · 24 min: pegar, verificar, repartir huecos, resumen y entregar · informe final en PDF + galería en el muro + autoevaluación y coevaluación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LISTA DE VERIFICACIÓN DEL INFORME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doce secciones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un solo documento, cada una con lo que ya estaba escrito desde su sesión, y con el largo de la tabla.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FALTABA Y SE COMPLETÓ 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Los huecos que se marcaron en rojo,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tomó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qué se escribió. Incluido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que es lo único nuevo.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DECLARACIÓN DEL USO DE 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le pidió al asistente,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se corrigió a mano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no se le entregó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Si no se usó, se dice que no se usó.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AUTOEVALUACIÓN INDIVIDUAL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Cuatro respuestas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evidencia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qué hice yo · qué aprendí a hacer que no sabía · en qué fallé · qué haría distinto.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Solo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COEVALUACIÓN DEL EQUIPO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Cumplimiento de acuerdos, aporte al proyecto y disposición para ayudar,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observaciones y no adjetivos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Imagen 1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pantalla del prototipo funcionando.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Imagen 2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matriz de impacto, o la diapositiva del problema con su cifra.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Cinco líneas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Problema · decisión · un hallazgo · un número de impacto · siguiente paso.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Recorrido libre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estudiante comenta en la columna de otro equipo.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queda entregado: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sus doce secciones (20 %),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exposición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sesión 15 (15 %), el prototipo probado con personas reales y la galería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Autoevaluación: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hecha, con evidencia y no con impresiones — junto con la coevaluación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se llevan es un método, no un tema: definir un problema con evidencia, revisar qué ya existe, decidir con criterios, probar con personas reales y mirar a quién afecta.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informe y las capturas quedan en la carpeta del equipo: es un proyecto completo y documentado, hecho en primer semestre, y sirve para un portafolio.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siguiente paso de su proyecto está escrito en la sección 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quien quiera continuarlo ya no tiene que decidir por dónde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Gracias · Introducción a la Ingeniería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Socialización y evaluación final del curso · Clase 16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Hace dieciséis sesiones era una ocurrencia; hoy es un proyecto con evidencia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