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No hay evaluación escrita: lo que se califica hoy es el informe final (20 %) y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Sesión de cierre del curso:</a:t>
            </a:r>
            <a:r>
              <a:rPr sz="1200" b="0" i="1">
                <a:solidFill>
                  <a:srgbClr val="666666"/>
                </a:solidFill>
                <a:latin typeface="Calibri"/>
              </a:rPr>
              <a:t> se arma y se revisa el informe final con la lista de verificación, se socializa el trabajo y se hace la autoevaluación.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 (</a:t>
            </a:r>
            <a:r>
              <a:rPr sz="2000" b="1" i="0">
                <a:solidFill>
                  <a:srgbClr val="333333"/>
                </a:solidFill>
                <a:latin typeface="Calibri"/>
              </a:rPr>
              <a:t>20 %</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y vale el 20 %.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bajan la nota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cuesta puntos.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que baja la nota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ponerse la nota máxima sin evidencia baja el puntaje: lo que se evalúa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