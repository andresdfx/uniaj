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Taller de aplicación del ciclo de vida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Cuatro proyectos que se saltaron una fase, y la decisión que ustedes toman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baja a 20 min y la actividad sube a 40, porque decidir entre dos alternativas con argumentos no se hace en 17 minutos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00:10–00:30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Cuatro casos reales, matriz de decisión y alcance mínimo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00:30–01:10 · 40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Taller extendido — decidir la alternativa y fijar el alcance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01:10–01:25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la decisión y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queda amarrado para la sesión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es una sesión de taller, no de contenido nuevo.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teoría se comprime a 20 minutos —cuatro casos y dos herramientas— y la actividad en equipos se extiende a 40, porque el entregable es una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decisión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cuál de las dos alternativas de solución se construye, con qué alcance y cómo se va a validar. Es la fase de diseño empezando de verdad.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en un caso real,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fase se saltó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habría costado no saltarla.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dos alternativas de solución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con argumento.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qué entra en el semestre y qué queda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de 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cómo se va a saber que la solución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Una empresa perdió cientos de millones de dólares en 45 minutos por un despliegue mal hecho. ¿En qué fase estaba el error?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código llevaba años ahí. Lo que falló fue el paso de una fase a la siguiente.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se ven cuatro casos así, y después ustedes deciden su propia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proyectos que se saltaron una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falló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fase que se saltó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equipajes de un aeropuerto grande
(años noventa)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automatizado de manejo de maletas nunca funcionó como se prometió; retrasó la apertura del aeropuerto y años después se abandonó.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 y diseño.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contrató la construcción de algo de una escala sin precedentes con el plazo ya fijado y sin pruebas a escala real.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expedientes de una agencia federal
(2000–2005)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de gestión de casos se desarrolló durante años y se abandonó sin entrar en operación; hubo que empezar de nuevo con otro programa.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Los requisitos cambiaban y no había una definición estable de qué debía hacer el sistema ni criterios para aceptarlo.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 público de salud en su lanzamiento
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sitio se cayó el primer día y durante semanas casi nadie pudo completar el trámite, con una demanda de usuarios perfectamente previsible.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Validación.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lanzó sin pruebas de carga suficientes y sin un plan realista para el volumen esperado.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Firma financiera automatizada
(2012)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despliegue dejó una versión antigua activa en un servidor de los ocho; en unos 45 minutos las órdenes automáticas generaron pérdidas enormes.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Operación (el despliegue).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El código no era nuevo; falló el paso controlado de una fase a la siguiente y no había manera de frenar rápido.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cuatro son públicos y están documentados en informes oficiales y prensa especializada.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Cite la fuente y el año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las cifras circulan con variaciones y no todas las versiones son iguales.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decide entre dos 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resultado no es el número: es el argumento escrito. Una matriz sin justificaciones es un adorno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las dos, en una frase cada una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Sin adjetivos. Si una de las dos no se puede escribir en una frase, no está pensada.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Elija de 3 a 5 criterios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Salen de sus requisitos no funcionales y de sus restricciones, no de lo que les gusta.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Ponga peso a cada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todos valen igual. Los pesos se deciden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mirar las alternativas: si no, se acomodan al favorito.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Califique cada alternativa, criterio por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escala corta (1-3). Y escriba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ese número, en media línea.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Decida, y escriba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Toda decisión sacrifica algo. Nombrar lo que se pierde es lo que la vuelve profesional.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mínimo: qué entra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versión más pequeña de la solución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problema y se puede probar con un usuario real. No es una demo bonita: es algo que sirve, aunque sirva poco.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NO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es «la primera parte de todo lo que soñamos». Un alcance mínimo que no resuelve nada por sí solo no se puede probar, y entonces no sirve para aprender nada en la Clase 12.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Cómo se fija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toma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requisito funcional —el que ataca la causa elegida— y se construye solo eso, cumpliendo los requisitos no funcionales. Los otros dos requisitos quedan escritos como «versión siguiente».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lista de lo que queda fuera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escribe explícitamente y se muestra en la exposición final.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proyecto que no declara lo que dejó fuera parece incompleto; uno que lo declara parece dirigido.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de validación, y dos trampas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de validación se escribe hoy, no al final.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tres cosas: con quién se prueba (una persona ajena al equipo), qué tareas se le piden (las de los criterios de aceptación de la sesión 7) y qué se va a observar. Escribirlo ahora obliga a que la solución sea probable, y eso cambia el diseño.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1: probar con el propio equipo.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Quien construyó sabe dónde hay que tocar, así que todo le funciona. Una prueba con un integrante del equipo no prueba nada — es la versión de laboratorio del problema del Therac-25, donde el fabricante sostuvo que la falla era imposible.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2: preguntar «¿le gusta?».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 gente dice que sí por cortesía. Se pide que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haga una tarea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se observa en silencio: dónde duda, dónde se equivoca, qué busca y no encuentra. Lo que la persona hace vale; lo que opina, poco.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45 minutos y una fase saltada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la firma financiera de 2012 es el mejor gancho posible para esta sesión porque desarma la idea de que los desastres los causa código malo.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código llevaba años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falló fue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controlado de una fase a la siguiente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despliegue que dejó una versión antigua activa en uno de los servidores, un sistema automático operando a velocidad de máquina, y ninguna manera de frenar rápido cuando empezó a hacer daño.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cuestión de minutos las pérdidas fueron enormes y la firma no sobrevivió como empresa independiente.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del muro —«¿en qué fase estaba el error?»— va a producir respuestas que dicen «en la programación», y ahí está la lección: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error no estaba en el código, estaba en la operación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45 minutos y una fase saltada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fase que en la sesión 7 se nombró de pasada y que nadie enseña en primer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 además para introducir una idea que vale para todo el semestre: cada transición entre fases es un lugar donde se rompen los proyectos, y por eso las fases tienen entregables.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Recomendación de manejo: no dé el nombre de la empresa en la apertura.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fuerza está en la pregunta, y el nombre lo pueden buscar ellos cuando se les pida citar la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y cómo exigir la fuente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casos, cinco minutos en total, un minuto y algo por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es densa a propósito: hoy la teoría son 20 minutos y el peso está en el taller.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sistema de equipajes del aeropuerto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requisitos y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automatizado de manejo de maletas de una escala sin precedentes, contratado con el plazo de apertura ya fijado y sin pruebas a escala real; retrasó la apertura del aeropuerto muchos meses, funcionó parcialmente durante años y terminó abandonado.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plazo se fijó antes de saber si era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ningún esfuerzo de construcción arregla eso.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sistema de expedientes de la agencia federal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requisitos puros: años de desarrollo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que cambiaban permanentemente, ninguna definición estable de qué debía hacer el sistema, y un abandono sin haber entrado en operación.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ejemplo perfecto de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criterios de aceptación no hay manera de terminar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proyecto que no puede decir cuándo está listo, no está listo nunca.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portal público de salud en su lanzamiento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validación.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y cómo exigir la fuente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demanda del primer día era perfectamente previsible —una fecha anunciada, una población conocida— y aun así el sitio no aguantó.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para sus proyectos: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probar que algo funciona con un usuario no es probar que funciona con muchos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volumen es un requisito no funcional que se valida aparte.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firma financiera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operación, y es el que rompe el prejuicio sobre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Súmele el detalle que lo hace inolvidable: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no fue escribir el software, fue instalarlo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 existía una forma rápida de detenerlo.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exigencia metodológica que hay que repetir porque es la marca del curso: los cuatro casos son públicos y están documentados en informes oficiales y en prensa especializada,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cifras circulan con variaciones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cite un monto o una fecha en la exposición tiene que decir de dónde salió y de qué año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misma regla de la sesión 5 con las cifras ambientales y de la sesión 4 con los numerales.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decisión: cómo se decide sin que la decisión ya estuviera tomada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decisión es una herramienta simple con una trampa sutil, y enseñar la trampa es más valioso que enseñar la herramienta.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cinco pasos son: escribir las dos alternativas en una frase cada una; elegir de tres a cinco criterios; ponerle peso a cada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Calificar cada alternativa criterio por criterio con una escala corta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media línea de justificación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y decidir, escribiendo qué se pierde. **La trampa está en el paso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decirla explícitamente: los pesos se deciden antes de mirar las alternativas.** Si se deciden después, el equipo —sin mala intención— acomoda los pesos para que gane la alternativa que ya quería.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sesgo más común en decisiones de ingeniería y produce documentos que parecen análisis y son justificaciones.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práctica en la sala: primero se escriben los criterios y los pesos en el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después se califica.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criterios no son gustos: salen de los requisitos no funcionales y de las restricciones.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el caso de la biblioteca: funciona sin computador en el mostrador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decisión: cómo se decide sin que la decisión ya estuviera tomada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aprende sin manual, se puede construir en las sesiones que quedan, cumple el requisito de datos ligeros, no exige que alguien atienda en horario fijo.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pone «lo que más nos gusta» o «lo más innovador» como criterio, hay que reemplazarlo: no se puede calificar y no se puede defender.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paso 5 es el que separa una decisión profesional de una preferencia: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 decisión sacrifica algo, y nombrarlo es lo que la vuelve defendible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«Elegimos la lista publicada en vez de la aplicación; perdemos la actualización en tiempo real y ganamos que funcione sin conexión y sin capacitar a nadie.» Un equipo que puede decir qué perdió entendió que estaba decidiendo, no acertando.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 y plan de validación: el entregable del taller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concepto que salva los proyectos de primer semestre, y hay que definirlo con precisión porque se confunde con «hacer poco».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versión más pequeña de la solución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problema y se puede probar con un usuario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para saber si está bien definido: *si construimos solo esto y lo ponemos delante de la persona que vive el problema, ¿le sirve de algo?* Si la respuesta es no, no es un alcance mínimo, es un pedazo.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concreto que hay que dictarles: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toma un requisito funcional —el que ataca la causa elegida en el árbol de la sesión 6— y se construye solo eso, cumpliendo los requisitos no funcionales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otros dos requisitos se escriben en una lista titulada «versión siguiente».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lista no es una derrota: es la prueba de que el equipo sabe lo que dejó fuera, y en la Clase 15 se muestra.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decírselo con estas palabras: **un proyecto que no declara lo que dejó fuera parece incompleto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 y plan de validación: el entregable del taller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que lo declara parece dirigido.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El plan de validación** se escribe hoy y eso es deliberado: escribir cómo se va a probar algo antes de construirlo cambia lo que se construye.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cosas: con quién se prueba —una persona ajena al equipo—, qué tareas se le piden —las de los criterios de aceptación de la sesión 7—, y qué se va a observar.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trampas hay que nombrarlas con dureza porque las van a cometer todas.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Probar con el propio equipo no prueba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quien construyó sabe dónde hay que tocar.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preguntar «¿le gusta?» no sirve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gente dice que sí por cortesía, sobre todo a estudiantes que le muestran su trabajo con ilusión.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le pide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haga una tarea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observa en silencio —dónde duda, dónde se equivoca, qué busca y no encuentra—.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la persona hace vale; lo que opina, poco.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regla sola mejora todos los proyectos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Decisión de la solución y alcance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40 min en equipos · 40 min con ritmo interno: alternativas, matriz, alcance, validación · matriz de decisión + alcance mínimo + plan de validación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DOS ALTERNATIVAS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adjetivos, diciendo qué hace y cómo resuelve la causa elegida en el árbol de la sesión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Y SUS PESOS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3 a 5 criterios sacados de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no funcionales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cada uno con un peso,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escritos antes de calificar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Y LA DECISIÓN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calificada criterio por criterio (escala 1-3)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media línea de justificación por casilla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el resultado, y la decisión.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SE PIERDE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la decisión sacrifica, en dos o tres líneas. Toda decisión sacrifica algo.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ALCANCE MÍNIMO Y PLAN DE VALIDACIÓN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construye este semestre (un requisito funcional completo, cumpliendo los no funcionales), la lista de lo que queda para «versión siguiente», y el plan de validación: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quién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prueba,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tareas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le piden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observa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dos alternativas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 cada una. Sin adjetivos.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Los criterios y los pesos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salieron: qué restricción o requisito.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decisión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ganó y por qué, con una justificación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sacrificaron.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Alcance y 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construye y con quién se va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Discusión de ejemplos reales — buscar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caso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proyecto que falló por saltarse una fase, con fuente verificable, y decir qué fase fue.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Ajuste de propuestas de solución: dejar en el documento del equipo la alternativa elegida con su alcance mínimo y el flujo dibujado, ya corregido con lo que salió en las exposiciones.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9 · Estrategias de innovación en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antecedentes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ya existe, quién lo intentó y cómo se busca eso con fuentes que se puedan verificar. Una respuesta de asistente de IA no es una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9 traigan la alternativa elegida escrita y el flujo dibujado. Se va a buscar qué soluciones parecidas ya existen, y sin la propia decisión clara no hay con qué comparar.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aplicación del ciclo de vida · Clase 8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Decidir no es acertar: es poder defender lo que se eligió y lo que se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