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Taller de aplicación del ciclo de vida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Cuatro proyectos que se saltaron una fase, y la decisión que ustedes toman 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el reparto cambia: la teoría baja a 20 min y la actividad sube a 40, porque decidir entre dos alternativas con argumentos no se hace en 17 minutos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00:10–00:30 · 20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Cuatro casos reales, matriz de decisión y alcance mínimo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00:30–01:10 · 40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Taller extendido — decidir la alternativa y fijar el alcance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01:10–01:25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— 5 equipos × 3 min — la decisión y por qué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01:25–01:30 · 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Lo que queda amarrado para la sesión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666666"/>
                </a:solidFill>
                <a:latin typeface="Calibri"/>
              </a:rPr>
              <a:t>Esta es una sesión de taller, no de contenido nuevo.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teoría se comprime a 20 minutos —cuatro casos y dos herramientas— y la actividad en equipos se extiende a 40, porque el entregable es una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decisión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: cuál de las dos alternativas de solución se construye, con qué alcance y cómo se va a validar. Es la fase de diseño empezando de verdad.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Identificar, en un caso real,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qué fase se saltó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qué habría costado no saltarla.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Comparar dos alternativas de solución con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matriz de criterios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decidir con argumento.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alcance mínimo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proyecto: qué entra en el semestre y qué queda fuera.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Escribir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plan de validación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cómo se va a saber que la solución sirve.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Una empresa perdió cientos de millones de dólares en 45 minutos por un despliegue mal hecho. ¿En qué fase estaba el error?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El código llevaba años ahí. Lo que falló fue el paso de una fase a la siguiente.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se ven cuatro casos así, y después ustedes deciden su propia solución.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proyectos que se saltaron una fase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365760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falló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fase que se saltó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Sistema de equipajes de un aeropuerto grande
(años noventa)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sistema automatizado de manejo de maletas nunca funcionó como se prometió; retrasó la apertura del aeropuerto y años después se abandonó.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Requisitos y diseño.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contrató la construcción de algo de una escala sin precedentes con el plazo ya fijado y sin pruebas a escala real.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Sistema de expedientes de una agencia federal
(2000–2005)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sistema de gestión de casos se desarrolló durante años y se abandonó sin entrar en operación; hubo que empezar de nuevo con otro programa.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Requisitos.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Los requisitos cambiaban y no había una definición estable de qué debía hacer el sistema ni criterios para aceptarlo.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Portal público de salud en su lanzamiento
(2013)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sitio se cayó el primer día y durante semanas casi nadie pudo completar el trámite, con una demanda de usuarios perfectamente previsible.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Validación.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lanzó sin pruebas de carga suficientes y sin un plan realista para el volumen esperado.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Firma financiera automatizada
(2012)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despliegue dejó una versión antigua activa en un servidor de los ocho; en unos 45 minutos las órdenes automáticas generaron pérdidas enormes.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Operación (el despliegue).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El código no era nuevo; falló el paso controlado de una fase a la siguiente y no había manera de frenar rápido.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cuatro son públicos y están documentados en informes oficiales y prensa especializada.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Cite la fuente y el año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las cifras circulan con variaciones y no todas las versiones son iguales.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decide entre dos alternativas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resultado no es el número: es el argumento escrito. Una matriz sin justificaciones es un adorno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Escriba las dos, en una frase cada una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Sin adjetivos. Si una de las dos no se puede escribir en una frase, no está pensada.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Elija de 3 a 5 criterios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Salen de sus requisitos no funcionales y de sus restricciones, no de lo que les gusta.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Ponga peso a cada criterio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todos valen igual. Los pesos se deciden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mirar las alternativas: si no, se acomodan al favorito.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Califique cada alternativa, criterio por criterio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una escala corta (1-3). Y escriba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por qué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ese número, en media línea.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Decida, y escriba qué se pierde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Toda decisión sacrifica algo. Nombrar lo que se pierde es lo que la vuelve profesional.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Alcance mínimo: qué entra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Qué 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La versión más pequeña de la solución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ya resuelve algo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del problema y se puede probar con un usuario real. No es una demo bonita: es algo que sirve, aunque sirva poco.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Qué NO 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No es «la primera parte de todo lo que soñamos». Un alcance mínimo que no resuelve nada por sí solo no se puede probar, y entonces no sirve para aprender nada en la sesión 12.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Cómo se fija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toma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requisito funcional —el que ataca la causa elegida— y se construye solo eso, cumpliendo los requisitos no funcionales. Los otros dos requisitos quedan escritos como «versión siguiente».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La lista de lo que queda fuera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escribe explícitamente y se muestra en la exposición final.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proyecto que no declara lo que dejó fuera parece incompleto; uno que lo declara parece dirigido.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de validación, y dos trampas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plan de validación se escribe hoy, no al final.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tres cosas: con quién se prueba (una persona ajena al equipo), qué tareas se le piden (las de los criterios de aceptación de la sesión 7) y qué se va a observar. Escribirlo ahora obliga a que la solución sea probable, y eso cambia el diseño.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Trampa 1: probar con el propio equipo.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Quien construyó sabe dónde hay que tocar, así que todo le funciona. Una prueba con un integrante del equipo no prueba nada — es la versión de laboratorio del problema del Therac-25, donde el fabricante sostuvo que la falla era imposible.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Trampa 2: preguntar «¿le gusta?».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La gente dice que sí por cortesía. Se pide que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haga una tarea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se observa en silencio: dónde duda, dónde se equivoca, qué busca y no encuentra. Lo que la persona hace vale; lo que opina, poco.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Decisión de la solución y alcance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40 min en equipos · 40 min con ritmo interno: alternativas, matriz, alcance, validación · matriz de decisión + alcance mínimo + plan de validación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DOS ALTERNATIVAS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alternativa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frase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sin adjetivos, diciendo qué hace y cómo resuelve la causa elegida en el árbol de la sesión 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CRITERIOS Y SUS PESOS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De 3 a 5 criterios sacados de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requisitos no funcionales y restricciones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cada uno con un peso,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escritos antes de calificar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MATRIZ Y LA DECISIÓN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alternativa calificada criterio por criterio (escala 1-3)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media línea de justificación por casilla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el resultado, y la decisión.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SE PIERDE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 que la decisión sacrifica, en dos o tres líneas. Toda decisión sacrifica algo.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ALCANCE MÍNIMO Y PLAN DE VALIDACIÓN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se construye este semestre (un requisito funcional completo, cumpliendo los no funcionales), la lista de lo que queda para «versión siguiente», y el plan de validación: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quién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 prueba,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tareas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 le piden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se observa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Las dos alternativas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 cada una. Sin adjetivos.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Los criterios y los pesos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salieron: qué restricción o requisito.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La decisión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ganó y por qué, con una justificación concreta.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Qué se pierde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sacrificaron. Es el minuto obligatorio.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Alcance y validación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 construye y con quién se va a probar.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Discusión de ejemplos reales — buscar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 caso propio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proyecto que falló por saltarse una fase, con fuente verificable, y decir qué fase fue.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Ajuste de propuestas de solución: dejar en el documento del equipo la alternativa elegida con su alcance mínimo y el flujo dibujado, ya corregido con lo que salió en las exposiciones.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9 · Estrategias de innovación en Ingeniería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los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antecedentes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qué ya existe, quién lo intentó y cómo se busca eso con fuentes que se puedan verificar. Una respuesta de asistente de IA no es una fuente.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la sesión 9 traigan la alternativa elegida escrita y el flujo dibujado. Se va a buscar qué soluciones parecidas ya existen, y sin la propia decisión clara no hay con qué comparar.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Taller de aplicación del ciclo de vida · Clase 8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Decidir no es acertar: es poder defender lo que se eligió y lo que se perdió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