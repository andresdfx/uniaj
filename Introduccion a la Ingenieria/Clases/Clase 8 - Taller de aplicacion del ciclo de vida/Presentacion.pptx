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sesión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9 · Estrategias de innovación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