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sesión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sesión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· Taller de prototipado inicial con 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ExamLab, sobre las sesiones 7 a 11.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