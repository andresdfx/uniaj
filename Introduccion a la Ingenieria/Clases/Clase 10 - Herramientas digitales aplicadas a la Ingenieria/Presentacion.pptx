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Herramientas digitales aplicadas a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Prototipar: el dibujo a mano recibe mejores críticas que la pantalla terminada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qué es un prototipo, fidelidad, cómo se dibuja una pantalla y qué herramienta usar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las tres pantallas del flujo principal, en Excalidraw o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flujo dibujado y el estado de error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una versión inacabada, y saber qué pregunta responde cada nivel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fidelidad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Dibujar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pantallas o pasos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flujo principal del proyecto, con textos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 vacío y el estado de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donde se cae la mayoría de los prototipos.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 según la pregunta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quiere responder, no según la que se conoce.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les muestro un dibujo a lápiz, me dicen todo lo que está mal. Si les muestro una pantalla terminada, me dicen «está muy bonita». ¿Por qué?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Porque nadie quiere destruir algo que parece costoso.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Y por eso el primer prototipo se hace a propósito feo.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una pregunta hecha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se construye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para responder una pregunta concreta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¿la gente entiende esta pantalla? ¿alcanza el tiempo? ¿el flujo tiene sentido? Sin pregunta es una maqueta decorativa.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la versión 1 a medias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versión inacabada intenta ser el producto y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no intenta ser el producto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puede ser papel, puede no tener datos reales, y aun así responde la pregunta.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desechable, y eso lo libera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hace sabiendo que se va a tirar. Por eso se puede probar una idea rara sin costo.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que da pesar tirar ya costó demasiado.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prueba con alguien ajeno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que solo vio el equipo no probó nada. Su única razón de existir es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persona de afuera intente usarlo delante de ustedes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que ustedes se queden callados.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Niveles de fidelidad: qué se prueba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468880"/>
                <a:gridCol w="265176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ve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 responde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Cuánto cuesta cambiarlo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(papel, Excalidraw)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Cajas, líneas, letra a mano. Se nota que es un borrador.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¿El flujo tiene sentido? ¿La gente entiende qué hacer?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minuto.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borra y se dibuja otra vez.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Media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(draw.io, Slides enlazadas)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ordenadas, con textos reales y navegación entre ellas.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completar la tarea sin ayuda? ¿Faltan pasos?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Minutos.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mueve una caja, se cambia un enlace.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(Canva, herramientas de diseño)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parece al producto final: colores, tipografías, íconos.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ve confiable? ¿La marca comunica lo que debe?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Horas.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la gente ya no se atreve a criticarlo.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Funcional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(algo que corre)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Funciona de verdad, aunque sea con datos de prueba.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¿Aguanta? ¿Es rápido? ¿Sirve en el celular viejo?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Es la fase de construcción, no de prototipo.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este curso el prototipo del corte 2 es de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baja o media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fidelidad. La alta aparece en la Clase 14, solo para la presentación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dibuja una pantalla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Cinco pasos, tres pantallas. Si un paso no se puede cumplir, el problema está en el diseño y no en el dibujo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arriba para qué existe la pantalla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frase: «aquí el usuario averigua si el libro está disponible». Si no se puede escribir, la pantalla hace dos cosas y hay que partirla.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Un solo camino principal, visible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va a hacer el 90 % de las veces, grande y primero. Todo lo demás, más pequeño o más 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3 · Textos reales, nunca relleno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«Buscar título» y no «texto aquí».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Los textos falsos esconden los problemas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botón que no se sabe cómo llamar es un botón que no se sabe qué hace.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Dibuje el estado vacío y el de error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ve cuando no hay datos, cuando no se encuentra nada, cuando algo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donde se cae casi todo prototipo.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Diga qué pasa al tocar cada cosa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flecha y una palabra por cada botón. Un botón sin destino escrito es una decisión que nadie tomó.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herramienta usar, según la pregunta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84048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 de verdad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Cuándo NO usarla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y esquemas de baja fidelidad. Se ve dibujado a mano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 eso es una ventaja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invita a criticar. Abre sin cuenta y se comparte con un enlace.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el proyecto es un proceso con decisiones y ramas: para eso hay algo mejor.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diagrams.net (draw.io)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Flujos, procesos, arquitecturas y diagramas con decisiones. Formas estándar y conectores que se quedan pegados al mover las cajas.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Para diseñar cómo se ve una pantalla: queda rígido y frío.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Google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Prototipo navegable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una diapositiva por pantalla y un enlace en cada botón hacia la diapositiva de destino. En modo presentación se puede usar como si funcionara. Es el truco más útil de esta sesión.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hace falta lógica real —cálculos, datos que cambian—: ahí ya es construcción.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Canva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Fidelidad alta para la presentación final y para material que alguien externo va a ver.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En un primer prototipo. Se ve tan terminado que la gente deja de criticarlo.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Papel y una foto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más rápido que existe: se dibuja, se fotografía y se sube a la carpeta del equipo. Perfectamente válido en este curso.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 la foto sale ilegible o si el equipo no puede editarla después entre todos.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Todas abren en el navegador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ninguna exige pago ni tarjeta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pregunta para elegir no es «¿cuál sé usar?» sino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«¿qué quiero responder con esto?»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paradoja de la fidelidad, y dos advertencias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Cuanto más terminado se ve un prototipo, peor retroalimentación recibe.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Delante de un dibujo a lápiz la gente dice «esto no se entiende, ¿dónde busco?»; delante de una pantalla con colores y tipografía dice «está muy bonita». Nadie quiere destruir algo que parece haber costado mucho. Por eso el primer prototipo se hace a propósito feo.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pulan el prototipo: no es lo que se califica.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que el flujo se entienda, que los textos sean reales y que existan el estado vacío y el de error. Un equipo que gasta el taller eligiendo colores llega a la Clase 12 sin nada que probar.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Si el prototipo lleva datos, que sean inventados.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Ningún nombre, cédula, teléfono, dirección ni foto de una persona real, ni siquiera de ustedes mismos. Es la regla del curso y es la Ley 1581 de 2012 de la sesión 4: los datos de prueba se inventan.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de baja fidelidad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2 dibujan · 2 escriben textos · 1 escribe el guion de prueba · prototipo de tres pantallas + guion de prueba con tres tareas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FLUJO EN 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principal del alcance mínimo, en tres pantallas o tres pasos,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 de propósito por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PANTALLAS DIBUJADAS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dibujadas de verdad, con el camino principal grande y primero, y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flecha con destino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cada botón.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ESTADO VACÍO Y EL DE ERROR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ve la primera vez sin datos, qué se ve cuando la búsqueda no encuentra nada, y qué se ve cuando algo falla.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el texto exacto del mensaje.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TEXTOS REALES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rótulos y mensajes escritos como van a quedar.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Cero relleno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cero «texto aquí», cero «lorem ipsum».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PRUEBA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tareas para pedirle a una persona ajena, salidas de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criterios de aceptación de la sesión 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una de ellas sobre el caso en que el sistema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tiene la respuesta.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flujo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tres pasos y para qué existe cada pantalla.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camino principal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 el usuario el 90 % de las veces, señalado en el dibujo.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se ve cuando falla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Estado vacío y de error, con el mensaje leído tal cual.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textos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rótulos que costó decidir y por qué quedaron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guion de prueba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tareas, y con qué rol van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Introducción a software de prototipado — terminar las tres pantallas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textos reales y los tres estados dibujados, y dejar el PNG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básica con herramientas digitales: convertir el prototipo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—diapositivas enlazadas o enlaces entre marcos— para poder recorrerlo delante de una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11 · Taller de prototipado inicial con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 v2 con IA autorizada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generar variantes, elegir con criterio y corregir lo que la IA no sabía.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evaluación del corte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plataforma del curso, sobre las sesiones 7 a 11.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11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el corte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hay 20 minutos de evaluación al final, sobre las sesiones 7 a 11. Traigan el prototipo terminado y navegable — sin él no hay nada que corregir con IA, y ese es el entregable de la sesión. La evaluación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 libro abierto sobre los documentos de su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lean el documento «Evaluación del Corte 2 — cómo prepararse», que dice exactamente qué pestañas tener abiertas.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Herramientas digitales aplicadas a la Ingeniería · Clase 10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 prototipo no es una maqueta: es una pregunta, y por eso se hace feo a propósito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