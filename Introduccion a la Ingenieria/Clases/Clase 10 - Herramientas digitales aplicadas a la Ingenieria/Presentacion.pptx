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Herramientas digitales aplicadas a la Ingeniería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Prototipar: el dibujo a mano recibe mejores críticas que la pantalla terminada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misma estructura de las 16 sesiones. El reloj de pared de su grupo está en el calendario del curso.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00:10–00:55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— qué es un prototipo, fidelidad, cómo se dibuja una pantalla y qué herramienta usar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— las tres pantallas del flujo principal, en Excalidraw o draw.io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5 equipos × 3 min — el flujo dibujado y el estado de error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prototipo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una versión inacabada, y saber qué pregunta responde cada nivel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fidelidad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Dibujar las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tres pantallas o pasos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flujo principal del proyecto, con textos reales.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Diseñar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estado vacío y el estado de error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que es donde se cae la mayoría de los prototipos.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Elegir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 según la pregunta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se quiere responder, no según la que se conoce.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Si les muestro un dibujo a lápiz, me dicen todo lo que está mal. Si les muestro una pantalla terminada, me dicen «está muy bonita». ¿Por qué?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Porque nadie quiere destruir algo que parece costoso.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Y por eso el primer prototipo se hace a propósito feo.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un prototipo y qué 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 una pregunta hecha objeto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Un prototipo se construye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para responder una pregunta concreta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¿la gente entiende esta pantalla? ¿alcanza el tiempo? ¿el flujo tiene sentido? Sin pregunta es una maqueta decorativa.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No es la versión 1 a medias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Una versión inacabada intenta ser el producto y falla.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 prototipo no intenta ser el producto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puede ser papel, puede no tener datos reales, y aun así responde la pregunta.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 desechable, y eso lo libera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Se hace sabiendo que se va a tirar. Por eso se puede probar una idea rara sin costo.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 prototipo que da pesar tirar ya costó demasiado.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Se prueba con alguien ajeno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Un prototipo que solo vio el equipo no probó nada. Su única razón de existir es que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una persona de afuera intente usarlo delante de ustedes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y que ustedes se queden callados.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Niveles de fidelidad: qué se prueba con cada uno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468880"/>
                <a:gridCol w="2651760"/>
                <a:gridCol w="228600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Nivel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Cómo se ve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pregunta responde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Cuánto cuesta cambiarlo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Baja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
(papel, Excalidraw)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Cajas, líneas, letra a mano. Se nota que es un borrador.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¿El flujo tiene sentido? ¿La gente entiende qué hacer?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Un minuto.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Se borra y se dibuja otra vez.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Media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
(draw.io, Slides enlazadas)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Pantallas ordenadas, con textos reales y navegación entre ellas.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¿Se puede completar la tarea sin ayuda? ¿Faltan pasos?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Minutos.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Se mueve una caja, se cambia un enlace.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Alta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
(Canva, herramientas de diseño)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Se parece al producto final: colores, tipografías, íconos.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¿Se ve confiable? ¿La marca comunica lo que debe?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Horas.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Y la gente ya no se atreve a criticarlo.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Funcional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
(algo que corre)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Funciona de verdad, aunque sea con datos de prueba.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¿Aguanta? ¿Es rápido? ¿Sirve en el celular viejo?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Días.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Es la fase de construcción, no de prototipo.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En este curso el prototipo del corte 2 es de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baja o media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fidelidad. La alta aparece en la sesión 14, solo para la presentación final.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dibuja una pantalla que sirve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Cinco pasos, tres pantallas. Si un paso no se puede cumplir, el problema está en el diseño y no en el dibujo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Escriba arriba para qué existe la pantalla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Una frase: «aquí el usuario averigua si el libro está disponible». Si no se puede escribir, la pantalla hace dos cosas y hay que partirla.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Un solo camino principal, visible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 que la persona va a hacer el 90 % de las veces, grande y primero. Todo lo demás, más pequeño o más abajo.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3 · Textos reales, nunca relleno</a:t>
            </a:r>
          </a:p>
          <a:p>
            <a:pPr>
              <a:spcBef>
                <a:spcPts val="200"/>
              </a:spcBef>
            </a:pPr>
            <a:r>
              <a:rPr sz="1200" b="0" i="0">
                <a:solidFill>
                  <a:srgbClr val="333333"/>
                </a:solidFill>
                <a:latin typeface="Calibri"/>
              </a:rPr>
              <a:t>«Buscar título» y no «texto aquí».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Los textos falsos esconden los problemas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: el botón que no se sabe cómo llamar es un botón que no se sabe qué hace.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Dibuje el estado vacío y el de error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se ve cuando no hay datos, cuando no se encuentra nada, cuando algo falla.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 donde se cae casi todo prototipo.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Diga qué pasa al tocar cada cosa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Una flecha y una palabra por cada botón. Un botón sin destino escrito es una decisión que nadie tomó.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herramienta usar, según la pregunta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840480"/>
                <a:gridCol w="338328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Herramienta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sirve de verdad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Cuándo NO usarla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Excalidraw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Pantallas y esquemas de baja fidelidad. Se ve dibujado a mano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y eso es una ventaja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: invita a criticar. Abre sin cuenta y se comparte con un enlace.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Cuando el proyecto es un proceso con decisiones y ramas: para eso hay algo mejor.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diagrams.net (draw.io)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Flujos, procesos, arquitecturas y diagramas con decisiones. Formas estándar y conectores que se quedan pegados al mover las cajas.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Para diseñar cómo se ve una pantalla: queda rígido y frío.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Google Slides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Prototipo navegable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: una diapositiva por pantalla y un enlace en cada botón hacia la diapositiva de destino. En modo presentación se puede usar como si funcionara. Es el truco más útil de esta sesión.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Cuando hace falta lógica real —cálculos, datos que cambian—: ahí ya es construcción.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Canva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Fidelidad alta para la presentación final y para material que alguien externo va a ver.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En un primer prototipo. Se ve tan terminado que la gente deja de criticarlo.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Papel y una foto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Lo más rápido que existe: se dibuja, se fotografía y se sube a la carpeta del equipo. Perfectamente válido en este curso.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Si la foto sale ilegible o si el equipo no puede editarla después entre todos.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Todas abren en el navegador y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ninguna exige pago ni tarjeta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. La pregunta para elegir no es «¿cuál sé usar?» sino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«¿qué quiero responder con esto?»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paradoja de la fidelidad, y dos advertencias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Cuanto más terminado se ve un prototipo, peor retroalimentación recibe.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Delante de un dibujo a lápiz la gente dice «esto no se entiende, ¿dónde busco?»; delante de una pantalla con colores y tipografía dice «está muy bonita». Nadie quiere destruir algo que parece haber costado mucho. Por eso el primer prototipo se hace a propósito feo.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 pulan el prototipo: no es lo que se califica.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Se califica que el flujo se entienda, que los textos sean reales y que existan el estado vacío y el de error. Un equipo que gasta el taller eligiendo colores llega a la sesión 12 sin nada que probar.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Si el prototipo lleva datos, que sean inventados.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Ningún nombre, cédula, teléfono, dirección ni foto de una persona real, ni siquiera de ustedes mismos. Es la regla del curso y es la Ley 1581 de 2012 de la sesión 4: los datos de prueba se inventan.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Prototipo de baja fidelidad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2 dibujan · 2 escriben textos · 1 escribe el guion de prueba · prototipo de tres pantallas + guion de prueba con tres tareas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FLUJO EN TRES PASOS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El camino principal del alcance mínimo, en tres pantallas o tres pasos,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 frase de propósito por cada uno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LAS TRES PANTALLAS DIBUJADAS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Las tres dibujadas de verdad, con el camino principal grande y primero, y una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flecha con destino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cada botón.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ESTADO VACÍO Y EL DE ERROR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se ve la primera vez sin datos, qué se ve cuando la búsqueda no encuentra nada, y qué se ve cuando algo falla.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Con el texto exacto del mensaje.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LOS TEXTOS REALES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Todos los rótulos y mensajes escritos como van a quedar.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Cero relleno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cero «texto aquí», cero «lorem ipsum».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GUION DE PRUEBA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Tres tareas para pedirle a una persona ajena, salidas de los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criterios de aceptación de la sesión 7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y una de ellas sobre el caso en que el sistema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tiene la respuesta.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El flujo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Los tres pasos y para qué existe cada pantalla.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El camino principal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hace el usuario el 90 % de las veces, señalado en el dibujo.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Qué se ve cuando falla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Estado vacío y de error, con el mensaje leído tal cual. Es el minuto obligatorio.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Los textos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Dos rótulos que costó decidir y por qué quedaron así.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20 s · El guion de prueba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Las tres tareas, y con qué rol van a probar.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sesión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Introducción a software de prototipado — terminar las tres pantallas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todos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los textos reales y los tres estados dibujados, y dejar el PNG en la carpeta del equipo.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básica con herramientas digitales: convertir el prototipo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navegable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—diapositivas enlazadas o enlaces entre marcos— para poder recorrerlo delante de una persona.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Sesión 11 · Taller de prototipado inicial con IA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prototipo v2 con IA autorizada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generar variantes, elegir con criterio y corregir lo que la IA no sabía. Y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evaluación del corte 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ExamLab, sobre las sesiones 7 a 11.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sesión 11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cierra el corte 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hay 20 minutos de evaluación al final, sobre las sesiones 7 a 11. Traigan el prototipo terminado y navegable — sin él no hay nada que corregir con IA, y ese es el entregable de la sesión. La evaluación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 libro abierto sobre los documentos de su equipo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lean el documento «Evaluación del Corte 2 — cómo prepararse», que dice exactamente qué pestañas tener abiertas.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Herramientas digitales aplicadas a la Ingeniería · Clase 10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Un prototipo no es una maqueta: es una pregunta, y por eso se hace feo a propósito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