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Clase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Clase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uno de los hallazgos más útiles y menos intuitivos del diseño, y funciona perfectamente como gancho porque todos lo han vivido del otro lado: cuando a uno le muestran algo que parece terminado, le da pena criticarlo.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fenómeno es consistente: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delante de un dibujo a lápiz la gente dice «esto no se entiende, ¿dónde busco?»; delante de una pantalla con colores y tipografía dice «está muy bonita»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explicación es social, no técnica.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comunica «esto es un borrador, opine»; una pantalla pulida comunica «esto costó trabajo, no lo destruya».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segundo efecto, sobre el propio equipo: cuanto más trabajo hay invertido en algo, más cuesta cambiarlo — eso ya lo vieron como curva del costo en la sesión 7, y aquí aparece en versión psicológica.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conclusión práctica hay que decirla como regla y no como curiosidad: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primer prototipo se hace a propósito feo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Excalidraw es la herramienta de la sesión justamente porque todo lo que se dibuja ahí se ve hecho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y no revele la explicación de inmediato: deje que alguien la formule.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que hay que dejar instalada: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es una pregunta hecha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para responder algo concreto —¿la gente entiende esta pantalla?, ¿alcanza el tiempo?, ¿el flujo tiene sentido?— y sin esa pregunta es una maqueta decorativa.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versión inacabada intenta ser el producto y falla en el intento; un prototipo no intenta ser el producto, así que puede ser papel, puede no tener datos reales, puede no funcionar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aun así responder la pregunta con precisión.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desechable, y eso lo libera.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hace sabiendo que se va a tirar, y por eso se puede probar una idea rara sin costo.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conviene dejarles: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punto que amarra la sesión con la 8 y con la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prueba con alguien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única razón de existir es que una persona de afuera intente usarlo delante de ustedes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que ustedes se queden callados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silencio del equipo es parte del método, no una cortesía.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fidelidad no es una escala de calidad, y hay que decirlo explícitamente porque el estudiante la va a leer como «de peor a mejor».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una escala de preguntas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nivel responde una pregunta distinta y cuesta un orden de magnitud más cambiarlo que el anterior.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—papel, Excalidraw— responde *¿el flujo tiene sentido?, ¿la gente entiende qué hacer?*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cambia en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—draw.io, diapositivas enlazadas— responde *¿se puede completar la tarea sin ayuda?, ¿faltan pasos?*, y se cambia en minutos.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—Canva, herramientas de diseño— responde *¿se ve confiable?*, cuesta horas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tiene el efecto secundario de la paradoja: la gente deja de criticarlo.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ya no es prototipo: es construcción, y responde *¿aguanta?, ¿sirve en el celular viejo?*.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curso, que hay que dejar clara para que nadie pierda el fin de semana: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prototipo del corte 2 es de baja o media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alta aparece en la Clase 14, y solo para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llega a la Clase 11 con una pantalla preciosa y sin estado de error entendió mal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Prototipar en baja fidelidad es exactamente «descubrir el error en la fase donde cuesta un borrador».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cinco pasos son el método operativo del taller y cada uno esconde una decisión de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arriba para qué existe la pantalla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parece trivial y es un filtro potente: si la frase no se puede escribir, la pantalla está haciendo dos cosas y hay que partirla.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equivalente, en diseño, del «problema en una frase» de la sesión 6.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camino principal, visible.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la persona va a hacer el 90 % de las veces va grande y primero; todo lo demás, más pequeño o más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es la pantalla democrática, donde ocho opciones tienen el mismo tamaño y el usuario no sabe por dónde empezar. **Textos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Nunca relleno.** Esta es la regla que más mejora los prototipos del curso y hay que insistir en ella: escribir «Buscar título» y no «texto aquí».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es profunda y conviene decirla: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botón que no se sabe cómo llamar es un botón que no se sabe qué hace, y con relleno ese vacío no se nota hasta que alguien lo usa.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Dibujar el estado vacío y el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casi nadie hace y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¿Qué se ve cuando no se encuentra lo que se buscó?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prototipo que solo muestra el camino feliz no sirve para probar nada, porque en la vida real el camino feliz es la minoría de los casos.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 puente con la sesión 8: la tarea (3) del plan de validación —«dígame qué haría si el libro que busca no aparece»— exige justamente esta pantalla.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Decir qué pasa al tocar cada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flecha y una palabra por botón.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botón sin destino escrito es una decisión que nadie tomó, y en la Clase 12 la va a tomar el usuario por ustedes,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herramientas hay que recorrerla rápido, con la idea que la ordena: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pregunta para elegir no es «¿cuál sé usar?» sino «¿qué quiero responder con esto?»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lógica de la matriz de la sesión 8 aplicada a herramientas.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pantallas de baja fidelidad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apariencia de dibujo a mano es una ventaja funcional, no un defecto estético.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flujos, procesos y diagramas con decisiones —los equipos con proyectos de gestión trabajan aquí—; sus conectores se quedan pegados al mover las cajas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exactamente lo que se necesita cuando el flujo cambia diez veces. **Google Slides como prototipo navegable es el truco más útil de la sesión y hay que demostrarlo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describirlo**: una diapositiva por pantalla, y en cada botón un enlace hacia la diapositiva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Dedíquele dos minutos de pantalla compartida: es lo que más van a agradecer.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Canva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reservado para la Clase 14 y para material que verá alguien externo.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papel con una foto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perfectamente válido en este curso: es lo más rápido que existe y hay que decirlo, porque hay equipos que se paralizan buscando la herramienta perfecta.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advertencias del cierre son operativas.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pulir 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califica que el flujo se entienda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los textos sean reales y que existan el estado vacío y el de error; un equipo que gasta el taller eligiendo colores llega a la Clase 12 sin nada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prototipo lleva datos, que sean inventados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ningún nombre, cédula, teléfono, dirección ni foto de una persona real, ni de ellos mismos.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regla del curso y es la Ley 1581 de 2012 de la sesión 4 aplicada al lugar donde de verdad se incumple — los datos de prueba se inventan.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Prototipo de baja fidelidad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EL FLUJO EN TRES PASOS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LAS TRES PANTALLAS DIBUJADAS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EL ESTADO VACÍO Y EL DE ERROR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LOS TEXTOS REALES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GUION DE PRUEBA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El flujo                    Los tres pasos y para qué existe cada pantal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camino principal         Qué hace el usuario el 90 % de las veces, 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Qué se ve cuando falla      Estado vacío y de error, con el mensaje leíd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Los textos                  Dos rótulos que costó decidir y por qué qued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20 s · El guion de prueba          Las tres tareas, y con qué rol van a probar.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