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Análisis de problemas tecnológicos del entorno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problema del proyecto del semestre queda escrito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se comprime a 25 min para dejar 20 min de evaluación de corte al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00:10–00:35 · 25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Problema vs. síntoma, árbol de causas, línea base y los cuatro criterios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00:35–00:52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Ficha del problema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el problema en una frase y su cifra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1 — En la plataforma del curso · cubre las sesiones 1 a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Esta sesión cierra el corte 1 (30 %).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Trae dos cosas que las demás no tienen: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ficha del problema del proyecto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es el producto del corte y gobierna el resto del semestre, y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evaluación de corte en la plataforma del curso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se aplica en los últimos 20 minutos y cubre las sesiones 1 a 6. Por eso el bloque de teoría baja de 45 a 25 minutos: hay que llegar con tiempo, no con la explicación a medias.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síntoma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solución disfrazada de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árbol de causas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problema del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línea base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una cifra que se pueda decir hoy sobre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Verificar que el problema elegido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cabe en un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los cuatro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ficha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«En el barrio falta una app.» ¿Eso es un problema? ¿O es una solución a la que todavía no le encontramos el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todos los proyectos que fracasan empezaron con una solución, no con un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sale la ficha del problema, y es la que va a gobernar el resto del semestre.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Síntoma, problema y solución disfrazada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problema bien escrito dice: a QUIÉN le pasa QUÉ, con qué CONSECUENCIA, y trae una CIFRA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los equipos escriben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«Falta una app para la biblioteca del barrio.»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gente se queja del servicio.»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hay tecnología en el negocio.»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«Queremos hacer un sistema con IA.»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«El proceso es muy manual.»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cada cosa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app es la respuesta; falta la pregunta.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Síntoma.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queja es la señal, no el problema. ¿Se queja de qué?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Juicio, no problema.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¿Qué no puede hacer alguien por eso?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disfrazada, y con herramienta ya elegida.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Peor todavía.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Casi.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«Manual» describe el cómo; falta a quién le cuesta qué.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dibuja de arriba hacia abajo y se lee de abajo hacia arriba, como está aquí. Regla: el proyecto ataca una CAUSA, no una rama — quien diseña para los efectos produce una solución cosmética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DE FONDO (las raíces profundas)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por qué de cada causa.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Aquí aparece lo que sí se puede cambiar en un semestre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DIRECTAS (las raíces)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Por qué ocurre el problema. Dos o tres, no diez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PROBLEMA (el tronco)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sola frase: a quién le pasa qué, con qué consecuencia. Es lo que se ataca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EFECTOS (las ramas)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ve y lo que duele: quejas, demoras, pérdidas. Aquí viven los síntomas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base: la cifra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cifra que describa el problema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está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antes de que ustedes toquen nada. «La secretaria dedica unas 2 horas diarias a confirmar citas por teléfono.» «De 40 libros prestados al mes, unos 12 vuelven tarde.»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es obligatoria.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línea base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puede saber si el proyecto sirvió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Un informe final que dice «mejoramos el proceso» no demuestra nada; uno que dice «pasó de 2 horas a 20 minutos» sí. En la Clase 16 se les va a pedir exactamente 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consigue sin presupuesto.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Preguntando, contando y midiendo con un cronómetro. Tres preguntas a la persona que hace el trabajo, un conteo de una semana, o el tiempo de un caso medido a mano.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hace falta una encuesta científica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hace falta un número honesto y decir cómo se obtuvo.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regla de honestidad.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Toda cifra va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obtuvo y cuándo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Si es una estimación, se escribe «estimado». Una cifra inventada es peor que ninguna, porque el resto del proyecto se apoya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no tiene cifra posible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es señal de que está mal delimitado: casi siempre es demasiado grande. Bájenlo hasta que se pueda contar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un problema cabe en un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Abordable con lo que tienen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puede avanzar con navegador, documentos y herramientas gratuitas. Si exige comprar equipos, contratar servicios o permisos institucionales que no van a llegar,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cabe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Existe al menos una cifra que se puede decir hoy y volver a medir en la sesión 16. Si nada se puede contar, no se va a poder demostrar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Con acceso a los actores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Pueden hablar con alguien que vive el problema,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esta semana y sin trámites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Un problema sobre una entidad a la que nadie del equipo puede preguntarle nada es un ejercicio de imaginación.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Con dueño del problema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una persona o un grupo concreto al que le duele y que reconocería la mejora. Si el afectado es «la sociedad», no hay a quién mostrarle el resultado.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1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ficha del problema es el producto del corte.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entrega hoy, en el documento del equipo, y a partir de la sesión 7 todo el trabajo se hace sobre ella: el ciclo de vida, el prototipo, el impacto y el informe final. Cambiarla después cuesta trabajo, así que vale la pena escribirla bien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Los últimos 20 minutos son la evaluación de corte, en la plataforma del curso.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Cubre las sesiones 1 a 6: qué es la ingeniería y qué no, historia y hitos, elementos de un sistema, principios éticos y normas, huella ambiental, y problema contra síntoma. Es individual y se responde en la misma sesión.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plataforma del curso 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: es la herramienta que usa este curso para las evaluaciones, y el enlace se comparte en el chat. Si a alguien no le abre, avise de inmediato en el chat y se resuelve en el momento — no al día siguiente.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solución disfrazada de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«En el barrio falta una app» es la frase que un profesor de primer semestre va a oír docenas de veces, y es el error más costoso del curso porque no se ve: parece un problema, tiene sujeto, tiene carencia, y sin embargo ya trae la solución adentro.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problema es «falta una app», entonces cualquier app resuelve el problema, y el proyecto se convierte en un ejercicio de construir algo sin saber para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que conviene enseñar es de una sola pregunta y sirve para toda la vida: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¿esto se podría resolver sin ninguna app?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la respuesta es sí —y casi siempre lo es—, entonces el problema es otro y hay que buscarlo.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problema verdadero es que la gente no sabe si el libro que necesita está disponible, eso se puede resolver con una app, con una lista pegada en la puerta o con un número de WhatsApp.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existan varias soluciones posibles es la señal de que el problema está bien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Recoja las respuestas del muro en los diez minutos de apertura y no las corrija: en el minuto 12, con la primera diapositiva, van a ver ellos mismos que casi todo lo que escribieron era un síntoma o una solución.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cosas que se confunden y cómo se escribe un problema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síntoma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señal visible: la queja, la demora, la pérdida.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«La gente se queja del servicio» es un síntoma perfecto y un problema inservible, porque no dice de qué se queja ni qué no puede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síntomas son útiles —son la pista que lleva al problema— pero atacar un síntoma produce soluciones cosméticas: si el síntoma es que la fila es larga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sillas mejora la fila y no toca el problema.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solución disfrazada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más peligrosa porque se ve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«Falta un sistema», «hay que digitalizar el proceso», «queremos hacerlo con IA».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eligen la herramienta antes de saber qué se va a resolver, y cierran el análisis: una vez que el equipo decidió que va a hacer una app con 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 a interpretar cualquier hallazgo como confirmación.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juicio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tercera y la más común en primer semestre: «no hay tecnología en el negocio», «el proceso es muy anticuado».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cosas que se confunden y cómo se escribe un problema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opiniones sobre un estado de cosas y no dicen a quién le cuesta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negocio sin tecnología puede estar funcionando perfectamente; la falta de tecnología no es un problema por sí misma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esta es una idea que hay que decir en voz alta en un curso de ingeniería de sistemas, porque va contra el reflejo del gremio.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fórmula del enunciado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conviene dictarla para que la copien: *a QUIÉN le pasa QUÉ, con qué CONSECUENCIA*, más una cifra.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bien escrito: «los usuarios de la biblioteca del barrio no saben si un libro está disponible antes de ir, así que hacen viajes en vano; de cada diez visitas, unas cuatro terminan sin préstamo».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sujeto (los usuarios), tiene el qué (no saben la disponibilidad), tiene la consecuencia (viajes en vano) y tiene una cifra.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menciona ninguna tecnología, que es lo que deja el espacio para diseñar.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problema: la herramienta que evita las soluciones cosméticas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árbol de problemas es una técnica vieja y muy usada en formulación de proyectos, y para primer semestre tiene una virtud enorme: es un dibujo, así que se puede hacer en quince minutos y se puede discutir señalando con el dedo.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dibuja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en el tronco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una sola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arriba,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ramas son los efectos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se ve, lo que la gente reporta, lo que duele.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abajo,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raíces son las causas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hay dos niveles: las causas directas (por qué ocurre el problema) y las causas de fondo (por qué ocurre cada causa).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dibuja de arriba hacia abajo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lee de abajo hacia arriba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así se ve la cadena completa: esta causa de fondo produce esta causa, que produce el problema, que produce estos efectos.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que hay que repetir hasta el cansancio: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proyecto ataca una causa, no una rama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equipo diseña para los efectos, produce algo que alivia la molestia y deja el problema intacto.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problema: la herramienta que evita las soluciones cosméticas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segunda regla, práctica: dos o tres causas directas, no diez.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árbol con diez raíces no es un análisis, es una lista de todo lo que se les ocurrió, y con eso no se puede decidir.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momento de aprendizaje real ocurre en el segundo nivel de raíces, y conviene provocarlo en las salas: cuando el equipo baja de «no hay un registro actualizado» a «el registro se actualiza a mano al final del día y nadie tiene tiempo»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Ahí aparece por primera vez algo que un estudiante de primer semestre puede efectivamente cambiar en un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ese nivel, todo se ve demasiado grande.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detalle metodológico que ahorra discusiones: si una causa no se puede afectar con nada que el equipo pueda hacer —el presupuesto del municipio, la cultura ciudadana, la ley—, se dibuja igual, pero se marca.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llama restricción y no es una derrota: es información.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que sabe qué no puede cambiar es más serio que uno que promete cambiarlo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 y los cuatro criterios de viabilidad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línea base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exigencia que más resistencia genera y la que más valor 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cifra sobre el problema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está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antes de que el equipo toque nada, y su función es simple: sin ella no hay forma de saber si el proyecto sirvió.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16 el informe final va a pedir comparar, y un equipo sin línea base solo puede escribir «mejoramos el proceso», que es una afirmación vacía.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quitarles de encima la idea de que medir requiere presupuesto o estadística.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línea base de un proyecto de este curso se consigue de tres maneras: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la persona que hace el trabajo,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durante una semana,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midiendo con un cronómetro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«La secretaria dedica unas dos horas diarias a confirmar citas por teléfono, según lo que ella misma estima» es una línea base perfectamente aceptable, siempre que se diga que es una estimación y de quién viene.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 y los cuatro criterios de viabilidad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honestidad es la de la sesión 5, aplicada de nuevo: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cifra con método y fecha, o no 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diagnóstico gratis escondido en esta exigencia: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no admite ninguna cifra, está mal delimitado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casi siempre es porque es demasiado grande.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«La deserción estudiantil» no se puede medir con lo que tiene un equipo de primer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«cuántos de los 30 compañeros de mi grupo no saben en qué semestre pierden el beneficio de la beca» sí.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Bajar el problema hasta que se pueda contar algo es la manera más rápida de volverlo abordable.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cuatro criterios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un filtro y hay que aplicarlos en voz alta a cada problema propuesto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 por uno. *Abordable* con navegador y herramientas gratuitas: nada que exija comprar equipos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Contratar servicios de pago o conseguir permisos institucionales que no van a llegar en un semestre. *Medible*: existe la cifra. *Con acceso a los actores*: pueden hablar esta semana con alguien que vive 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 y los cuatro criterios de viabilidad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trámites; este criterio es el que descarta más propuestas y hay que ser firme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un proyecto sobre una entidad a la que nadie puede preguntarle nada termina siendo un ejercicio de imaginación con aspecto de proyecto. *Con dueño del problema*: hay una persona o un grupo concreto al que le duele y que reconocería la mejora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afectado es «la sociedad», no hay a quién mostrarle el resultado en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advertencia sobre el ánimo del grupo: aplicar estos criterios va a matar algunas ideas ambiciosas y eso frustra.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pequeño y verificable saca mejor nota que uno grandioso e imposible, y hay que decirlo hoy, antes de que se enamoren de la idea.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cerrar el corte: la ficha y la evaluación en la plataforma del curso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del tiempo de hoy es distinto al de las otras sesiones y hay que respetarlo: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teoría 25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45.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corte se cierra con dos entregas y las dos ocurren en clase, así que quedarse largo en la explicación significa aplicar la evaluación con la gente apurada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peor manera de evaluar.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ficha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producto del corte 1 y conviene decirle al grupo exactamente qué peso tiene en el semestre: a partir de la sesión 7 todo se hace sobre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ciclo de vida de la sesión 7 se aplica a ese problema; el prototipo de las sesiones 10 y 11 resuelve ese problema; la evaluación de impacto de la Clase 13 evalúa esa solución; el informe final de la Clase 16 compara contra esa línea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hoy escriba una ficha vaga va a arrastrar el problema diez sesiones.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evaluación de corte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los últimos veinte minutos, en la plataforma del curso, individual, y cubre las sesiones 1 a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cerrar el corte: la ficha y la evaluación en la plataforma del curso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cosas operativas: el enlace va en el chat de la reunión, hay que decir explícitamente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plataforma del curso no es una plataforma oficial de la universidad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sino la herramienta que usa este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pedir que cualquier problema para abrirlo se avise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el chat, en el momento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al día siguiente por correo.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curso virtual el problema técnico no reportado se vuelve un reclamo de nota dos semanas después.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última recomendación de manejo del grupo: no anuncie la evaluación al final de las exposiciones, anúnciela en el minuto uno, cuando presente la agenda.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gente organiza su atención distinto cuando sabe que hay una evaluación al cierre, y además evita que alguien se desconecte después de exponer.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del problema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problema · ficha del problema + árbol de causas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frase con la fórmula: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pasa qué, con qué consecuencia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Sin mencionar ninguna tecnología ni ninguna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LÍNEA BASE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cifra que describa el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antes de que ustedes toquen nada, 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cómo la obtuvieron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cuándo. Si es estimación, escriban «estimado».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ÁRBOL DE CAUSAS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Excalidraw: el problema en el tronco, los efectos arriba, dos o tres causas directas abajo y el segundo nivel de cada una. Marquen con un símbolo las causas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cambiar (restricciones).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ACTORES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vive el problema (el dueño del problema), quién más se afecta sin ser usuario,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 que ustedes van a abordar. Digan además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pueden preguntar algo esta semana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CRITERIO DE ÉXITO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frase de la forma: «el proyecto sirvió si &lt;la cifra de la línea base&gt; pasa de X a Y, medido así». Y la causa del árbol que van a atacar.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problema en una frase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Léanla tal cual está escrita. Sin tecnología dentro.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cifra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línea base y cómo la obtuvieron. Es el minuto obligatorio.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árbol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Muestren el dibujo y señalen la causa que van a atacar.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Actores y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vive el problema, y a quién le van a preguntar esta semana.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criterio de éxito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X a Y, medido así.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Identificación de problemáticas locales — cerrar la ficha con la cifra medida de verdad, no estimada, si esta semana alcanzan a contar o preguntar.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Propuesta inicial de solución: media página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alternativas para atacar la causa elegida, sin decidir todavía cuál. Sin nombrar herramientas.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7 · 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aplicado a la ficha de hoy: qué se hace antes de construir y por qué el orden importa.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Arranca el corte 2. La ficha del problema queda como referencia fija: llévenla al documento del equipo con el título «Ficha del problema — versión final del corte 1», porque se va a citar en todas las sesiones que siguen.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Cerró el corte 1 · nos vemos en la sesión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Análisis de problemas tecnológicos del entorno · Clase 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problema quedó escrito. Todo lo que sigue se hace sobre esa ficha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