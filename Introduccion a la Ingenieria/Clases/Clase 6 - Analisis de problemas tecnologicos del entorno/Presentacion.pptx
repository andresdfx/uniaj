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Análisis de problemas tecnológicos del entorno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problema del proyecto del semestre queda escrito hoy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el reparto cambia: la teoría se comprime a 25 min para dejar 20 min de evaluación de corte al final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50670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3021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6749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00:10–00:35 · 25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2469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Problema vs. síntoma, árbol de causas, línea base y los cuatro criterios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976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16298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00:35–00:52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2018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Ficha del problema del proyecto, en salas de grupo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89318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5847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00:52–01:07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1567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Exposiciones — 5 equipos × 3 min — el problema en una frase y su cifra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68867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7539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01:07–01:27 · 20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1116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Evaluación de corte 1 — En la plataforma del curso · cubre las sesiones 1 a 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48416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5494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00666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Qué queda amarrado para el corte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666666"/>
                </a:solidFill>
                <a:latin typeface="Calibri"/>
              </a:rPr>
              <a:t>Esta sesión cierra el corte 1 (30 %).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Trae dos cosas que las demás no tienen: la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ficha del problema del proyecto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que es el producto del corte y gobierna el resto del semestre, y la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evaluación de corte en la plataforma del curso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que se aplica en los últimos 20 minutos y cubre las sesiones 1 a 6. Por eso el bloque de teoría baja de 45 a 25 minutos: hay que llegar con tiempo, no con la explicación a medias.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síntoma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solución disfrazada de 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Construir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árbol de causas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problema del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Escribir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línea base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una cifra que se pueda decir hoy sobre el problema.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Verificar que el problema elegido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cabe en un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los cuatro criterios.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Entregar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ficha del 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proyecto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«En el barrio falta una app.» ¿Eso es un problema? ¿O es una solución a la que todavía no le encontramos el problema?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Casi todos los proyectos que fracasan empezaron con una solución, no con un problema.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sale la ficha del problema, y es la que va a gobernar el resto del semestre.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Síntoma, problema y solución disfrazada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problema bien escrito dice: a QUIÉN le pasa QUÉ, con qué CONSECUENCIA, y trae una CIFRA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los equipos escriben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«Falta una app para la biblioteca del barrio.»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gente se queja del servicio.»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«No hay tecnología en el negocio.»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«Queremos hacer un sistema con IA.»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«El proceso es muy manual.»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es cada cosa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Solución disfrazada.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La app es la respuesta; falta la pregunta.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Síntoma.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La queja es la señal, no el problema. ¿Se queja de qué?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Juicio, no problema.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¿Qué no puede hacer alguien por eso?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Solución disfrazada, y con herramienta ya elegida.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Peor todavía.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Casi.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«Manual» describe el cómo; falta a quién le cuesta qué.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árbol del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Se dibuja de arriba hacia abajo y se lee de abajo hacia arriba, como está aquí. Regla: el proyecto ataca una CAUSA, no una rama — quien diseña para los efectos produce una solución cosmética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CAUSAS DE FONDO (las raíces profundas)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por qué de cada causa.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Aquí aparece lo que sí se puede cambiar en un semestre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CAUSAS DIRECTAS (las raíces)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Por qué ocurre el problema. Dos o tres, no diez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PROBLEMA (el tronco)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sola frase: a quién le pasa qué, con qué consecuencia. Es lo que se ataca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EFECTOS (las ramas)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se ve y lo que duele: quejas, demoras, pérdidas. Aquí viven los síntomas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línea base: la cifra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cifra que describa el problema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como está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antes de que ustedes toquen nada. «La secretaria dedica unas 2 horas diarias a confirmar citas por teléfono.» «De 40 libros prestados al mes, unos 12 vuelven tarde.»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es obligatoria.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Sin línea base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se puede saber si el proyecto sirvió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Un informe final que dice «mejoramos el proceso» no demuestra nada; uno que dice «pasó de 2 horas a 20 minutos» sí. En la sesión 16 se les va a pedir exactamente eso.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consigue sin presupuesto.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Preguntando, contando y midiendo con un cronómetro. Tres preguntas a la persona que hace el trabajo, un conteo de una semana, o el tiempo de un caso medido a mano.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hace falta una encuesta científica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hace falta un número honesto y decir cómo se obtuvo.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regla de honestidad.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Toda cifra va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obtuvo y cuándo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Si es una estimación, se escribe «estimado». Una cifra inventada es peor que ninguna, porque el resto del proyecto se apoya en ella.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el problema no tiene cifra posible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es señal de que está mal delimitado: casi siempre es demasiado grande. Bájenlo hasta que se pueda contar algo.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Cuándo un problema cabe en un semestre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Abordable con lo que tienen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puede avanzar con navegador, documentos y herramientas gratuitas. Si exige comprar equipos, contratar servicios o permisos institucionales que no van a llegar,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no cabe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Medible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Existe al menos una cifra que se puede decir hoy y volver a medir en la sesión 16. Si nada se puede contar, no se va a poder demostrar 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Con acceso a los actores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Pueden hablar con alguien que vive el problema,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esta semana y sin trámites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Un problema sobre una entidad a la que nadie del equipo puede preguntarle nada es un ejercicio de imaginación.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Con dueño del problema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Hay una persona o un grupo concreto al que le duele y que reconocería la mejora. Si el afectado es «la sociedad», no hay a quién mostrarle el resultado.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cierra el corte 1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ficha del problema es el producto del corte.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entrega hoy, en el documento del equipo, y a partir de la sesión 7 todo el trabajo se hace sobre ella: el ciclo de vida, el prototipo, el impacto y el informe final. Cambiarla después cuesta trabajo, así que vale la pena escribirla bien hoy.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Los últimos 20 minutos son la evaluación de corte, en la plataforma del curso.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Cubre las sesiones 1 a 6: qué es la ingeniería y qué no, historia y hitos, elementos de un sistema, principios éticos y normas, huella ambiental, y problema contra síntoma. Es individual y se responde en la misma sesión.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plataforma del curso no es una plataforma oficial de la universidad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: es la herramienta que usa este curso para las evaluaciones, y el enlace se comparte en el chat. Si a alguien no le abre, avise de inmediato en el chat y se resuelve en el momento — no al día siguiente.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Ficha del problema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cada equipo, su propio problema · ficha del problema + árbol de causas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PROBLEMA EN UNA FRASE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sola frase con la fórmula: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 quién le pasa qué, con qué consecuencia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Sin mencionar ninguna tecnología ni ninguna solución.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LÍNEA BASE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cifra que describa el problema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hoy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antes de que ustedes toquen nada, más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cómo la obtuvieron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cuándo. Si es estimación, escriban «estimado».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ÁRBOL DE CAUSAS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En Excalidraw: el problema en el tronco, los efectos arriba, dos o tres causas directas abajo y el segundo nivel de cada una. Marquen con un símbolo las causas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pueden cambiar (restricciones).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ACTORES Y FRONTERA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Quién vive el problema (el dueño del problema), quién más se afecta sin ser usuario, y qué queda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lo que ustedes van a abordar. Digan además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 quién le pueden preguntar algo esta semana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CRITERIO DE ÉXITO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frase de la forma: «el proyecto sirvió si &lt;la cifra de la línea base&gt; pasa de X a Y, medido así». Y la causa del árbol que van a atacar.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El problema en una frase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Léanla tal cual está escrita. Sin tecnología dentro.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cifra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línea base y cómo la obtuvieron. Es el minuto obligatorio.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árbol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Muestren el dibujo y señalen la causa que van a atacar.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Actores y frontera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Quién vive el problema, y a quién le van a preguntar esta semana.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20 s · El criterio de éxito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X a Y, medido así.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Identificación de problemáticas locales — cerrar la ficha con la cifra medida de verdad, no estimada, si esta semana alcanzan a contar o preguntar.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Propuesta inicial de solución: media página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alternativas para atacar la causa elegida, sin decidir todavía cuál. Sin nombrar herramientas.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7 · Ciclo de vida de los proyectos de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ciclo de vida de los proyectos de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aplicado a la ficha de hoy: qué se hace antes de construir y por qué el orden importa.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Arranca el corte 2. La ficha del problema queda como referencia fija: llévenla al documento del equipo con el título «Ficha del problema — versión final del corte 1», porque se va a citar en todas las sesiones que siguen.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Cerró el corte 1 · nos vemos en la sesión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Análisis de problemas tecnológicos del entorno · Clase 6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El problema quedó escrito. Todo lo que sigue se hace sobre esa ficha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