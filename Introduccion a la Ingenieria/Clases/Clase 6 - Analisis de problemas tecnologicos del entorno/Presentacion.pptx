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la plataforma del curso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evaluación de corte en la plataforma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Clase 16 se les va a pedir exactamente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la plataforma del curso.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solución disfrazada de problema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«En el barrio falta una app» es la frase que un profesor de primer semestre va a oír docenas de veces, y es el error más costoso del curso porque no se ve: parece un problema, tiene sujeto, tiene carencia, y sin embargo ya trae la solución adentro.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problema es «falta una app», entonces cualquier app resuelve el problema, y el proyecto se convierte en un ejercicio de construir algo sin saber para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que conviene enseñar es de una sola pregunta y sirve para toda la vida: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¿esto se podría resolver sin ninguna app?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respuesta es sí —y casi siempre lo es—, entonces el problema es otro y hay que buscarlo.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solución disfrazada de problema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problema verdadero es que la gente no sabe si el libro que necesita está disponible, eso se puede resolver con una app, con una lista pegada en la puerta o con un número de WhatsApp.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existan varias soluciones posibles es la señal de que el problema está bien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del muro en los diez minutos de apertura y no las corrija: en el minuto 12, con la primera diapositiva, van a ver ellos mismos que casi todo lo que escribieron era un síntoma o una solución.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señal visible: la queja, la demora, la pérdida.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gente se queja del servicio» es un síntoma perfecto y un problema inservible, porque no dice de qué se queja ni qué no puede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síntomas son útiles —son la pista que lleva al problema— pero atacar un síntoma produce soluciones cosméticas: si el síntoma es que la fila es larga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sillas mejora la fila y no toca el problema.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solución disfrazada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más peligrosa porque se ve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«Falta un sistema», «hay que digitalizar el proceso», «queremos hacerlo con 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eligen la herramienta antes de saber qué se va a resolver, y cierran el análisis: una vez que el equipo decidió que va a hacer una app con 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 a interpretar cualquier hallazgo como confirmación.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juicio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tercera y la más común en primer semestre: «no hay tecnología en el negocio», «el proceso es muy anticuado».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opiniones sobre un estado de cosas y no dicen a quién le cuesta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negocio sin tecnología puede estar funcionando perfectamente; la falta de tecnología no es un problema por sí misma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esta es una idea que hay que decir en voz alta en un curso de ingeniería de sistemas, porque va contra el reflejo del gremio.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fórmula del enunciado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conviene dictarla para que la copien: *a QUIÉN le pasa QUÉ, con qué CONSECUENCIA*, más una cifra.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cosas que se confunden y cómo se escribe un problema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bien escrito: «los usuarios de la biblioteca del barrio no saben si un libro está disponible antes de ir, así que hacen viajes en vano; de cada diez visitas, unas cuatro terminan sin préstamo».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menciona ninguna tecnología, que es lo que deja el espacio para diseñar.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árbol de problemas es una técnica vieja y muy usada en formulación de proyectos, y para primer semestre tiene una virtud enorme: es un dibujo, así que se puede hacer en quince minutos y se puede discutir señalando con el dedo.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arriba,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ramas son los efectos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se ve, lo que la gente reporta, lo que duele.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abajo,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raíces son las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hay dos niveles: las causas directas (por qué ocurre el problema) y las causas de fondo (por qué ocurre cada causa).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dibuja de arriba hacia abajo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lee de abajo hacia arriba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así se ve la cadena completa: esta causa de fondo produce esta causa, que produce el problema, que produce estos efectos.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que hay que repetir hasta el cansancio: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proyecto ataca una causa, no una rama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segunda regla, práctica: dos o tres causas directas, no diez.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árbol con diez raíces no es un análisis, es una lista de todo lo que se les ocurrió, y con eso no se puede decidir.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momento de aprendizaje real ocurre en el segundo nivel de raíces, y conviene provocarlo en las salas: cuando el equipo baja de «no hay un registro actualizado» a «el registro se actualiza a mano al final del día y nadie tiene tiempo»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aparece por primera vez algo que un estudiante de primer semestre puede efectivamente cambiar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problema: la herramienta que evita las soluciones cosméticas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metodológico que ahorra discusiones: si una causa no se puede afectar con nada que el equipo pueda hacer —el presupuesto del municipio, la cultura ciudadana, la ley—, se dibuja igual, pero se marca.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llama restricción y no es una derrota: es información.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que sabe qué no puede cambiar es más serio que uno que promete cambiarlo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exigencia que más resistencia genera y la que más valor 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cifra sobre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el equipo toque nada, y su función es simple: sin ella no hay forma de saber si el proyecto sirvió.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16 el informe final va a pedir comparar, y un equipo sin línea base solo puede escribir «mejoramos el proceso», que es una afirmación vacía.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quitarles de encima la idea de que medir requiere presupuesto o estadística.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línea base de un proyecto de este curso se consigue de tres maneras: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persona que hace el trabajo,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durante una semana,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midiendo con un cronómetro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secretaria dedica unas dos horas diarias a confirmar citas por teléfono, según lo que ella misma estima» es una línea base perfectamente aceptable, siempre que se diga que es una estimación y de quién viene.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honestidad es la de la sesión 5, aplicada de nuevo: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cifra con método y fecha, o no 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diagnóstico gratis escondido en esta exigencia: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admite ninguna cifra, está mal delimitado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casi siempre es porque es demasiado grande.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deserción estudiantil» no se puede medir con lo que tiene un equipo de primer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«cuántos de los 30 compañeros de mi grupo no saben en qué semestre pierden el beneficio de la beca»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Bajar el problema hasta que se pueda contar algo es la manera más rápida de volverlo abordable.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un filtro y hay que aplicarlos en voz alta a cada problema propuesto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por uno. *Abordable* con navegador y herramientas gratuitas: nada que exija comprar equipos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Contratar servicios de pago o conseguir permisos institucionales que no van a llegar en un semestre. *Medible*: existe la cifra. *Con acceso a los actores*: pueden hablar esta semana con alguien que vive el problema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trámites; este criterio es el que descarta más propuestas y hay que ser 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 proyecto sobre una entidad a la que nadie puede preguntarle nada termina siendo un ejercicio de imaginación con aspecto de proyecto. *Con dueño del problema*: hay una persona o un grupo concreto al que le duele y que reconocería la mejora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 y los cuatro criterios de viabilidad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afectado es «la sociedad», no hay a quién mostrarle el resultado en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advertencia sobre el ánimo del grupo: aplicar estos criterios va a matar algunas ideas ambiciosas y eso frustra.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pequeño y verificable saca mejor nota que uno grandioso e imposible, y hay que decirlo hoy, antes de que se enamoren de la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cerrar el corte: la ficha y la evaluación en la plataforma del curso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del tiempo de hoy es distinto al de las otras sesiones y hay que respetarlo: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25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45.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corte se cierra con dos entregas y las dos ocurren en clase, así que quedarse largo en la explicación significa aplicar la evaluación con la gente apurada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peor manera de evaluar.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producto del corte 1 y conviene decirle al grupo exactamente qué peso tiene en el semestre: a partir de la sesión 7 todo se hace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de la sesión 7 se aplica a ese problema; el prototipo de las sesiones 10 y 11 resuelve ese problema; la evaluación de impacto de la Clase 13 evalúa esa solución; el informe final de la Clase 16 compara contra esa línea 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cerrar el corte: la ficha y la evaluación en la plataforma del curso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hoy escriba una ficha vaga va a arrastrar el problema diez sesiones.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evaluación de corte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los últimos veinte minutos, en la plataforma del curso, individual, y cubre las sesiones 1 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cosas operativas: el enlace va en el chat de la reunión, hay que decir explícitamente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plataforma del curso no es una plataforma oficial de la universidad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sino la herramienta que usa este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pedir que cualquier problema para abrirlo se avise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el chat, en el momento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al día siguiente por correo.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última recomendación de manejo del grupo: no anuncie la evaluación al final de las exposiciones, anúnciela en el minuto uno, cuando presente la agenda.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7 · 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