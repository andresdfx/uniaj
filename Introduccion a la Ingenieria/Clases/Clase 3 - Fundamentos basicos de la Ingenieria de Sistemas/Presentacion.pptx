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Fundamentos básicos de la Ingeniería de Sistemas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Qué es un sistema, y por qué el software es solo una parte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sistema, frontera, actores y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anatomía de un sistema, con IA y corrección a mano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sistema y lo que la IA se inventó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sistema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cinco elementos: entradas, proceso, salidas, retroalimentación y frontera.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sistema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software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lo soporta, y decir por qué confundirlos hace fracasar proyectos.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sistema, incluidos los que no lo usan pero sí lo sufren.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un asistente de IA para descomponer un sistema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corregir a mano lo que inventó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¿Qué tienen en común un semáforo, la matrícula de la UNIAJC y la fila de una EPS?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Los tres son sistemas, y en los tres el software es la parte más pequeña del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aprendemos a ver el sistema completo, que es lo que distingue a un ingeniero de sistemas de alguien que solo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elementos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sistema es un conjunto de partes que interactúan para un propósito. Confundir el software con el sistema es la causa más común de proyectos que funcionan y no sirven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ENTRADAS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llega: datos, dinero, personas, materiales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PROCESO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hace con eso. Aquí vive el software, si hay.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Casi nunca es todo el sistema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SALIDAS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produce: decisiones, documentos, servicio prestado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RETROALIMENTACIÓN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salida vuelve como entrada y corrige el proceso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dentro y qué queda fuera. La decisión más difícil, y la toma el ingeniero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Mirar el software o mirar 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Mirada de programador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que hacer una app para las citas».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es quien abre la pantalla.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Termina cuando el código funciona.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éxito es que no haya errores.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que no está en la pantalla no existe.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Mirada de ingeniero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40 personas en fila a las 5 a. m. porque las citas se asignan por orden de llegada».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actores son el paciente, la secretaria, el médico y quien paga.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Termina cuando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fila se acortó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o se sabe por qué 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éxito es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problema del entorno se redujo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se puede medir.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que pasa antes y después de la pantalla es parte del sistema.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que se usan todo el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Frontera del sistema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Qué se decide incluir y qué se deja fuera. Si la fila de la EPS empieza en la casa del paciente, el transporte es parte del sistema.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Toda frontera es una decisión, y hay que poder defenderla.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Actor (o interesado)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Cualquiera afectado por el sistema,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use o 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pantalla. La secretaria que digita, el médico que recibe, el vecino que ya no consigue cita. Olvidar actores es la falla más costosa.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vs. deseo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Requisito: sin eso el sistema no sirve para su propósito. Deseo: mejoraría, y se puede posponer.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el mundo presenta sus deseos como requisitos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separarlos es trabajo del ingeniero.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Retroalimentación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la salida vuelve a entrar y corrige el proceso. Sin ella un sistema no aprende: repite el mismo error para siempre y nadie se enteró.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descompone un sistema en cinco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método del taller de hoy y el que se aplica al proyecto en la sesión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Nombre el propósito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Para qué existe, en una frase. Si no puede, no ha entendido el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Dibuje la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dentro y qué fuera, y por qué. Escriba la razón.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Liste los actores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Todos, incluidos los que no usan nada y sí sufren el resultado.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Siga una entrada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Tome un caso real y sígalo de la entrada a la salida. Ahí aparecen los huecos.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Busque la retroalimentación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¿Cómo se enteran de que salió mal? Si no hay respuesta, ese es el hallazgo.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asistente de IA: qué hace bien y en qué miente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Hace bien: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darle estructura rápida a algo que usted ya entiende. Si le describe el sistema, arma entradas, proceso y salidas en segundos, y suele sugerir actores que a usted se le pasaron.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Miente con confianza en lo local y en lo cuantitativo.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Va a inventar cifras («el tiempo promedio de espera es de 45 minutos»), nombres de dependencias y normas colombianas que no existen. Lo escribe con el mismo tono que lo verdadero: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hay señal de que está inventando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Por eso el entregable de hoy incluye el prompt y la corrección.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lo que ustedes detectaron que estaba mal. Un texto de IA pegado sin correcciones no puntúa, y no por castigo: es que no muestra ningún trabajo de ingeniería.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Anatomía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 trabaja su propio problema de la sesión 1 · ficha del sistema + prompt + correcciones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PROPÓSITO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qué existe el sistema, en una frase.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dentro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qué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él, con la razón de cada exclusión importante.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ENTRADAS, PROCESO Y SALIDAS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entra, qué se hace con eso y qué sale. Señalen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está el software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 hay.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ACTORES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afectados, con su rol y qué le importa a cada uno. Incluyan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uno que no use el sistema pero sí sufra el resultado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RETROALIMENTACIÓN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¿Cómo se entera este sistema de que algo salió mal? Si no se entera, escríbanlo: es un hallazgo, no un error suyo.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IA: PROMPT Y CORRECCIONES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prompt exacto que usaron, y una lista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tres cosas que la IA escribió mal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cómo las corrigieron.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sistema y su propósito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sistema es y para qué existe, en una frase.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La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dejaron fuera y por qué. Es la decisión que se discute.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El actor olvidado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afectado que no usa el sistema. Quién es y qué pierde.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Qué se inventó la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correcciones. Es el minuto obligatorio de la exposición.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Análisis de caso práctico — dejen la ficha del sistema completa en la carpeta del equipo, con el prompt y las correcciones.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Ensayo sobre impacto social: media página sobre a quién le empeora la vida el sistema que analizaron, aunque funcione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4 · Principios éticos en la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los principios éticos de la profesión, con casos reales donde el software funcionó y aun así el ingeniero hizo algo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identificado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no-usuario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su sistema. La sesión 4 arranca con esa persona y el ensayo de media página es sobre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Fundamentos básicos de la Ingeniería de Sistemas · Clase 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sistema no es el software: el software es una parte del proceso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