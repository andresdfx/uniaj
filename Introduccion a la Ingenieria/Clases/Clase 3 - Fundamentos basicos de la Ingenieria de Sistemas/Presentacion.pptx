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Fundamentos básicos de la Ingeniería de Sistemas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Qué es un sistema, y por qué el software es solo una parte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misma estructura de las 16 sesiones. El reloj de pared de su grupo está en el calendario del curso.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Pregunta de entrada en el muro mientras se conectan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00:10–00:55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— sistema, frontera, actores y retroalimentación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00:55–01:12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— anatomía de un sistema, con IA y corrección a mano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01:12–01:27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5 equipos × 3 min — el sistema y lo que la IA se inventó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Una idea, la tarea y los enlaces en el 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Definir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sistema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sus cinco elementos: entradas, proceso, salidas, retroalimentación y frontera.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Distinguir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sistema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software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lo soporta, y decir por qué confundirlos hace fracasar proyectos.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Identificar los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actores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un sistema, incluidos los que no lo usan pero sí lo sufren.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Usar un asistente de IA para descomponer un sistema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corregir a mano lo que inventó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¿Qué tienen en común un semáforo, la matrícula de la UNIAJC y la fila de una EPS?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Los tres son sistemas, y en los tres el software es la parte más pequeña del problema.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Hoy aprendemos a ver el sistema completo, que es lo que distingue a un ingeniero de sistemas de alguien que solo programa.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cinco elementos de un sistema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Un sistema es un conjunto de partes que interactúan para un propósito. Confundir el software con el sistema es la causa más común de proyectos que funcionan y no sirven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ENTRADAS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 que llega: datos, dinero, personas, materiales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PROCESO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 que se hace con eso. Aquí vive el software, si hay.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Casi nunca es todo el sistema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SALIDAS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 que produce: decisiones, documentos, servicio prestado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RETROALIMENTACIÓN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 salida vuelve como entrada y corrige el proceso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FRONTERA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queda dentro y qué queda fuera. La decisión más difícil, y la toma el ingeniero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Mirar el software o mirar el sistema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Mirada de programador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«Hay que hacer una app para las citas».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usuario es quien abre la pantalla.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Termina cuando el código funciona.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éxito es que no haya errores.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 que no está en la pantalla no existe.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Mirada de ingeniero de sistemas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«Hay 40 personas en fila a las 5 a. m. porque las citas se asignan por orden de llegada».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Los actores son el paciente, la secretaria, el médico y quien paga.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Termina cuando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la fila se acortó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o se sabe por qué no.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éxito es 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el problema del entorno se redujo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y se puede medir.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 que pasa antes y después de la pantalla es parte del sistema.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Cuatro conceptos que se usan todo el semestre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Frontera del sistema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Qué se decide incluir y qué se deja fuera. Si la fila de la EPS empieza en la casa del paciente, el transporte es parte del sistema.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Toda frontera es una decisión, y hay que poder defenderla.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Actor (o interesado)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Cualquiera afectado por el sistema,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use o no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la pantalla. La secretaria que digita, el médico que recibe, el vecino que ya no consigue cita. Olvidar actores es la falla más costosa.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Requisito vs. deseo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Requisito: sin eso el sistema no sirve para su propósito. Deseo: mejoraría, y se puede posponer.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Todo el mundo presenta sus deseos como requisitos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; separarlos es trabajo del ingeniero.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Retroalimentación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Cuando la salida vuelve a entrar y corrige el proceso. Sin ella un sistema no aprende: repite el mismo error para siempre y nadie se enteró.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descompone un sistema en cinco pasos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Es el método del taller de hoy y el que se aplica al proyecto en la sesión 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Nombre el propósito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Para qué existe, en una frase. Si no puede, no ha entendido el sistema.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Dibuje la frontera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queda dentro y qué fuera, y por qué. Escriba la razón.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Liste los actores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Todos, incluidos los que no usan nada y sí sufren el resultado.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Siga una entrada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Tome un caso real y sígalo de la entrada a la salida. Ahí aparecen los huecos.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Busque la retroalimentación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¿Cómo se enteran de que salió mal? Si no hay respuesta, ese es el hallazgo.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asistente de IA: qué hace bien y en qué miente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Hace bien: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darle estructura rápida a algo que usted ya entiende. Si le describe el sistema, arma entradas, proceso y salidas en segundos, y suele sugerir actores que a usted se le pasaron.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Miente con confianza en lo local y en lo cuantitativo.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Va a inventar cifras («el tiempo promedio de espera es de 45 minutos»), nombres de dependencias y normas colombianas que no existen. Lo escribe con el mismo tono que lo verdadero: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no hay señal de que está inventando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Por eso el entregable de hoy incluye el prompt y la corrección.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Se califica lo que ustedes detectaron que estaba mal. Un texto de IA pegado sin correcciones no puntúa, y no por castigo: es que no muestra ningún trabajo de ingeniería.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 y por qué esos tres ejemplos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de apertura junta un semáforo, la matrícula de la universidad y la fila de una EPS a propósito: son tres cosas que el estudiante no clasificaría junto y que comparten exactamente lo que la clase quiere mostrar.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los tres hay entradas, un proceso, salidas y personas afectadas; en los tres el software existe pero es la parte pequeña; y en los tres el problema real está en la coordinación entre partes, no en el código.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semáforo sirve para desactivar la idea de que un sistema es un programa: un semáforo mal sincronizado produce trancón aunque su temporizador funcione perfecto.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matrícula sirve porque la viven: el sistema de matrícula incluye la plataforma, pero también el pago en el banco, la cola de la ventanilla y la persona que revisa un documento.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fila de la EPS sirve porque es el caso donde es más visible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 sistema puede funcionar según su diseño y ser injusto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si las citas se asignan por orden de llegada física, el sistema está premiando a quien puede madrugar.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un sistema y por qué la frontera es la decisión difícil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definición operativa que sirve para todo el curso es corta: un sistema es un conjunto de partes que interactúan para cumplir un propósito, de modo que si se le quita una parte deja de cumplirlo.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importante de esa definición no son las palabras sino la consecuencia: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propósito es lo primero que hay que poder decir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 equipo no puede decir para qué existe el sistema en una frase, todavía no lo entendió, y ningún diagrama lo va a salvar.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cinco elementos se explican con un ejemplo concreto y de una sola pasada.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sistema de citas de un consultorio: las entradas son las solicitudes de cita, la disponibilidad del médico y los datos del paciente; el proceso es asignar, confirmar y recordar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salidas son la cita asignada, el paciente atendido y el registro de lo que pasó; la retroalimentación es que un paciente que no llegó libera un cupo y eso debería cambiar la asignación.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un sistema y por qué la frontera es la decisión difícil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frontera es lo que hay que discutir: ¿el transporte del paciente es parte del sistema?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30 % de las citas se pierden porque la gente no logra llegar, dejar el transporte fuera de la frontera hace que el sistema funcione en el papel y falle en la vida.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punto —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toda frontera es una decisión y hay que poder defenderla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— es el que hay que dejar clavado.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estudiante de primer semestre tiende a creer que la frontera viene dada por el problema.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viene dada: la pone el ingeniero, y de ella depende qué se puede mejorar.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frontera muy estrecha produce sistemas que no sirven; una muy ancha produce proyectos que no se acaban.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sesión 6, cuando cada equipo escriba el problema de su proyecto, la frontera va a ser el campo que más discusión genere, y hoy es donde se aprende a ponerla.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sistema no es el software: la confusión que hace fracasar proyectos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diapositiva del antes y después es el centro pedagógico de la sesión y conviene dictarla despacio, línea por línea, dejando que el grupo reconozca su propia forma de pensar en la columna izquierda.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Casi todos llegan a primer semestre con la mirada de programador, y no por ignorancia: es la que el entorno premia.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columna derecha es la que la carrera enseña.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ejemplo de las citas médicas conviene desarrollarlo hasta el final porque muestra el fracaso completo.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equipo con mirada de programador construye una app de citas impecable: sin errores, rápida, bonita.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fila de las cinco de la mañana no se mueve, porque las personas que hacen esa fila no tienen datos en el celular, o no confían en la app, o la secretaria sigue apuntando en el cuaderno porque el sistema nuevo le duplica el trabajo.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sistema no es el software: la confusión que hace fracasar proyectos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software funciona y el problema sigue.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 la lógica de este curso, ese proyecto fracasó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no por un error técnico.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ahí sale el criterio de éxito que se usa en todo el semestre y que hay que enunciar hoy con esas palabras: un proyecto de este curso se juzga por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 el problema del entorno se redujo y se puede medir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no por si el prototipo funciona.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razón por la que el bloque «problema del entorno» pesó el 30 % en la sesión 1 y por la que la sesión 6 exige una línea base con una cifra.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Actores, requisitos y retroalimentación: los tres que se olvidan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concepto de actor hay que estirarlo más allá del usuario, porque ahí está la falla que más cuesta.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sistema de citas los actores obvios son el paciente y la secretaria.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que se olvidan son el médico (cuya agenda se llena distinto), quien paga el servicio (que quiere menos cupos perdidos)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vecino que antes conseguía cita madrugando y ahora no la consigue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último es el más importante para el curso, porque es un actor al que el sistema le empeoró la vida sin que nadie lo consultara.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13, sobre impacto social, es básicamente una hora dedicada a buscar a ese actor.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Requisito contra deseo es la distinción práctica que más van a usar.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es operativa: es requisito si sin eso el sistema no cumple su propósito; es deseo si lo mejora.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que advertir el fenómeno social: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todo el mundo presenta sus deseos como requisitos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no por mala fe, sino porque desde dentro de su trabajo todo parece indispensable.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Actores, requisitos y retroalimentación: los tres que se olvidan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Separarlos no es un trámite: es lo que permite entregar algo en un semestre en vez de nada en dos años.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retroalimentación es la más abstracta y la que más rinde cuando se aterriza con una pregunta única: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¿cómo se entera este sistema de que le salió mal?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la mayoría de los sistemas del entorno que los equipos van a mirar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respuesta honesta es «no se entera», o «se entera cuando alguien reclama».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Encontrar eso ya es un hallazgo de ingeniería y suele ser la mejor oportunidad de mejora del proyecto, porque casi siempre es barata: un registro, un conteo, una pregunta al final del proceso.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asistente de IA: cómo usarlo hoy sin que haga el trabajo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es una de las dos sesiones donde el Plan de curso autoriza IA, y conviene encuadrarla bien porque de cómo se haga hoy depende cómo la usen todo el semestre.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postura del curso no es prohibirla ni celebrarla: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usarla y verificarla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asistente es bueno dándole estructura a algo que el equipo ya entiende, y es bueno sugiriendo actores que se pasaron por alto.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malo, y de una manera peligrosa, en todo lo local y lo cuantitativo.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que hay que subrayar es el mecanismo de la falla: el asistente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avisa cuando está inventando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Escribe «el tiempo promedio de espera en las EPS colombianas es de 47 minutos» con el mismo tono con que escribe algo correcto.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 a inventar cifras, nombres de dependencias municipales y números de leyes.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exactamente el tipo de dato que un estudiante de primer semestre no puede distinguir, y por eso el entregable de hoy no es el texto de la IA: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lista de lo que el equipo detectó y corrigió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asistente de IA: cómo usarlo hoy sin que haga el trabajo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Operativamente: el equipo escribe su prompt, pega la respuesta, y luego marca en el documento cada cosa que cambió y por qué.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 correcciones bien argumentadas valen más que un texto largo.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una consecuencia útil que conviene decirles: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IA solo se puede verificar si uno sabe del tema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así que la herramienta no reemplaza aprender el contenido, lo hace más necesario.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argumento funciona mejor que una prohibición.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método de cinco pasos de la otra diapositiva es el orden de trabajo del taller, y el paso 4 —seguir un caso real de la entrada a la salida— es el que produce los hallazgos.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huecos de un sistema no aparecen mirando el diagrama; aparecen cuando uno intenta pasar un caso concreto por él y se topa con un paso que nadie sabe quién hace.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Anatomía del sistema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17 min en equipos · cada equipo trabaja su propio problema de la sesión 1 · ficha del sistema + prompt + correcciones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PROPÓSITO Y FRONTERA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Para qué existe el sistema, en una frase. Y qué queda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dentro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qué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fuera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él, con la razón de cada exclusión importante.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ENTRADAS, PROCESO Y SALIDAS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entra, qué se hace con eso y qué sale. Señalen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dónde está el software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si hay.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LOS ACTORES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Todos los afectados, con su rol y qué le importa a cada uno. Incluyan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al menos uno que no use el sistema pero sí sufra el resultado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RETROALIMENTACIÓN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¿Cómo se entera este sistema de que algo salió mal? Si no se entera, escríbanlo: es un hallazgo, no un error suyo.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IA: PROMPT Y CORRECCIONES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El prompt exacto que usaron, y una lista de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al menos tres cosas que la IA escribió mal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cómo las corrigieron.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El sistema y su propósito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sistema es y para qué existe, en una frase.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45 s · La frontera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dejaron fuera y por qué. Es la decisión que se discute.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45 s · El actor olvidado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afectado que no usa el sistema. Quién es y qué pierde.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60 s · Qué se inventó la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Las tres correcciones. Es el minuto obligatorio de la exposición.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Clase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Análisis de caso práctico — dejen la ficha del sistema completa en la carpeta del equipo, con el prompt y las correcciones.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Ensayo sobre impacto social: media página sobre a quién le empeora la vida el sistema que analizaron, aunque funcione bien.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4 · Principios éticos en la Ingeniería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los principios éticos de la profesión, con casos reales donde el software funcionó y aun así el ingeniero hizo algo mal.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Traigan identificado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actor no-usuario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su sistema. La sesión 4 arranca con esa persona y el ensayo de media página es sobre ella.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sesión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Fundamentos básicos de la Ingeniería de Sistemas · Clase 3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El sistema no es el software: el software es una parte del proceso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