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Fundamentos básicos de la Ingeniería de Sistemas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Qué es un sistema, y por qué el software es solo una parte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sistema, frontera, actores y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anatomía de un sistema, con IA y corrección 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sistema y lo que la IA se inventó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cinco elementos: entradas, proceso, salidas, retroalimentación y frontera.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software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lo soporta, y decir por qué confundirlos hace fracasar proyectos.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sistema, incluidos los que no lo usan pero sí lo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un asistente de IA para descomponer un sistema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a mano lo que inventó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tienen en común un semáforo, la matrícula de la UNIAJC y la fila de una EPS?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Los tres son sistemas, y en los tres el software es la parte más pequeña del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aprendemos a ver el sistema completo, que es lo que distingue a un ingeniero de sistemas de alguien que solo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elementos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sistema es un conjunto de partes que interactúan para un propósito. Confundir el software con el sistema es la causa más común de proyectos que funcionan y no sirven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ENTRADAS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llega: datos, dinero, personas, materiales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PROCESO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hace con eso. Aquí vive el software, si hay.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 nunca es todo el sistema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SALIDAS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produce: decisiones, documentos, servicio prestado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salida vuelve como entrada y corrige el proceso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queda fuera. La decisión más difícil, y la toma el ingeniero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Mirar el software o mirar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programador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que hacer una app para las citas».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es quien abre la pantalla.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el código funciona.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no haya errores.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no está en la pantalla no existe.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ingeniero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40 personas en fila a las 5 a. m. porque las citas se asignan por orden de llegada».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actores son el paciente, la secretaria, el médico y quien paga.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fila se acortó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se sabe por qué 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del entorno se redujo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se puede medir.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pasa antes y después de la pantalla es parte del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que se usan todo el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 del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Qué se decide incluir y qué se deja fuera. Si la fila de la EPS empieza en la casa del paciente, el transporte es parte del sistema.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Toda frontera es una decisión, y hay que poder defenderla.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Actor (o interesado)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Cualquiera afectado por el sistema,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use o 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pantalla. La secretaria que digita, el médico que recibe, el vecino que ya no consigue cita. Olvidar actores es la falla más costosa.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vs. deseo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Requisito: sin eso el sistema no sirve para su propósito. Deseo: mejoraría, y se puede posponer.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separarlos es trabajo del ingeniero.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la salida vuelve a entrar y corrige el proceso. Sin ella un sistema no aprende: repite el mismo error para siempre y nadie se enteró.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descompone un sistema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método del taller de hoy y el que se aplica al proyecto en la sesión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Nombre el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Para qué existe, en una frase. Si no puede, no ha entendido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Dibuje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fuera, y por qué. Escriba la razón.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Liste los actores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Todos, incluidos los que no usan nada y sí sufren el resultado.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Siga una entrada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Tome un caso real y sígalo de la entrada a la salida. Ahí aparecen los huecos.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Busque la 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¿Cómo se enteran de que salió mal? Si no hay respuesta, ese es el hallazgo.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qué hace bien y en qué miente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Hace bien: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darle estructura rápida a algo que usted ya entiende. Si le describe el sistema, arma entradas, proceso y salidas en segundos, y suele sugerir actores que a usted se le pasaron.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Miente con confianza en lo local y en lo cuantitativo.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Va a inventar cifras («el tiempo promedio de espera es de 45 minutos»), nombres de dependencias y normas colombianas que no existen. Lo escribe con el mismo tono que lo verdadero: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hay señal de que está inventando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Por eso el entregable de hoy incluye el prompt y la corrección.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lo que ustedes detectaron que estaba mal. Un texto de IA pegado sin correcciones no puntúa, y no por castigo: es que no muestra ningún trabajo de ingeniería.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por qué esos tres ejemplos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apertura junta un semáforo, la matrícula de la universidad y la fila de una EPS a propósito: son tres cosas que el estudiante no clasificaría junto y que comparten exactamente lo que la clase quiere mostrar.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tres hay entradas, un proceso, salidas y personas afectadas; en los tres el software existe pero es la parte pequeña; y en los tres el problema real está en la coordinación entre partes, no en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semáforo sirve para desactivar la idea de que un sistema es un programa: un semáforo mal sincronizado produce trancón aunque su temporizador funcione perfecto.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por qué esos tres ejemplos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matrícula sirve porque la viven: el sistema de matrícula incluye la plataforma, pero también el pago en el banco, la cola de la ventanilla y la persona que revisa un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fila de la EPS sirve porque es el caso donde es más visible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sistema puede funcionar según su diseño y ser injusto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si las citas se asignan por orden de llegada física, el sistema está premiando a quien puede madrugar.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sistema y por qué la frontera es la decisión difícil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operativa que sirve para todo el curso es corta: un sistema es un conjunto de partes que interactúan para cumplir un propósito, de modo que si se le quita una parte deja de cumplirlo.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no puede decir para qué existe el sistema en una frase, todavía no lo entendió, y ningún diagrama lo va a salvar.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citas de un consultorio: las entradas son las solicitudes de cita, la disponibilidad del médico y los datos del paciente; el proceso es asignar, confirmar y recordar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salidas son la cita asignada, el paciente atendido y el registro de lo que pasó; la retroalimentación es que un paciente que no llegó libera un cupo y eso debería cambiar la asignación.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es lo que hay que discutir: ¿el transporte del paciente es parte del sistema?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sistema y por qué la frontera es la decisión difícil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30 % de las citas se pierden porque la gente no logra llegar, dejar el transporte fuera de la frontera hace que el sistema funcione en el papel y falle en la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punto —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frontera es una decisión y hay que poder defenderla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 es el que hay que dejar clavado.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viene dada: la pone el ingeniero, y de ella depende qué se puede mejorar.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frontera muy estrecha produce sistemas que no sirven; una muy ancha produce proyectos que no se acaban.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6, cuando cada equipo escriba el problema de su proyecto, la frontera va a ser el campo que más discusión genere, y hoy es donde se aprende a ponerla.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sistema no es el software: la confusión que hace fracasar proyectos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del antes y después es el centro pedagógico de la sesión y conviene dictarla despacio, línea por línea, dejando que el grupo reconozca su propia forma de pensar en la columna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con mirada de programador construye una app de citas impecable: sin errores, rápida,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fila de las cinco de la mañana no se mueve, porque las personas que hacen esa fila no tienen datos en el celular, o no confían en la app, o la secretaria sigue apuntando en el cuaderno porque el sistema nuevo le duplica 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sistema no es el software: la confusión que hace fracasar proyectos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ahí sale el criterio de éxito que se usa en todo el semestre y que hay que enunciar hoy con esas palabras: un proyecto de este curso se juzga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del entorno se redujo y se puede medir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si el prototipo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razón por la que el bloque «problema del entorno» pesó el 30 % en la sesión 1 y por la que la sesión 6 exige una línea base con una cifra.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Actores, requisitos y retroalimentación: los tres que se olvidan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de actor hay que estirarlo más allá del usuario, porque ahí está la falla que más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citas los actores obvios son el paciente y la secretaria.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que se olvidan son el médico (cuya agenda se llena distinto), quien paga el servicio (que quiere menos cupos perdidos)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vecino que antes conseguía cita madrugando y ahora no la consigue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último es el más importante para el curso, porque es un actor al que el sistema le empeoró la vida sin que nadie lo consultara.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13, sobre impacto social, es básicamente una hora dedicada a buscar 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 contra deseo es la distinción práctica que más van a usar.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Actores, requisitos y retroalimentación: los tres que se olvidan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es operativa: es requisito si sin eso el sistema no cumple su propósito; es deseo si lo mejora.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advertir el fenómeno social: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mala fe, sino porque desde dentro de su trabajo todo parece indispensable.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Separarlos no es un trámite: es lo que permite entregar algo en un semestre en vez de nada en dos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es la más abstracta y la que más rinde cuando se aterriza con una pregunta única: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¿cómo se entera este sistema de que le salió mal?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mayoría de los sistemas del entorno que los equipos van a mirar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honesta es «no se entera», o «se entera cuando alguien reclama».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 eso ya es un hallazgo de ingeniería y suele ser la mejor oportunidad de mejora del proyecto, porque casi siempre es barata: un registro, un conteo, una pregunta al final del proceso.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cómo usarlo hoy sin que haga el trabajo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una de las dos sesiones donde el Plan de curso autoriza IA, y conviene encuadrarla bien porque de cómo se haga hoy depende cómo la usen todo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del curso no es prohibirla ni celebrarla: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usarla y verificarla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asistente es bueno dándole estructura a algo que el equipo ya entiende, y es bueno sugiriendo actores que se pasaron por alto.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malo, y de una manera peligrosa, en todo lo local y lo cuantitativo.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hay que subrayar es el mecanismo de la falla: el asistente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avisa cuando está inventando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Escribe «el tiempo promedio de espera en las EPS colombianas es de 47 minutos» con el mismo tono con que escribe algo correcto.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cómo usarlo hoy sin que haga el trabajo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el tipo de dato que un estudiante de primer semestre no puede distinguir, y por eso el entregable de hoy no es el texto de la IA: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lista de lo que el equipo detectó y corrigió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Operativamente: el equipo escribe su prompt, pega la respuesta, y luego marca en el documento cada cosa que cambió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consecuencia útil que conviene decirles: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IA solo se puede verificar si uno sabe del 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la herramienta no reemplaza aprender el contenido, lo hace más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de cinco pasos de la otra diapositiva es el orden de trabajo del taller, y el paso 4 —seguir un caso real de la entrada a la salida— es el que produce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Anatomía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 trabaja su propio problema de la sesión 1 · ficha del sistema + prompt + correcciones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PROPÓSITO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qué existe el sistema, en una frase.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él, con la razón de cada exclusión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ENTRADAS, PROCESO Y SALIDAS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entra, qué se hace con eso y qué sale. Señalen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está el software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ACTORES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afectados, con su rol y qué le importa a cada uno. Incluyan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uno que no use el sistema pero sí sufra el resultado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RETROALIMENTACIÓN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¿Cómo se entera este sistema de que algo salió mal? Si no se entera, escríbanlo: es un hallazgo, no un error suyo.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IA: PROMPT Y CORRECCIONES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exacto que usaron, y una lista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tres cosas que la IA escribió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cómo las corrigieron.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sistema y su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sistema es y para qué existe,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dejaron fuera y por qué. Es la decisión que se discute.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actor olvidado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afectado que no usa el sistema. Quién es y qué pierde.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se inventó la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correcciones. Es el minuto obligatorio de la exposición.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de caso práctico — dejen la ficha del sistema completa en la carpeta del equipo, con el prompt y las correcciones.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sobre impacto social: media página sobre a quién le empeora la vida el sistema que analizaron, aunque funcione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4 · Principios éticos en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principios éticos de la profesión, con casos reales donde el software funcionó y aun así el ingeniero hizo algo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identificado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no-usuario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 sistema. La sesión 4 arranca con esa persona y el ensayo de media página es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Fundamentos básicos de la Ingeniería de Sistemas · Clase 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sistema no es el software: el software es una parte del proceso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