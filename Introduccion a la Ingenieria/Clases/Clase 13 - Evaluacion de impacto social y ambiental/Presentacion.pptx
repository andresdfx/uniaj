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Evaluación de impacto social y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 quién más le pasa algo por culpa de su solución, aunque nunca la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muro: ¿quién queda peor?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Impacto, afectados, la matriz y cómo se califica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Matriz de impacto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impacto negativo y su mitigación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Lo que queda amarrado para la Clase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intención,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directo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indirecto.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a los afectados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usuarios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listado de la sesión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Llenar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indicadores medibles, no con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los impactos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negativos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proponer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medidas de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funciona perfectamente y la usa todo el mundo, ¿quién queda peor que antes?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Siempre hay alguien. Y casi nunca es un usuario.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 ingeniero que no puede responder esa pregunta no terminó el diseño.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Impacto: cuatro distinciones que hay que tener claras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Impacto NO es intención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«Queremos ayudar a la comunidad» es una intención. El impacto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de hecho cambia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la vida de alguien, medible, ocurra o no lo que queríamos.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Directo e indirecto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Directo: la persona hace menos viajes en vano. Indirecto: la voluntaria dedica diez minutos más al cierre.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indirecto es el que se olvida, y el que trae los problemas.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Positivo y negativo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Toda solución tiene efectos de los dos signos. Un informe con solo impactos positivos no es un informe optimista: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un informe incompleto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Corto y largo plazo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efectos que solo aparecen cuando la solución se usa mucho y por mucho tiempo. Nombrarlos, aunque no se puedan medir hoy, ya es hacer ingeniería.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encuentra a los afectados que no son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usuarios son la parte fácil: por definición eligieron usarla. Los afectados no eligieron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Empiece por su propia lista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sesión 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hicieron un listado de actores no usuarios. Ábranlo: la mitad del trabajo de hoy ya está hecho y casi todos lo olvidaron.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Siga la cadena de trabajo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¿A quién le llega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más trabajo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su solución? ¿A quién le llega menos? Ese es el impacto indirecto más frecuente y el que genera resistencia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Pregunte quién NO puede usarla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Quien no tiene celular, datos, lectura fluida, buena vista o el idioma.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su solución solo mejora a quien ya estaba mejor, empeoró la brecha.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Mire qué consume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Energía, datos móviles, papel, hardware que se vuelve basura. El software también tiene huella, y en la sesión 5 ya midieron un pedazo de la suya.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Pregunte a quién desplaza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su solución reemplaza algo, alguien hacía ese algo. Ni siempre es malo ni siempre es evitable, pero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omitirlo sí es un error del análisis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impacto: qué se pregunta en cada dimensión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mide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puede usarla y quién 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% o número de personas del grupo objetivo que quedan fuera, y por qué motivo.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equidad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¿Mejora más a quien ya estaba mejor?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Comparación entre dos grupos: quien tiene el recurso y quien no lo tiene.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carga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 quién le llega más trabajo?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Minutos por día o por semana, para cada rol afectado.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consumo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¿Cuántos datos, energía o papel mueve?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KB por consulta × consultas estimadas; hojas al mes; horas de equipo encendido.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residuos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¿Exige comprar o botar algo?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Equipos, cartuchos, impresiones. Si no exige nada,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dígalo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es un resultado.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Económico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paga y quién ahorra?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Costo mensual de operación, y ahorro estimado para el usuario o la organización.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No todas las dimensiones aplican a todos los proyectos. Una fila que no aplica se escribe «no aplica»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con una línea de razón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 dejarla en blanco parece un olvido y se califica como 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califica un impacto, sin fingir precisión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Escala que usamos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Carácter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¿Mejora o empeora la situación?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Positivo ·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Magnitud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¿Qué tan grande es el cambio para quien lo recibe?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Baja · Media · Alta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¿A cuánta gente le pasa?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Pocas personas · Un grupo · Todo el barrio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¿Cuánto dura el efecto?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Temporal · Permanente mientras se 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Reversibilidad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deshacer si sale mal?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Reversible · Difícil de revertir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cinco criterios vienen de las metodologías de evaluación de impacto ambiental, que trabajan con matrices de este tipo desde los años setenta. Aviso de honestidad intelectual: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las escalas son una convención para comparar y ordenar, no una medición.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Dos equipos pueden calificar distinto el mismo impacto; lo que no se puede es no justificar la calificación.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impacto declarado y un impacto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Nótese que las dos últimas líneas de la derecha son impactos NEGATIVOS, y son las que hacen creíble a todas las demás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escribe casi todo el mundo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«Nuestra solución beneficia a la comunidad.»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«Contribuye al cuidado del medio ambiente.»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«Mejora la calidad de vida de los usuarios.»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«Promueve la inclusión y el acceso a la cultura.»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genera ningún impacto negativo.»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puede verificar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«Evita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viajes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préstamo: unas 60 visitas al mes.»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consulta mueve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de 200 KB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imágenes.»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«Ahorra al usuario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pasaje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unos 25 minutos por visita evitada.»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«Alcanza a quien tiene celular con datos: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queda fuera 1 de cada 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vecinos.»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«Añade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10 minutos diarios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trabajo a la voluntaria del cierre.»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honestidades sobre el impacto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genera ningún impacto negativo» es la frase que más credibilidad quita en un informe de ingeniería.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Toda solución tiene costos: alguien trabaja más, algo se consume, alguien queda fuera. Un equipo que no encuentra ni uno no buscó — y quien lea el informe lo va a notar antes que ustedes.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todo impacto es cuantificable, y eso no es excusa para no nombrarlo.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 no se puede medir, se describe con precisión y se dice cómo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podría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medir. «No sabemos cuántos vecinos no tienen datos móviles; se sabría con una encuesta de diez casas» es una respuesta profesional. «No aplica» no lo 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Datos móviles que alguien paga, energía del servidor, hardware que se vuelve residuo. En la sesión 5 midieron un pedazo de eso —el límite de 200 KB por consulta— y hoy ese número entra a la matriz como indicador ambiental.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Un requisito no funcional bien elegido es, a la vez, una medida de mitigación.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Matriz de impacto social y ambiental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17 min: afectados, positivos con indicador, negativos, matriz y mitigación · matriz de impacto con indicadores, negativos declarados y mitigaciones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AFECTADOS QUE NO SON USUARIOS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lista de quienes reciben un efecto sin usar la solución: a quién le llega más trabajo, quién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usarla, y a quién desplaza.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IMPACTOS POSITIVOS CON SU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efectos buenos, cada uno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número y una unidad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cuántas personas, cuántas veces, cuántos minutos, cuántos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IMPACTOS NEGATIVOS O RIESGOS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efectos malos,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los recibe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exactamente. Si no encuentran ninguno, pregúntense quién trabaja más por su solución.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CALIFICADA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impacto con su carácter, magnitud, extensión, duración y reversibilidad 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línea de justificación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calificación.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MEDIDAS DE MITIGACIÓN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para reducir cada impacto negativo. Puede ser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medida no digital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muchas veces es la mejor.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afectados que no son usuarios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Nómbrelos. Sin «la comunidad».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Un impacto positivo con su número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más fuerte, con indicador.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El impacto negativo y su mitigación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333333"/>
                </a:solidFill>
                <a:latin typeface="Calibri"/>
              </a:rPr>
              <a:t>El minuto obligatorio.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más incómodo que hayan encontrado.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calificación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 el impacto más grave y por qué lo calificaron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dimensión no aplica en su proyecto, y por qué.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Aplicación de matrices de evaluación — dejar la matriz de impacto completa en el documento del equipo, con indicadores, negativos y mitigaciones.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evaluación del impacto: media página que resuma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impacto positivo más fuerte con su número y el negativo más importante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Es el borrador de dos diapositivas de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14 · Preparación de la 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preparamos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estructura de 8 minutos, las diapositivas, el reparto entre integrantes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general cronometrado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Clase 14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tiene que estar ya ajustado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 que salió de la Clase 12: si ensayan con la versión vieja, el ensayo no sirve. Traigan también la cuenta de Canva o Google Slides lista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va a hablar de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Evaluación de impacto social y ambiental · Clase 13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Los usuarios eligieron usarla; los afectados no eligieron 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