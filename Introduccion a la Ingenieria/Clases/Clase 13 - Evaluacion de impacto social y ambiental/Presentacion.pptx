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Clase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está construido para incomodar, y hay que dejarlo incomodar unos segundos antes de explicarlo: **si su solución funciona perfectamente y la usa todo el mundo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¿quién queda peor que antes?** La reacción típica es «nadie», y esa respuesta es el punto de partida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hay alguien, y casi nunca es un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la voluntaria del cierre, que ahora dedica diez minutos más a actualizar la lista; y el vecino sin datos móviles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antes llegaba al mostrador en igualdad de condiciones y ahora llega detrás de tres personas que ya sabían qué pedir.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que justifica la sesión completa, y que conviene decir sin solemnidad: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ingeniero que no puede responder esa pregunta no terminó el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es un asunto de ética añadida al final ni un requisito de acreditación: es parte del análisis técnico, igual que estimar el consumo o el costo.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proyectos que fallan socialmente casi nunca fallan por el código; fallan porque nadie preguntó a quién más le pasaba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Operativamente, use la apertura para verificar el insumo: pida que cada equipo escriba en el muro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afectado que no sea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traigan el listado de la sesión 3 lo van a hacer en treinta segundos; los que no, van a escribir «los usuarios».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no es intención.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distinción más importante del día y 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«Queremos ayudar a la comunidad» es una intención, y no informa nada: no se puede verificar, no se puede medir y nadie puede estar en contra.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impacto es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hecho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cambia en la vida de alguien, ocurra o no lo que queríamos.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indirecto es el que se olvida y el que trae los problemas: la voluntaria del cierre dedica diez minutos más cada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dato importante para su formación profesional: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resistencia a una solución nueva casi siempre viene de un impacto indirecto que nadie consideró.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en una empresa un sistema «no lo quieren usar»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Nueve de diez veces es porque a alguien le llegó trabajo extra que nunca se contó.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Positivo y negativo.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anticipar y desactivar la creencia de que declarar un impacto negativo baja la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lo contrario, y hay que decirlo explícitamente porque van a dudar: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informe con solo impactos positivos no es optimista, es incompleto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quien lo lea va a desconfiar de todo lo demás.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declarar un negativo con su mitigación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Corto y largo plazo.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Algunos efectos solo aparecen con el uso sostenido: la lista que crece y se vuelve inmanejable, la dependencia de una sola voluntaria que sabe actualizarla.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Nombrarlos sin poder medirlos ya es hacer ingeniería, y es material directo para la sección de trabajo futuro del informe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ordena este bloque: **los usuarios son la parte fácil, porque por definición eligieron 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afectados no eligieron nada.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De ahí la obligación de buscarlos activamente.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Paso 1: empezar por la propia lista.** En la sesión 3 hicieron un listado de actores no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impacto indirecto más frecuente.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modelo, la voluntaria del cierre; en un proyecto de gestión, la persona que ahora tiene que llenar el formato.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3: preguntar quién NO puede usarla.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paso es el corazón ético de la sesión y hay que darle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regla, dicha en una frase que se les debería quedar: **si su solución solo mejora a quien ya estaba mejor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Empeoró la brecha.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Y el matiz que hace la idea difícil y verdadera: el excluido puede quedar peor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en términos relativos** aunque nada haya cambiado para él, porque los demás mejoraron y la atención se reordenó.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caso es real, es incómodo y es exactamente lo que hay que aprender a ver.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4: mirar qué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Energía, datos, papel, hardware que acaba en basura electrónica.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5 ya midieron un pedazo de su huella; hoy ese número entra a la matriz.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preguntar a quién desplaza.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solución reemplaza algo, alguien hacía ese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conviene ser equilibrado y no moralizar: no siempre es malo ni siempre es evitable —la ingeniería lleva dos siglos automatizando trabajo—,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omitirlo del análisis sí es un error técnico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tabla es la plantilla del taller y conviene recorrerla dimensión por dimensión, deteniéndose en la columna de la derecha: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mide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«Acceso» no se mide con adjetivos sino con el número de personas del grupo objetivo que quedan fuera y por qué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«Consumo» se mide en KB por consulta por número de consultas estimadas — y ese número ya lo tienen desde la sesión 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Insista en la nota al pie: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fila que no aplica se escribe «no aplica» con una línea de razón.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Dejarla en blanco parece un olvido, y en un informe real el lector no puede distinguir entre «no aplica» y «no lo pensamos».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tabla es la calificación, y aquí hay que hacer un ejercicio de honestidad intelectual que vale más que la tabla misma.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criterios —carácter, magnitud, extensión, duración, reversibilidad— provienen de las metodologías de evaluación de impacto ambiental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trabajan con matrices de este tipo desde los años setenta; la matriz de Leopold, de 1971, es el ejemplo clásico y sigue siendo el punto de partida de la mayoría de las variantes que se usan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estudiante quiere profundizar, esa es la palabra que debe buscar, y ya saben de la sesión 9 cómo verificar una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ahora el límite, que hay que decir en voz alta porque es formativo: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escalas son una convención para comparar y ordenar, no una medición.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Poner «magnitud: alta» no convierte un juicio en un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equipos honestos pueden calificar distinto el mismo impacto, y eso no invalida el método: la matriz sirve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ordenar prioridades y forzar la conversación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para producir un número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entiende esto no va a confundir nunca más una escala ordinal con una medición, y esa es una de las confusiones más comunes en informes técnicos.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Leerlas en voz alta produce risa incómoda, y ese es el momento de hacer la pregunta: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proyecto NO podría escribir estas cinco frases?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derecha muestra el mismo contenido convertido en indicador: 4 de cada 10 viajes evitados, menos de 200 KB por consulta, un pasaje y 25 minutos ahorrados por visita.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detalle que hay que señalar con el cursor: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dos últimas líneas de la derecha son impactos 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—1 de cada 5 vecinos queda fuera, 10 minutos diarios extra para la voluntaria—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son precisamente las que hacen creíbles a las otras 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desactiva la excusa más común: si no se puede medir,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describe con precisión y se dice cómo se podría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sabemos cuántos vecinos no tienen datos móviles; se sabría con una encuesta de diez casas» es una respuesta profesional, y de hecho es el tipo de frase que aparece en informes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cierra el arco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que alguien paga, energía, hardware que se vuelve residuo.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hay un hallazgo que vale la pena hacerles ver, porque conecta cuatro sesiones: el límite de 200 KB por consulta que definieron en la sesión 5 como indicador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volvió requisito no funcional en la sesión 7, sirvió para descartar imágenes en las sesiones 10 y 11, y hoy entra a la matriz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 de mitigación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bien elegido es, a la vez, una mitigación — y eso no se puede improvisar en la Clase 13 si no se escribió en la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14 · Preparación de la 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14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 que salió de la Clase 12: si ensayan con la versión vieja, el ensayo no sirve. Traigan también la cuenta de Canva o Google Slides lista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