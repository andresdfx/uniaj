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Historia y evolución de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los problemas de 1968 siguen siendo los suyos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seis hitos y el problema que resolvía cada uno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línea de tiempo del periodo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línea de tiempo, en orden histórico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seis hitos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la historia de la disciplina y decir qué problema resolvía cada uno.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por qué la ingeniería de sistemas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nace como respuesta a un fracaso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a un avance técnico.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Construir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línea de tiempo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una herramienta de diagramación en la nube.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Identificar, para un hito,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qué parte de ese problema sigue vivo hoy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proyecto de software se pasa del plazo y del presupuesto. ¿Es un problema de 2026 o de 1968?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respuesta honesta es: exactamente el mismo, y con las mismas causas.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vamos a ver de dónde salieron esas causas y por qué nadie las ha eliminado.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cuenta la historia y cómo fue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suele contar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«Todo empezó con los computadores».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«Cada década llegó una tecnología mejor».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«Antes era difícil porque las máquinas eran lentas».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«Los métodos de trabajo son un invento reciente».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«Los problemas viejos ya se resolvieron».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muestran los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Empezó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proyectos que fracasaron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siendo la máquina lo de menos.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Cada década llegó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problema nuevo de escala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 juguete nuevo.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Era difícil porque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sabía cómo organizar el trabajo de 100 personas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primer método formal es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1970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nació de un artículo crítico.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Los problemas viejos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siguen abiertos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plazo, costo y requisitos que cambian.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el problema dejó de ser la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Años 40 y 50: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cuello de botella es el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hardware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Programar es escribir instrucciones para una máquina concreta, y el trabajo es de una persona o de unas pocas.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Años 60: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hardware se abarata y crece, y aparecen sistemas que necesitan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cientos de personas y años de trabajo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Ahí el cuello de botella se muda: ya no es la máquina,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coordinar el trabajo humano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El sistema de reservas SABRE, el software del programa Apollo y el sistema operativo OS/360 de IBM son los tres casos que hicieron visible el problema: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pasaron de plazo y de presupuesto de forma escandalosa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1968: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OTAN convoca una conferencia en Garmisch (Alemania) para hablar de eso y se acuña el término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«ingeniería de software»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nombre es una propuesta: si construir software se parece a construir un puente, entonces necesita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método, no talento individual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Ahí nace la disciplina: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de un invento, sino del reconocimiento público de que el trabajo se estaba haciendo mal y nadie sabía cómo hacerlo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Seis hitos y el problema que atacaba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1945–1957 · La máquina programable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Arquitectura de von Neumann y los primeros lenguajes (Fortran, 1957).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decirle algo a la máquina sin hablar su idioma binario.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258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7258" y="12618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850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1968 · La crisis del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850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Conferencia de la OTAN en Garmisch. Se nombra el problema: los proyectos grandes fracasan.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organizar trabajo humano a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7316" y="12618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1908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1970 · El ciclo de vida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1908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Royce publica el esquema que se popularizó como «cascada» — advirtiendo que así, sin iterar, no funciona.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¿en qué orden se hace el trabajo?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07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1975 · El mes-hombre mítico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Brooks: meter más gente a un proyecto atrasado lo atrasa más.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comunicación crece más rápido que el equipo.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7258" y="38907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1991–2001 · Software libre y agilidad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Linux y luego el Manifiesto Ágil.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requisitos cambian mientras se construye, y el plan rígido se vuelve mentira.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8907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1908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2006–hoy · La nube y los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1908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Infraestructura alquilada por horas e IA en producción.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ya no es poder construirlo,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si se debe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quién responde.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 hito sin quedarse en la anécdota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hito sin la cuarta pregunta es una fecha de examen; con ella es una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dolía antes?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concreto que existía y a quién le pasaba. Sin esto, el hito es una fecha suelta.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propuso?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idea, el método o la herramienta. En una frase, sin nombres técnicos que no se puedan explicar.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resolvió de verdad?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Casi nunca resuelve todo. Diga qué parte sí.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sigue vivo hoy?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pedazo del problema que nadie ha cerrado. Es la parte que se evalúa en el taller.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repiten y son falsas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 cascada la inventó Royce y estaba equivocado».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Royce presentó ese esquema en 1970 justamente para decir que aplicado de forma lineal es riesgoso, y propuso iterar. Lo que se popularizó fue el dibujo sin la advertencia.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«Ágil reemplazó al ciclo de vida».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No: ágil cambia el tamaño y la frecuencia de las iteraciones. Las fases (entender, diseñar, construir, probar) siguen ahí, solo que se recorren muchas veces en vez de 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«Los problemas de 1968 ya se resolvieron».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Los informes de la industria siguen reportando fracasos de plazo, costo y alcance en proporciones altas. El método mejoró; el problema no desapareció.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Línea de tiempo del periodo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periodo por equipo, asignado en orden histórico · línea de tiempo de 4 hitos en draw.io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CUATRO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hechos de su periodo, con año, puestos en orden en la línea de tiempo.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DOLÍA 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el problema concreto que existía antes y a quién le pasaba.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PROPUSO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la idea, el método o la herramienta, en una frase que ustedes puedan explicar.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SIGUE VIVO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cuatro hitos: qué parte de ese problema todavía no está resuelta, con un ejemplo de algo que ustedes hayan visto.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FUENTE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dónde sacaron cada dato: autor o institución, y año. Si usaron una cifra («el 70 % de los proyectos…»), la fuente es obligatoria.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periodo y qué dolía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años les tocaron y cuál era el problema de la época.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Los cuatro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orden, con año. Una frase por hito, sin leer la pantalla.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sigue vivo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dos hitos cuyo problema no está cerrado, con su ejemplo propio.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Las fuentes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lo que dijeron.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Investigación sobre hitos históricos — cada equipo completa la línea de tiempo del curso juntando los cinco tramos expuestos hoy, en la carpeta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Elaboración de línea de tiempo: la versión completa (los cinco periodos), con al menos un «qué sigue vivo hoy» por periodo.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· Fundamentos básicos de la Ingeniería de Sistemas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qué es un sistema y por qué el software es solo una parte de él. Se trabaja con un asistente de IA, y hay que declarar el prompt usado.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Traigan la línea de tiempo completa en la carpeta del equipo. En la sesión 3 se descompone un sistema del entorno y la línea de tiempo es el punto de partida.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Historia y evolución de la Ingeniería · Clase 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disciplina nació de un fracaso de organización, no de un invento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