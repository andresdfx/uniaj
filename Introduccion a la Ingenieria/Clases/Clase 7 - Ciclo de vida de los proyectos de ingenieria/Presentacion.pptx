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Ciclo de vida de los proyectos de ingeniería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Por qué el orden de las fases decide el costo del error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— fases, costo del cambio, cascada vs. iterativo y requisitos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— el ciclo de vida del proyecto, en draw.io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en qué fase están y qué falta para cerrarla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Nombrar las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fases del ciclo de vida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 proyecto y qué se entrega en cada una.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Explicar por qué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costo de corregir un error crece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la fase en que se descubre.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requisito funcional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funcional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escribir su criterio de aceptación.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Ubicar el proyecto del equipo en una fase y decir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falta para cerrarla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¿Cuánto cuesta mover una pared? Depende de si está en el plano, en el ladrillo o en la casa ya entregada.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En el plano cuesta un borrador. En la casa terminada cuesta tumbarla.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El software tiene la misma curva, y es la razón por la que existen las fases.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seis fases del ciclo de vida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orden no es burocracia: cada fase produce lo que la siguiente necesita para no adivinar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74523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59791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9791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58064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DEFINICIÓN DEL PROBLEMA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se va a resolver y para quién.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Esto ya lo hicieron en la sesión 6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es la ficha del problema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81428"/>
            <a:ext cx="11277295" cy="74523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43459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43459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372868"/>
            <a:ext cx="10271455" cy="58064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REQUISITOS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tiene que hacer la solución para resolverlo, y cómo se sabrá que lo hace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118104"/>
            <a:ext cx="11277295" cy="74523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27126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27126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209544"/>
            <a:ext cx="10271455" cy="58064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DISEÑO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Cómo va a estar construida: las partes, el flujo, las pantallas o los pasos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54780"/>
            <a:ext cx="11277295" cy="74523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0794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10794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046220"/>
            <a:ext cx="10271455" cy="58064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CONSTRUCCIÓN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Se construye. Es la fase que todo el mundo cree que es «el proyecto», y es una de seis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791456"/>
            <a:ext cx="11277295" cy="74523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494461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94461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882896"/>
            <a:ext cx="10271455" cy="58064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VALIDACIÓN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Se prueba contra los criterios de aceptación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y con el usuario real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no solo con el equipo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628132"/>
            <a:ext cx="11277295" cy="74523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94360" y="578129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78129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5719572"/>
            <a:ext cx="10271455" cy="58064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OPERACIÓN Y RETIRO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Funcionando en la vida real, con mantenimiento. Y al final, cómo se apaga y qué pasa con los datos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cuesta cambiar en cada fase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  <a:gridCol w="347472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Se descubre en…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hay que rehacer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Orden de magnitud del costo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Definición del problema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Una frase en un documento. Nada más existe todavía.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— el costo de una conversación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Requisitos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Una línea de la tabla de requisitos y su criterio de aceptación.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pocas veces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más que en la fase anterior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Diseño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diagrama, y las decisiones que colgaban de él.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varias veces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más: hay que rediseñar y volver a acordar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Construcción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Lo construido, más el diseño, más el requisito que estaba mal.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decenas de veces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más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Después de entregado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Todo lo anterior, con el usuario ya usándolo, más el daño que alcanzó a hacer.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órdenes de magnitud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más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La forma de esta curva la documentó Barry Boehm en los años setenta y sigue vigente. Los múltiplos exactos se discuten;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la dirección no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: el error barato es el que se encuentra temprano.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sola pasada o varias vueltas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Las fases son las mismas en los dos. Lo que cambia es cuántas veces se recorren y cuándo aparece el usuario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Cascada de una sola pasada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recorren las fases una vez, de arriba abajo.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usuario ve el resultado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al final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Si un requisito estaba mal, se descubre en validación.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Funciona cuando el problema es conocido y estable.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Royce, que dibujó el diagrama en 1970, advirtió en el mismo texto que hacerlo de una sola pasada invita al fracaso.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Iterativo e incremental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recorren las fases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varias veces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con un pedazo cada vez.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usuario ve algo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en cada vuelta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corrige temprano.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requisito mal escrito se cae en la primera iteración, barato.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Funciona cuando hay incertidumbre — es decir, casi siempre.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 lo que va a hacer este curso: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vuelta corta en las sesiones 10–11 y otra en las 12–14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cosas que se entregan y no son código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Requisito funcional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Algo que la solución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hace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«el usuario puede consultar si un libro está disponible sin ir a la biblioteca». Se escribe desde el usuario, no desde la tecnología.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Requisito no funcional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Una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condición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que debe cumplir: funcionar en un computador de siete años, abrir sin crear cuenta, no guardar datos personales.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Salen de las restricciones del árbol de la sesión 6.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Criterio de aceptación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Cómo se comprueba que el requisito se cumple, con un caso concreto: «un usuario que no conoce el sistema encuentra la disponibilidad de un libro en menos de un minuto, sin ayuda».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Hito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Un punto del calendario donde algo queda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terminado y verificable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No es «ir avanzando»: es «en la sesión 10 hay tres pantallas probadas con un usuario».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Tres malentendidos que salen caros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«Las fases son burocracia, lo importante es construir.»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Construir sin requisitos es construir algo que habrá que rehacer, y rehacer en la fase de construcción cuesta decenas de veces más que corregir una línea de la tabla de requisitos. Las fases no son papeleo: son el orden que hace barato el error.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«Trabajar iterativo o ágil significa no planear.»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Es lo contrario: se planea más seguido y en pedazos más pequeños. Una iteración sin requisitos ni criterio de aceptación no es una iteración, es improvisación con nombre nuevo.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Las fases no son departamentos ni personas.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En un equipo de cinco, las seis fases las recorren los mismos cinco. Lo que cambia no es quién trabaja: es qué pregunta se está respondiendo en ese momento.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Ciclo de vida del proyecto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cada equipo, su propio proyecto · mapa del ciclo de vida + tabla de requisitos + plan de hitos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EN QUÉ FASE ESTAMOS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 fase donde está el proyecto hoy,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falta exactamente para cerrarla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 Una fase se cierra con un entregable, no con una sensación.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TRES REQUISITOS FUNCIONALES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Tres cosas que la solución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hace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escritas desde el usuario: «el usuario puede…». Sin mencionar tecnología.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DOS REQUISITOS NO FUNCIONALES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Dos condiciones que la solución debe cumplir,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derivadas de las restricciones del árbol de la sesión 6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 Uno de los dos tiene que ser el indicador ambiental de la sesión 5.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CRITERIOS DE ACEPTACIÓN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Para cada uno de los cinco requisitos: cómo se comprueba, con un caso concreto y un umbral. Tiene que poder ejecutarlo otra persona.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PLAN DE HITOS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queda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terminado y verificable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una de las sesiones 8, 9, 10, 11, 12 y 14. Y la decisión de hoy que sería carísima cambiar en la sesión 14.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La fase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En qué fase están y qué falta para cerrarla. Es el minuto obligatorio.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Los requisitos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Uno funcional y uno no funcional, leídos tal cual.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El criterio de aceptación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 ese requisito: cómo se comprueba y con qué umbral.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El plan de hitos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queda listo en la sesión 10 y en la 12.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10 s · La decisión costosa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sería carísimo cambiar después.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sesión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Estudio de fases del ciclo de vida — leer el material de las seis fases y traer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ejemplo propio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 proyecto conocido que se saltó una fase.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Infografía explicativa del ciclo de vida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 su propio proyecto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en Canva o draw.io: las seis fases, en cuál están y qué entregan en cada una.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Sesión 8 · Taller de aplicación del ciclo de vida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casos reales de proyectos que se saltaron una fase, y la decisión entre sus dos alternativas de solución con una matriz de criterios.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Traigan la tabla de requisitos con los criterios de aceptación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confirmados con la persona que vive el problema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las dos alternativas de solución del trabajo independiente de la sesión 6. En la sesión 8 se decide una.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Ciclo de vida de los proyectos de ingeniería · Clase 7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El error barato es el que se encuentra temprano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