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03/09 – 08/10/2026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15/10 – 12/11/2026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19/11 – 17/12/2026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(08/10/2026 / 12/11/2026 / 17/12/2026).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03/09/2026 a 17/12/2026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(03/09)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(03/09)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(10/09)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(17/09)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(24/09)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(01/10)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(08/10)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(15/10)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(22/10)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(29/10)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(05/11)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(12/11)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(19/11)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(26/11)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(03/12)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(10/12)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(17/12)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