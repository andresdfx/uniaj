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sesiones (5 preguntas, 100 puntos), el diagnóstico de la sesión 1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10/09 – 15/10/2026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22/10 – 19/11/2026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26/11 – 24/12/2026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(15/10/2026 / 19/11/2026 / 24/12/2026).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10/09/2026 a 24/12/2026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(10/09)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(10/09)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(17/09)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(24/09)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(01/10)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(08/10)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(15/10)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(22/10)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(29/10)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(05/11)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(12/11)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(19/11)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(26/11)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(03/12)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(10/12)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(17/12)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(24/12)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