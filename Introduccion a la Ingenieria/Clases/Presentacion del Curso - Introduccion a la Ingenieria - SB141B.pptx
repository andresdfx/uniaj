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el análisis de problemas y se expone en la última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11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Jueves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(Clase 2), ciclo de vida (Clases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(Clase 7) y póster del proyecto final (Clases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Clases del curso (repartidas en 11 sesiones de calendario), el diagnóstico de la Clase 1 y las dos evaluaciones de corte escritas (sesiones 4 y 7 del calendario, Clases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11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10/09 – 01/10/2026 · sesiones 1-4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4)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08/10 – 22/10/2026 · sesiones 5-7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7)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29/10 – 19/11/2026 · sesiones 8-11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— Clase 15 (sesión 11)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— Clase 16 (sesión 11)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4 / 7 / 11 (01/10/2026 / 22/10/2026 / 19/11/2026).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11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Jueves · 10/09/2026 a 19/11/2026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(10/09) · mismo bloque de la Sesión 1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 y diagnóstico inicial (10/09)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Historia y evolución de la Ingeniería + Fundamentos básicos de la Ingeniería de Sistemas (17/09)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Principios éticos en la Ingeniería + El rol del ingeniero en el contexto ambiental (24/09)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Análisis de problemas tecnológicos del entorno (01/10) · cierra Corte 1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Ciclo de vida de los proyectos de ingeniería + Taller de aplicación del ciclo de vida (08/10) · sesión doble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Estrategias de innovación en Ingeniería + Herramientas digitales aplicadas a la Ingeniería (15/10)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Taller de prototipado inicial con IA (22/10) · cierra Corte 2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 avances de proyectos (29/10)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Evaluación de impacto social y ambiental (05/11)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Preparación de la presentación final (12/11)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Exposición final de proyectos + Socialización y evaluación final del curso (19/11) · sesión doble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