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Estrategias de innovación en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Nadie parte de cero: qué ya existe, quién lo intentó y qué van a hacer distinto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innovación, cuatro maneras de mejorar, búsqueda y calidad de fuentes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tres antecedentes fichados y la propuesta de mejora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antecedente más útil y qué van a hacer distinto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innovación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novedad tecnológica, y explicar por qué la adopción es lo que decide.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cuatro maneras concretas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generar una mejora sobre algo que ya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Buscar antecedentes con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de búsqueda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evaluar la calidad de una fuente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Fichar tres antecedentes verificables y escribir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van a hacer distinto y por qué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su solución no existe en ningún lugar del mundo, hay dos posibilidades: es una gran idea, o no buscaron bien. ¿Cuál es más probable?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Casi siempre es la segunda. Y descubrirlo hoy es barato.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Buscar antecedentes no le quita mérito al proyecto: le da argumento.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innovación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No es novedad tecnológica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Usar lo último no es innovar.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Innovación es una solución que alguien adopta y que cambia algo en la práctica.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Si nadie la usa, fue un experimento — respetable, pero no innovación.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Incremental y radical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Incremental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mejorar algo que ya funciona, un paso a la vez.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Radical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cambiar la manera de hacerlo. La incremental es la que ocurre el 95 % de las veces, y la única que cabe en un semestre.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 producto y de proceso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No solo se innova en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—un producto nuevo—, también en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cómo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el mismo servicio con la mitad de pasos ya es innovación de proceso, y en un proyecto de primer semestre suele ser lo más alcanzable.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Casi nunca empieza de cero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Casi toda innovación es una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recombinación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algo que ya existía, traído a un contexto donde no estaba. Por eso buscar antecedentes no le resta mérito al proyecto: es de donde sale el material.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maneras de generar una mejora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Se aplican sobre un antecedente concreto, no sobre una hoja en blanco. Sin antecedente, estas cuatro no producen nada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QUITAR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Sacar un paso, un requisito o un dato.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la más subestimada y la más efectiva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quitar el registro previo, quitar la contraseña, quitar la visita presencial.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COMBINAR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Juntar dos cosas que ya existen y que nadie había juntado en este contexto: una lista pública + un mensaje automático.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INVERTIR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Dar vuelta a quién hace el trabajo o cuándo se hace: que el usuario consulte en vez de que alguien responda; que el dato se cargue al cerrar y no en el momento.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ADAPTAR DE OTRO DOMINIO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Traer una solución que funciona en otro campo. La disponibilidad de un libro y la de una mesa en un restaurante son el mismo problema.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busca un antecedente en cinco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paso que casi nadie hace es el 1, y es el que evita las tres horas perdidas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la pregunta de búsqueda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una palabra: una pregunta. «¿Cómo publican su disponibilidad las bibliotecas pequeñas sin sistema?».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pregunta, la búsqueda no tiene final.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Traduzca a términos de búsqueda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o tres versiones: el término técnico, el término común y el término en inglés. La mayoría de lo publicado está en inglés.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Busque en más de un sitio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Buscador general, buscador académico, repositorio institucional y normas oficiales.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solo sitio nunca alcanza.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Filtre por calidad, no por posición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primer resultado no es el mejor. Mire autor, año, dónde se publicó y si se puede verificar.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Fiche mientras lee, no después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Autor o responsable, año, dónde, qué hace,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le falta para su caso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el enlace. Lo que no se ficha, se pierde.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buscar y qué esperar de cada sitio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017520"/>
                <a:gridCol w="38404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se encuentra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tener en cuenta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Buscador académico
(Google Scholar y similares)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Artículos, tesis y capítulos. Se ve cuántas veces lo han citado.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Muchos están de pago.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Busque el PDF en el repositorio de la universidad del autor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casi siempre está libre y es legal.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Repositorios institucionales
y bibliotecas digitales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Tesis y trabajos de grado de universidades, muchos sobre problemas locales.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Es la mejor fuente para un proyecto de contexto colombiano.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Verifique el año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hay trabajos muy viejos.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Portales regionales
(SciELO, Redalyc y similares)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Revistas de América Latina, en español y de acceso abierto.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Muy útiles cuando el problema es regional y lo publicado en inglés no aplica.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Sitios oficiales y normas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Leyes, decretos, guías de ministerios, estadísticas de entidades públicas.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Es fuente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primaria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se cita el documento, no la noticia que lo comenta. Ya lo practicaron en las sesiones 4 y 5.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Documentación de proyectos
y software reales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Soluciones que ya funcionan, con su manual y sus limitaciones declaradas.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Es el antecedente más útil para prototipar.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Cite versión y fecha de consulta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cambia todo el tiempo.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Asistente de IA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Pistas, sinónimos, términos en inglés para buscar mejor.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No es una fuente.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Puede devolver autores, títulos y años que parecen reales y no existen. Sirve para buscar, nunca para citar.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Regla del curso: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si no puede abrir el enlace y ver el documento, no lo cite.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Y de las tres fuentes del taller, al menos una tiene que ser académica o normativa.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reglas sobre las fuentes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Nunca invente una cita, y nunca copie una que no abrió.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Una cita falsa es la falta más grave de un trabajo académico, y hoy es más fácil que nunca cometerla sin querer: los asistentes de IA generan referencias con formato perfecto que no existen. Si no abrió el documento, no lo cite.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«No encontramos nada» es un resultado válido, si se escribe bien.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anota qué se buscó, con qué términos, en qué sitios, y qué se encontró de lo más cercano. Eso es un hallazgo y se califica. Lo que no se acepta es rellenar el vacío con fuentes de adorno que nadie leyó.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Encontrar que su idea ya existe no arruina el proyecto: lo mejora.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Significa que el problema es real y que hay de dónde partir. La pregunta deja de ser «¿lo inventamos?» y pasa a ser «¿qué hacemos distinto, y por qué eso importa en nuestro contexto?», que es una pregunta de ingeniería mucho mejor.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si no existe en ningún lado, probablemente no buscaron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es deliberadamente incómoda y funciona porque casi todos los equipos llegan a esta altura del semestre convencidos de que su solución es original.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encuadre que funciona: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buscar antecedentes no le quita mérito al proyecto, le da argumento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Aproveche el muro para recoger las respuestas y luego voltee la pregunta: *¿qué sería peor, descubrir hoy que ya existe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 descubrirlo el día de la exposición final cuando alguien del público lo diga?* Esa reformulación convierte la sesión en una protección y no en una tarea.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Innovación: por qué la adopción es lo que decide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confusión que hay que desarmar en primer semestre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innovación = tecnología nueva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esa definición, un equipo se siente obligado a meter inteligencia artificial, blockchain o lo que esté de moda en un proyecto que no lo necesita, y el resultado es peor que la solución simple.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definición útil: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innovación es una solución que alguien adopta y que cambia algo en la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palabra clave es *adopta*.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tiene una consecuencia directa sobre sus proyectos y conviene decirla: la biblioteca que empieza a usar una lista publicada es más innovadora que la aplicación perfecta que quedó en el computador del equipo.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Incremental y radical.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incremental —mejorar algo que ya funciona, un paso a la vez— es lo que ocurre casi siempre y lo único que cabe en un semestre.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Innovación: por qué la adopción es lo que decide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tiene un proyecto de gestión sin pantallas, este es su lugar en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punto que abre el resto de la clase: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casi toda innovación es una recombinación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cosas que ya existían, traídas a un contexto donde no estaban.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maneras de generar una mejora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Estas cuatro operaciones son deliberadamente simples porque tienen que poder usarse en quince minutos dentro de una sala de grupo.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condición que hay que repetir: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aplican sobre un antecedente concreto, no sobre una hoja en blanco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antecedente no producen nada.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QUITAR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más subestimada y casi siempre la más efectiva.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caso de la biblioteca: quitar el registro previo del usuario, quitar la contraseña, quitar la visita presencial.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cosa que se quita elimina una razón para que la solución no se use.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operación de la que sale la mayoría de las innovaciones incrementales reales.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INVERTIR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dar vuelta a quién hace el trabajo o cuándo se hace: que el usuario consulte en vez de que alguien responda —que es exactamente la decisión de la sesión 8—, que el dato se cargue al cerrar y no en el momento de atender.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maneras de generar una mejora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Invertir suele resolver restricciones de personal, que son las más duras y las que menos se pueden comprar.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ADAPTAR DE OTRO DOMINIO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traer una solución que ya funciona en otro campo.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que conviene dar porque desbloquea a todos los equipos: *la disponibilidad de un libro y la disponibilidad de una mesa en un restaurante son el mismo problema*.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se queda sin ideas, la pregunta que hay que hacerle es «¿qué otro negocio tiene este mismo problema y cómo lo resolvió?».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Buscar: la pregunta de búsqueda y los cinco pasos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paso que casi nadie hace es el primero, y es el que ahorra las tres horas perdidas: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escribir la pregunta de búsqueda antes de buscar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una palabra —«bibliotecas»— sino una pregunta: *¿cómo publican su disponibilidad las bibliotecas pequeñas que no tienen sistema?* Sin pregunta la búsqueda no tiene final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nada permite decidir si un resultado sirve o no.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Traducir a términos de búsqueda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paso técnico: dos o tres versiones del mismo concepto —el término técnico, el término común y el término en inglés—.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navegador traduce; la falta de resultados no.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Buscar en más de un sitio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donde la mayoría falla por comodidad: un buscador general, un buscador académico, un repositorio institucional y las normas oficiales.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uno devuelve un tipo distinto de cosa y ninguno cubre a los otros.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Filtrar por calidad y no por posición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criterio que hay que dejar instalado para toda la carrera: el primer resultado es el mejor posicionado, que no es lo mismo que el mejor.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Buscar: la pregunta de búsqueda y los cinco pasos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preguntas rápidas bastan: quién lo escribe —hay un autor o una institución responsable—, de qué año es, dónde se publicó, y si se puede verificar abriendo el documento.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Fichar mientras se lee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cierra el método.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ficha del curso tiene seis campos: autor o responsable, año, dónde, qué hace,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le falta para nuestro caso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el enlace.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quinto campo es el que convierte una bibliografía en un insumo de diseño: es la brecha donde va a entrar su propuesta de mejora, y es lo que se califica más alto en el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Calidad de las fuentes, la IA y qué hacer cuando no se encuentra nada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de sitios hay que recorrerla rápido y con un consejo práctico por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más valioso: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cuando un artículo académico está de pago, busque el PDF en el repositorio institucional de la universidad del autor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una parte grande está disponible de manera libre y legal.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repositorios institucionales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merecen un énfasis especial en este curso: son la mejor fuente para problemas de contexto colombiano, porque las tesis y trabajos de grado suelen atacar exactamente el tipo de problema local que ellos eligieron.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sitios oficiales y las normas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son fuente primaria: se cita el documento, no la noticia que lo comenta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misma regla que ya practicaron en la sesión 4 con los numerales y en la sesión 5 con las cifras.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asistente de 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merece su propia fila y hay que ser preciso, porque este curso lo autoriza en dos sesiones y lo prohíbe en el resto.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Calidad de las fuentes, la IA y qué hacer cuando no se encuentra nada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Sirve para buscar —pistas, sinónimos, el término en inglés que uno no conoce—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sirve para citar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razón técnica hay que decirla explícitamente: un modelo de lenguaje genera texto plausible, y una referencia bibliográfica plausible tiene autor, título, revista y año con formato perfecto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aunque no exista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del curso es simple y verificable: **si no puede abrir el enlace y ver el documento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lo cite.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 Las tres reglas del cierre son las que definen la ética del trabajo académico en este curso. 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No inventar una cita ni copiar una que no se abrió** es la falta más grave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hoy es más fácil cometerla sin mala intención que nunca.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«No encontramos nada» es un resultado válido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se escribe con qué términos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Calidad de las fuentes, la IA y qué hacer cuando no se encuentra nada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qué sitios y qué fue lo más cercano que apareció: eso es un hallazgo, se califica, y es infinitamente mejor que tres fuentes de adorno que nadie leyó.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tercera tranquiliza y hay que decirla con convicción: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encontrar que su idea ya existe mejora el proyecto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confirma que el problema es real y da un punto de partida; la pregunta deja de ser «¿lo inventamos?» y pasa a ser «¿qué hacemos distinto y por qué eso importa en nuestro contexto?», que es una pregunta de ingeniería mucho mejor.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Antecedentes y propuesta de mejora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búsqueda repartida: 2 académico · 2 soluciones reales · 1 normas · tres fichas de antecedentes + propuesta de mejora + mapa en Excalidraw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PREGUNTA DE BÚSQUEDA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una palabra, y sus términos de búsqueda en dos o tres versiones — incluida una en inglés.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TRES ANTECEDENTES FICHADOS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fichas con los seis campos: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autor o responsable · año · dónde · qué hace · qué le falta para nuestro caso · enlace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Al menos una fuente académica o normativa.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BUSCAMOS Y NO ENCONTRAMOS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buscaron, con qué términos, en qué sitios,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fue lo más cercano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apareció. «No encontramos nada» bien escrito es un hallazgo.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PROPUESTA DE MEJORA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van a hacer distinto respecto a lo fichado,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cuál de las cuatro operaciones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(quitar, combinar, invertir, adaptar), y por qué eso importa en su contexto.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VAMOS A REUSAR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de lo que ya existe piensan aprovechar: una idea de diseño, una forma de organizar los datos, una herramienta, una lista de errores conocidos.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25 s · La pregunta de búsqueda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Leída tal cual, con un término en inglés.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antecedente más útil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es, de qué año,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muéstrenlo en pantalla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Qué le falta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brecha respecto a su caso.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La propuesta de mejora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hacen distinto y con cuál de las cuatro operaciones.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15 s · Qué reusan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cosa concreta que aprovechan de lo que ya existe.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bibliográfica — completar las tres fichas con los seis campos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abrir cada enlace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confirmar que sirve, anotando la fecha de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Propuesta de mejora escrita en el documento del equipo: la brecha, la operación usada y por qué importa en su contexto. Máximo una página.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10 · Herramientas digitales aplicadas a la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qué es un prototipo y qué no, los niveles de fidelidad, y por qué el dibujo a mano da mejor retroalimentación que la pantalla terminada.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sesión 10 traigan la propuesta de mejora escrita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alcance mínimo de la sesión 8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la vista. Se van a dibujar las tres pantallas o pasos del flujo principal, y de las fichas de hoy sale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Estrategias de innovación en Ingeniería · Clase 9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Nadie parte de cero: lo que se cita se puede abrir, y lo que se mejora se puede señalar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