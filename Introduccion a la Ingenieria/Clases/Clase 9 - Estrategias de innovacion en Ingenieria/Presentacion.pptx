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atro-maner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uatro-maner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uatro-maner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uatro-maner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QUITAR:</a:t>
            </a:r>
            <a:r>
              <a:rPr sz="2000" b="0" i="0">
                <a:solidFill>
                  <a:srgbClr val="333333"/>
                </a:solidFill>
                <a:latin typeface="Calibri"/>
              </a:rPr>
              <a:t> Sacar un paso, un requisito o un dato.</a:t>
            </a:r>
          </a:p>
          <a:p>
            <a:pPr>
              <a:spcAft>
                <a:spcPts val="800"/>
              </a:spcAft>
            </a:pPr>
            <a:r>
              <a:rPr sz="2000" b="0" i="0">
                <a:solidFill>
                  <a:srgbClr val="333333"/>
                </a:solidFill>
                <a:latin typeface="Calibri"/>
              </a:rPr>
              <a:t>–   </a:t>
            </a:r>
            <a:r>
              <a:rPr sz="2000" b="1" i="0">
                <a:solidFill>
                  <a:srgbClr val="333333"/>
                </a:solidFill>
                <a:latin typeface="Calibri"/>
              </a:rPr>
              <a:t>COMBINAR:</a:t>
            </a:r>
            <a:r>
              <a:rPr sz="2000" b="0" i="0">
                <a:solidFill>
                  <a:srgbClr val="333333"/>
                </a:solidFill>
                <a:latin typeface="Calibri"/>
              </a:rPr>
              <a:t> Juntar dos cosas que ya existen y que nadie había juntado en este contexto: una lista pública + un mensaje automático.</a:t>
            </a:r>
          </a:p>
          <a:p>
            <a:pPr>
              <a:spcAft>
                <a:spcPts val="800"/>
              </a:spcAft>
            </a:pPr>
            <a:r>
              <a:rPr sz="2000" b="0" i="0">
                <a:solidFill>
                  <a:srgbClr val="333333"/>
                </a:solidFill>
                <a:latin typeface="Calibri"/>
              </a:rPr>
              <a:t>–   </a:t>
            </a:r>
            <a:r>
              <a:rPr sz="2000" b="1" i="0">
                <a:solidFill>
                  <a:srgbClr val="333333"/>
                </a:solidFill>
                <a:latin typeface="Calibri"/>
              </a:rPr>
              <a:t>INVERTIR:</a:t>
            </a:r>
            <a:r>
              <a:rPr sz="2000" b="0" i="0">
                <a:solidFill>
                  <a:srgbClr val="333333"/>
                </a:solidFill>
                <a:latin typeface="Calibri"/>
              </a:rPr>
              <a:t> Dar vuelta a quién hace el trabajo o cuándo se hace: que el usuario consulte en vez de que alguien responda;</a:t>
            </a:r>
          </a:p>
          <a:p>
            <a:pPr>
              <a:spcAft>
                <a:spcPts val="800"/>
              </a:spcAft>
            </a:pPr>
            <a:r>
              <a:rPr sz="2000" b="0" i="0">
                <a:solidFill>
                  <a:srgbClr val="333333"/>
                </a:solidFill>
                <a:latin typeface="Calibri"/>
              </a:rPr>
              <a:t>–   </a:t>
            </a:r>
            <a:r>
              <a:rPr sz="2000" b="1" i="0">
                <a:solidFill>
                  <a:srgbClr val="333333"/>
                </a:solidFill>
                <a:latin typeface="Calibri"/>
              </a:rPr>
              <a:t>ADAPTAR DE OTRO DOMINIO:</a:t>
            </a:r>
            <a:r>
              <a:rPr sz="2000" b="0" i="0">
                <a:solidFill>
                  <a:srgbClr val="333333"/>
                </a:solidFill>
                <a:latin typeface="Calibri"/>
              </a:rPr>
              <a:t> Traer una solución que funciona en otro campo.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anteceden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anteceden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antecedent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antecedent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Pregunta:</a:t>
            </a:r>
            <a:r>
              <a:rPr sz="2000" b="0" i="0">
                <a:solidFill>
                  <a:srgbClr val="333333"/>
                </a:solidFill>
                <a:latin typeface="Calibri"/>
              </a:rPr>
              <a:t> ¿Cómo manejan los turnos los negocios pequeños que no tienen sistema?</a:t>
            </a:r>
          </a:p>
          <a:p>
            <a:pPr>
              <a:spcAft>
                <a:spcPts val="800"/>
              </a:spcAft>
            </a:pPr>
            <a:r>
              <a:rPr sz="2000" b="0" i="0">
                <a:solidFill>
                  <a:srgbClr val="333333"/>
                </a:solidFill>
                <a:latin typeface="Calibri"/>
              </a:rPr>
              <a:t>–   </a:t>
            </a:r>
            <a:r>
              <a:rPr sz="2000" b="1" i="0">
                <a:solidFill>
                  <a:srgbClr val="333333"/>
                </a:solidFill>
                <a:latin typeface="Calibri"/>
              </a:rPr>
              <a:t>2 · Términos:</a:t>
            </a:r>
            <a:r>
              <a:rPr sz="2000" b="0" i="0">
                <a:solidFill>
                  <a:srgbClr val="333333"/>
                </a:solidFill>
                <a:latin typeface="Calibri"/>
              </a:rPr>
              <a:t> «turnos virtuales», «gestión de filas», «queue management small business».</a:t>
            </a:r>
          </a:p>
          <a:p>
            <a:pPr>
              <a:spcAft>
                <a:spcPts val="800"/>
              </a:spcAft>
            </a:pPr>
            <a:r>
              <a:rPr sz="2000" b="0" i="0">
                <a:solidFill>
                  <a:srgbClr val="333333"/>
                </a:solidFill>
                <a:latin typeface="Calibri"/>
              </a:rPr>
              <a:t>–   </a:t>
            </a:r>
            <a:r>
              <a:rPr sz="2000" b="1" i="0">
                <a:solidFill>
                  <a:srgbClr val="333333"/>
                </a:solidFill>
                <a:latin typeface="Calibri"/>
              </a:rPr>
              <a:t>3 · Sitios:</a:t>
            </a:r>
            <a:r>
              <a:rPr sz="2000" b="0" i="0">
                <a:solidFill>
                  <a:srgbClr val="333333"/>
                </a:solidFill>
                <a:latin typeface="Calibri"/>
              </a:rPr>
              <a:t> Google Scholar, el repositorio de una universidad, y apps de turnos que ya existen.</a:t>
            </a:r>
          </a:p>
          <a:p>
            <a:pPr>
              <a:spcAft>
                <a:spcPts val="800"/>
              </a:spcAft>
            </a:pPr>
            <a:r>
              <a:rPr sz="2000" b="0" i="0">
                <a:solidFill>
                  <a:srgbClr val="333333"/>
                </a:solidFill>
                <a:latin typeface="Calibri"/>
              </a:rPr>
              <a:t>–   </a:t>
            </a:r>
            <a:r>
              <a:rPr sz="2000" b="1" i="0">
                <a:solidFill>
                  <a:srgbClr val="333333"/>
                </a:solidFill>
                <a:latin typeface="Calibri"/>
              </a:rPr>
              <a:t>4 · Filtro:</a:t>
            </a:r>
            <a:r>
              <a:rPr sz="2000" b="0" i="0">
                <a:solidFill>
                  <a:srgbClr val="333333"/>
                </a:solidFill>
                <a:latin typeface="Calibri"/>
              </a:rPr>
              <a:t> Se descarta un blog sin autor; se queda una tesis de 2021 sobre filas en droguerías.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vale tanto como una fuente.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