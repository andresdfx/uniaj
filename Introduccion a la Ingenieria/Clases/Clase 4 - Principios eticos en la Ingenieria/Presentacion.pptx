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Principios éticos en la Ingeniería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Cuando el software funciona y aun así el ingeniero hizo algo mal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 misma estructura de las 16 sesiones. El reloj de pared de su grupo está en el calendario del curso.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38625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00:00–00:10 · 10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Pregunta de entrada en el muro mientras se conectan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4084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12659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00:10–00:55 · 45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8379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— principios, normas colombianas y cuatro casos reales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9543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8118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00:55–01:12 · 17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3838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— comité de ética: juzgar un caso con el código en la mano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05002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577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01:12–01:27 · 15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297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5 equipos × 3 min — el veredicto y el momento en que se pudo parar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60461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79036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01:27–01:30 · 3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4756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Una idea, la tarea y los enlaces en el chat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Distinguir un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problema ético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un problema técnico y de un problema legal.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Usar los principios del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código de ética de ACM/IEEE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de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Ley 842 de 2003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para juzgar un caso.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Nombrar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tres normas colombianas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 obligan al ingeniero de sistemas, y qué exige cada una.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Identificar en un caso real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momento en que se pudo parar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quién tenía que hablar.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4295" y="320040"/>
            <a:ext cx="1645920" cy="7173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128016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9CCB"/>
                </a:solidFill>
                <a:latin typeface="Calibri"/>
              </a:rPr>
              <a:t>Pregunta de entrada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82009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Un ingeniero escribió el código que le pidieron, funcionó perfecto, y terminó en la cárcel. ¿Cómo llega alguien ahí?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Pasó de verdad: 40 meses de prisión, y el software no tenía un solo error.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Hoy vemos por qué «yo solo programé lo que me pidieron» no es una defensa.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Tres cosas que se confunden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la gente cree que es la ética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Ser buena persona y tener buenas intenciones.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tema de opinión: cada uno tiene la suya.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Algo que se ve al final, cuando ya pasó el daño.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Responsabilidad del jefe, que fue el que decidió.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Lo mismo que la ley: si es legal, está bien.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es en una profesión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Decidir bien con información incompleta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y poder explicar por qué.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Hay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códigos escritos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con principios y numerales que se citan.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ve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en el momento de decidir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que casi siempre es temprano y barato.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que firma responde, y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el que ejecuta también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: hay ingenieros presos.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ley es el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mínimo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 Muchas cosas legales son indefendibles.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principios que sí están escritos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ACM/IEEE · Código de Ética del Ingeniero de Software (1999)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Ocho principios: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público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cliente y empleador, producto, juicio, gestión, profesión, colegas y sí mismo. El primero manda sobre los otros siete: «actuar de forma consistente con el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interés público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».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7287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7287" y="1261872"/>
            <a:ext cx="5547207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1879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Ley 842 de 2003 · Colombia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879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Código de ética profesional de la ingeniería. Obliga a los deberes con la sociedad, la dignidad de la profesión y el ejercicio con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matrícula profesional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(COPNIA), que es la que se puede suspender.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0772"/>
            <a:ext cx="5547207" cy="9144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Ley 1581 de 2012 · Datos personales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Principios de finalidad, libertad, veracidad, seguridad y acceso restringido.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Nada de datos personales sin autorización previa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y los datos sensibles (salud, biometría, orientación) tienen protección reforzada.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7287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7287" y="38907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1879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Ley 1273 de 2009 · Delitos informáticos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1879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Metió al Código Penal el acceso abusivo a un sistema informático, la interceptación de datos y el hurto por medios informáticos. Aquí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la sanción es cárcel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no una multa a la empresa.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Cuatro casos donde el software funcionó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896112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3657600"/>
                <a:gridCol w="393192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Caso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Qué pasó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La decisión que lo causó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Therac-25
1985–1987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Una máquina de radioterapia entregó sobredosis masivas de radiación. Seis accidentes conocidos, con muertos.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Se quitaron los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seguros físicos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de los modelos anteriores y se confió solo en el software. Nadie lo revisó de forma independiente.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Volkswagen
2015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Un software detectaba la prueba de emisiones y bajaba los contaminantes solo durante el examen. En la calle, muchas veces el límite.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Un ingeniero programó exactamente lo que le pidieron.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Se declaró culpable y recibió 40 meses de prisión.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Boeing 737 MAX
2018–2019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Un sistema automático empujaba el morro del avión hacia abajo. Dos accidentes, 346 muertos, la flota en tierra.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El sistema dependía de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un solo sensor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y no se explicó en el manual de vuelo. La alerta que avisaba era un accesorio opcional.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Cambridge Analytica
2018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Datos de decenas de millones de personas usados para perfilamiento político sin que ellas lo supieran.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Una interfaz permitía a una aplicación tomar datos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de los amigos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del usuario. Era legal, estaba documentado, y nadie preguntó si debía existir.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79476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En los cuatro, el código hizo lo que se le pidió. El problema fue lo que se le pidió, y que nadie con la información suficiente lo detuvo.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«Yo solo programé lo que me pidieron»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No funciona legalmente.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En el caso Volkswagen un ingeniero que ejecutó la orden se declaró culpable y fue condenado a prisión, además de la multa. La orden de un superior no traslada la responsabilidad penal.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No funciona profesionalmente.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El primer principio del código ACM/IEEE pone el interés público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por encima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del cliente y del empleador. Si hay conflicto, el código ya decidió cuál gana.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Lo que sí funciona: dejar rastro y escalar temprano.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Un correo que diga «esto que me piden tiene este riesgo para estos afectados, lo dejo por escrito» cambia el caso, ayuda a que se corrija y protege a quien lo escribió. Callar por escrito no existe.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Cinco preguntas para decidir sin ser experto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Ninguna requiere ser abogado. La 3 es la que más rápido descarta una mala idea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 · ¿Quién se puede dañar?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Nómbrelo. Si la respuesta es «nadie», busque de nuevo: siempre hay alguien que no está en la reunión.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 · ¿Lo sabe y lo aceptó?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Consentimiento informado. Si el afectado no sabe que existe el sistema, ya hay un problema.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 · ¿Aguanta que se sepa?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Si esto sale publicado mañana con su nombre, ¿lo defiende? Es la prueba más rápida que existe.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 · ¿Qué dice el código?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Busque el numeral. Citar un principio escrito es más fuerte que dar una opinión.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 · ¿Cuándo se puede parar?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Encuentre el momento más temprano y más barato. Después de entregar cuesta cien veces más.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de hoy: Comité de ética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17 min en equipos · un caso por equipo, del 1 al 5 · acta del comité con el numeral citado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18487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18487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63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LOS HECHOS, SIN ADJETIVOS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Qué pasó, en cinco líneas máximo: qué sistema era, qué hizo, a quién afectó y cómo se supo. Sin opinión todavía.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95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95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240279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QUIÉN DECIDIÓ QUÉ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La decisión concreta que causó el daño y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quién la tomó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(el rol: el diseñador, el gerente de producto, el ingeniero que ejecutó). Si fueron varias personas en cadena, escriban la cadena.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25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16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NUMERAL QUE SE VIOLÓ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Cite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literalmente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al menos un principio del código ACM/IEEE o un artículo de la Ley 842 de 2003, la Ley 1581 de 2012 o la Ley 1273 de 2009, y explique en dos líneas por qué aplica a este caso.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02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48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93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MOMENTO EN QUE SE PUDO PARAR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El momento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más temprano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que alguien con la información disponible podía cambiar el resultado, y qué debía hacer exactamente ahí (a quién decirle qué, y por escrito o no).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78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325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325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270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REGLA QUE SE LLEVAN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Una regla en una frase, escrita para ustedes mismos, que evite repetir esto en el proyecto de este curso. Tiene que ser verificable.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expone en 3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Habla el vocero con la pantalla ya compartida · cronómetro en pantalla · se corta al llegar a cero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30 s · Los hechos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pasó, sin adjetivos. Cinco líneas dichas en medio minuto.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40 s · Quién decidió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La decisión y el rol de quien la tomó. No «la empresa».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50 s · El numeral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Lea el principio o el artículo y diga por qué aplica. Es lo que más pesa.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50 s · El momento de parar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Cuándo y qué había que hacer. Es el minuto obligatorio.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10 s · La regla propia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Una frase, verificable, para su propio proyecto.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la sesión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dirigido: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Lectura del código ético — el código ACM/IEEE completo, los ocho principios, y los deberes del ingeniero frente a la sociedad de la Ley 842 de 2003.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independiente: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Análisis crítico del código ético: media página sobre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 principio que su equipo cree difícil de cumplir en la práctica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con el motivo.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Sesión 5 · El rol del ingeniero en el contexto ambiental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el impacto ambiental del software, que es el daño que no tiene una víctima con nombre y que casi nadie mide.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Aviso: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Traigan leído el código de ética y la regla propia de hoy escrita en el documento del equipo. En la sesión 6 esa regla entra en la ficha del problema del proyecto.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 de salir: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enlace del documento del equipo en el chat, con permiso de lectura para el docente, y el nombre del vocero de hoy.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Nos vemos en la sesión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Principios éticos en la Ingeniería · Clase 4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FI300101 · 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En los cuatro casos el software funcionó. Falló lo que se pidió construir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