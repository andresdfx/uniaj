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Principios éticos en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el software funciona y aun así el ingeniero hizo algo mal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principios, normas colombianas y cuatro casos reales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comité de ética: juzgar un caso con el código en la mano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veredicto y el momento en que se pudo parar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ético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problema técnico y de un problema legal.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los principios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código de ética de ACM/IEEE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842 de 2003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juzgar un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normas colombianas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obligan al ingeniero de sistemas, y qué exige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en un caso real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momento en que se pudo parar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quién tenía que hablar.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 ingeniero escribió el código que le pidieron, funcionó perfecto, y terminó en la cárcel. ¿Cómo llega alguien ahí?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Pasó de verdad: 40 meses de prisión, y el software no tenía un solo error.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vemos por qué «yo solo programé lo que me pidieron» no es una defensa.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cosas que se confunden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la gente cree que es la ética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Ser buena persona y tener buenas intenciones.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tema de opinión: cada uno tiene la suya.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Algo que se ve al final, cuando ya pasó el daño.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Responsabilidad del jefe, que fue el que decidió.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 mismo que la ley: si es legal, está bien.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 en una profesión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Decidir bien con información incompleta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poder explicar por qué.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códigos escritos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 principios y numerales que se citan.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el momento de decidir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que casi siempre es temprano y barato.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que firma responde,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que ejecuta también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hay ingenieros presos.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ley es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mínimo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Muchas cosas legales son indefendibles.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principios que sí están escritos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ACM/IEEE · Código de Ética del Ingeniero de Software (1999)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principios: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público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cliente y empleador, producto, juicio, gestión, profesión, colegas y sí mismo. El primero manda sobre los otros siete: «actuar de forma consistente con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interés público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842 de 2003 · Colombia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Código de ética profesional de la ingeniería. Obliga a los deberes con la sociedad, la dignidad de la profesión y el ejercicio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matrícula profesional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(COPNIA), que es la que se puede suspender.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1581 de 2012 · Datos personales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Principios de finalidad, libertad, veracidad, seguridad y acceso restringido.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Nada de datos personales sin autorización previa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los datos sensibles (salud, biometría, orientación) tienen protección reforzada.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Ley 1273 de 2009 · Delitos informáticos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Metió al Código Penal el acceso abusivo a un sistema informático, la interceptación de datos y el hurto por medios informáticos. Aquí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sanción es cárcel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una multa a la empresa.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casos donde el software funcionó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57600"/>
                <a:gridCol w="39319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decisión que lo causó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Therac-25
1985–1987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máquina de radioterapia entregó sobredosis masivas de radiación. Seis accidentes conocidos, con muertos.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Se quitaron los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seguros físicos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de los modelos anteriores y se confió solo en el software. Nadie lo revisó de forma independiente.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Volkswagen
2015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software detectaba la prueba de emisiones y bajaba los contaminantes solo durante el examen. En la calle, muchas veces el límite.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ingeniero programó exactamente lo que le pidieron.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Se declaró culpable y recibió 40 meses de prisión.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Boeing 737 MAX
2018–2019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automático empujaba el morro del avión hacia abajo. Dos accidentes, 346 muertos, la flota en tierra.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sistema dependía de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un solo sensor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no se explicó en el manual de vuelo. La alerta que avisaba era un accesorio opcional.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Cambridge Analytica
2018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Datos de decenas de millones de personas usados para perfilamiento político sin que ellas lo supieran.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Una interfaz permitía a una aplicación tomar datos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de los amigos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del usuario. Era legal, estaba documentado, y nadie preguntó si debía existir.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En los cuatro, el código hizo lo que se le pidió. El problema fue lo que se le pidió, y que nadie con la información suficiente lo detuvo.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«Yo solo programé lo que me pidieron»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funciona legalmente.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En el caso Volkswagen un ingeniero que ejecutó la orden se declaró culpable y fue condenado a prisión, además de la multa. La orden de un superior no traslada la responsabilidad penal.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funciona profesionalmente.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El primer principio del código ACM/IEEE pone el interés público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por encima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cliente y del empleador. Si hay conflicto, el código ya decidió cuál gana.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sí funciona: dejar rastro y escalar temprano.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 correo que diga «esto que me piden tiene este riesgo para estos afectados, lo dejo por escrito» cambia el caso, ayuda a que se corrija y protege a quien lo escribió. Callar por escrito no existe.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preguntas para decidir sin ser experto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requiere ser abogado. La 3 es la que más rápido descarta una mala idea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¿Quién se puede dañar?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Nómbrelo. Si la respuesta es «nadie», busque de nuevo: siempre hay alguien que no está en la reunión.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¿Lo sabe y lo aceptó?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Consentimiento informado. Si el afectado no sabe que existe el sistema, ya hay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¿Aguanta que se sepa?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 esto sale publicado mañana con su nombre, ¿lo defiende? Es la prueba más rápida que existe.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¿Qué dice el código?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Busque el numeral. Citar un principio escrito es más fuerte que dar una opinión.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¿Cuándo se puede parar?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Encuentre el momento más temprano y más barato. Después de entregar cuesta cien veces más.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Comité de ética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caso por equipo, del 1 al 5 · acta del comité con el numeral citado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HECHOS, SIN ADJETIVOS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pasó, en cinco líneas máximo: qué sistema era, qué hizo, a quién afectó y cómo se supo. Sin opinión todavía.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QUIÉN DECIDIÓ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decisión concreta que causó el daño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la tomó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(el rol: el diseñador, el gerente de producto, el ingeniero que ejecutó). Si fueron varias personas en cadena, escriban la cadena.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NUMERAL QUE SE VIOLÓ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Cite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literalmente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 menos un principio del código ACM/IEEE o un artículo de la Ley 842 de 2003, la Ley 1581 de 2012 o la Ley 1273 de 2009, y explique en dos líneas por qué aplica a este caso.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MOMENTO EN QUE SE PUDO PARAR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momento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más temprano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que alguien con la información disponible podía cambiar el resultado, y qué debía hacer exactamente ahí (a quién decirle qué, y por escrito o no).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REGLA QUE SE LLEVAN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regla en una frase, escrita para ustedes mismos, que evite repetir esto en el proyecto de este curso. Tiene que ser verificable.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hechos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pasó, sin adjetivos. Cinco líneas dichas en medio minuto.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Quién decidió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decisión y el rol de quien la tomó. No «la empresa».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numeral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Lea el principio o el artículo y diga por qué aplica. Es lo que más pesa.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momento de parar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Cuándo y qué había que hacer.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regla propia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frase, verificable, para su propio proyecto.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Lectura del código ético — el código ACM/IEEE completo, los ocho principios, y los deberes del ingeniero frente a la sociedad de la Ley 842 de 2003.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Análisis crítico del código ético: media página sobre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principio que su equipo cree difícil de cumplir en la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motivo.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5 · El rol del ingeniero en el contexto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impacto ambiental del software, que es el daño que no tiene una víctima con nombre y que casi nadie mide.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leído el código de ética y la regla propia de hoy escrita en el documento del equipo. En la sesión 6 esa regla entra en la ficha del problema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Principios éticos en la Ingeniería · Clase 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En los cuatro casos el software funcionó. Falló lo que se pidió construir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