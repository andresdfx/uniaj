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el trabajo de ingeniería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2.</a:t>
            </a:r>
            <a:r>
              <a:rPr sz="1200" b="0" i="1">
                <a:solidFill>
                  <a:srgbClr val="666666"/>
                </a:solidFill>
                <a:latin typeface="Calibri"/>
              </a:rPr>
              <a:t> La teoría baja a 17 minutos para que quepan los </a:t>
            </a:r>
            <a:r>
              <a:rPr sz="1200" b="1" i="1">
                <a:solidFill>
                  <a:srgbClr val="666666"/>
                </a:solidFill>
                <a:latin typeface="Calibri"/>
              </a:rPr>
              <a:t>20 minutos de evaluación</a:t>
            </a:r>
            <a:r>
              <a:rPr sz="1200" b="0" i="1">
                <a:solidFill>
                  <a:srgbClr val="666666"/>
                </a:solidFill>
                <a:latin typeface="Calibri"/>
              </a:rPr>
              <a:t> al final, sobre lo visto en el corte hasta hoy. Es además la </a:t>
            </a:r>
            <a:r>
              <a:rPr sz="1200" b="1" i="1">
                <a:solidFill>
                  <a:srgbClr val="666666"/>
                </a:solidFill>
                <a:latin typeface="Calibri"/>
              </a:rPr>
              <a:t>segunda y última sesión con asistente de IA autorizado</a:t>
            </a:r>
            <a:r>
              <a:rPr sz="1200" b="0" i="1">
                <a:solidFill>
                  <a:srgbClr val="666666"/>
                </a:solidFill>
                <a:latin typeface="Calibri"/>
              </a:rPr>
              <a:t> —la otra fue la sesión 3—.</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lo que vale</a:t>
            </a:r>
            <a:r>
              <a:rPr sz="1300" b="0" i="0">
                <a:solidFill>
                  <a:srgbClr val="333333"/>
                </a:solidFill>
                <a:latin typeface="Calibri"/>
              </a:rPr>
              <a:t>: es la prueba de que ustedes pensaron, y no la IA.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