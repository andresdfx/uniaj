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Taller de prototipado inicial con IA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La IA propone, ustedes deciden — y lo que corrigieron es lo que se califica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Hoy cierra el corte 2: la evaluación va al final, después de las exposiciones, porque cubre las cinco sesiones completas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50670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00:00–00:08 · 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30219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6749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00:08–00:25 · 17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2469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Qué hace bien y qué mal la IA, cómo se le pide y cómo se corrige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9769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16298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00:25–00:52 · 27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2018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Prototipo v2 con IA, en salas de grupo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89318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5847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00:52–01:07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1567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Exposiciones — 5 equipos × 3 min — lo que corrigieron a mano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68867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75396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01:07–01:27 · 20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1116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Evaluación de corte 2 — En la plataforma del curso · cubre las sesiones 7 a 11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48416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54946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00666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Qué queda amarrado para el corte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666666"/>
                </a:solidFill>
                <a:latin typeface="Calibri"/>
              </a:rPr>
              <a:t>Esta sesión cierra el corte 2 (30 %).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La teoría baja a 17 minutos y la actividad a 27 para que quepan los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20 minutos de evaluación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al final, en la plataforma del curso, sobre las sesiones 7 a 11. Es además la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segunda y última sesión con asistente de IA autorizado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—la otra fue la sesión 3—, y aplica la misma regla, hoy con más peso: se entrega el prompt usado y la lista de lo que se corrigió a mano.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Escribir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prompt con 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problema, actores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restricciones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proyecto.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Pedir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variantes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vez de una respuesta, y elegir una con criterio propio.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Detectar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corregir lo que la IA no podía saber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el contexto local y las restricciones.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trazabilidad del uso de IA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el prompt, lo corregido y lo descartado.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Le pedí a un asistente que mejorara el prototipo de la biblioteca. Me devolvió algo mejor... y además ilegal. ¿Cómo puede pasar eso?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Propuso crear cuentas de usuario y enviar avisos por correo.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Nadie le dijo que el proyecto no puede pedir datos personales.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hace bien y qué hace mal la IA en prototipado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Hace bien: variantes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Pedir tres maneras distintas de organizar una pantalla, o diez nombres para un botón.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 rapidísima para abrir opciones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que es justo lo que cuesta cuando un equipo lleva dos horas mirando su propio dibujo.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Hace bien: textos y casos de prueba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Rótulos, mensajes de error, y sobre todo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listas de casos que a nadie se le ocurrieron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«¿qué pasa si el usuario escribe el título con una tilde de más?». Ahí es muy útil.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Hace mal: el contexto local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No sabe que no hay computador en el mostrador, que las voluntarias rotan ni que el presupuesto es cero.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Va a proponer la solución promedio de internet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que es una solución para un contexto que no es el suyo.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Hace mal: inventar con seguridad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Va a proponer funciones que violan sus propias restricciones, y a veces la ley — cuentas de usuario, avisos por correo, recolección de datos— sin avisar de ninguna manera que hay un problema.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le pide algo a la IA en este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prompt sin contexto ni restricciones devuelve la solución promedio de internet, que no es la solución de su proyecto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Dé el contexto que no puede saber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problema en una frase (sesión 6), quién lo usa,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las restricciones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es el paso que decide la calidad de todo lo demás.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Pida variantes, no una respuesta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«Dame tres maneras distintas de…». Una sola respuesta invita a aceptarla; tres obligan a elegir, y elegir es su trabajo.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Prohíba explícitamente lo prohibido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«Sin crear cuentas de usuario, sin pedir datos personales, sin instalar nada.»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 no lo dice, lo va a proponer.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Corrija a mano y anote qué corrigió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Esa lista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 el entregable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la prueba de que ustedes pensaron, y es lo que más pesa en la rúbrica de hoy.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Declare el uso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 el documento: qué asistente, para qué, qué se aceptó y qué se descartó.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Declararlo es lo profesional; esconderlo es la falta.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variante de la IA y la corrección del equipo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Ninguna de las cinco propuestas era absurda. Las cinco eran incorrectas para este proyecto, y el asistente no tenía manera de saberlo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devolvió el asistente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Pantalla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registro con correo y contraseña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antes de consultar.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Aviso automático por correo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cuando el libro se devuelva.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Sistema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reservas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 historial por usuario.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Catálogo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imágenes de portadas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Mensaje: «No se encontraron resultados».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quedó después de corregir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Sin cuenta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se consulta con un enlace. *Requisito no funcional de la sesión 7.*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Nada de correos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pedir el correo es recolectar datos personales. *Ley 1581 de 2012.*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Sin reservas ni historial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quedó fuera del alcance en la sesión 8.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Sin imágenes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rompía el límite de 200 KB por consulta. *Indicador de la sesión 5.*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«No encontramos «X» en la lista. Pregunte en el mostrador o intente con el autor.»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cierra el corte 2 hoy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Al final de la sesión hay 20 minutos de evaluación del corte 2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sobre las sesiones 7 a 11: ciclo de vida y costo del cambio, requisitos y criterios de aceptación, decisión entre alternativas y alcance mínimo, antecedentes y fuentes, prototipado y niveles de fidelidad, y uso responsable de IA. Es individual y a libro abierto: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pueden consultar sus propios documentos del equipo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evaluación se aplica en la plataforma del curso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que es la herramienta que usa este curso para las evaluaciones y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no es una plataforma oficial de la universidad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El enlace se comparte en el chat en el momento; si algo falla, la evaluación se reprograma y se avisa por el canal del curso.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Lo que se califica hoy del taller no es la variante de la IA: es lo que corrigieron.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Un equipo que entrega tal cual lo que devolvió el asistente tiene la nota más baja del corte, aunque se vea bien. Y no se le pasan datos personales a un asistente: lo que se escribe ahí sale del computador y no vuelve.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mejor y además ilegal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gancho de hoy es un hecho concreto y reproducible, no una hipótesis: si se le pide a un asistente que mejore un prototipo de consulta de disponibilidad de libros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 altísima probabilidad va a proponer cuentas de usuario con correo y contraseña, y avisos automáticos por correo cuando el libro esté disponible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propuestas son razonables en abstracto, están en casi todos los sistemas parecidos del mundo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las dos son incorrectas para este proyecto: violan el requisito no funcional «sin crear cuenta» de la sesión 7 y convierten al equipo en responsable del tratamiento de datos personales bajo la Ley 1581 de 2012, que vieron en la sesión 4.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que hay que hacer explícito, y que es el eje de toda la sesión: **el asistente no se equivocó por ser malo.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mejor y además ilegal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equivocó porque nadie le dijo las restricciones.** Propuso la solución promedio de internet, que es exactamente lo que hace bien; el problema es que la solución promedio no es la solución de un proyecto con restricciones locales duras.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lo hizo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 total seguridad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sin ninguna señal de advertencia, que es la parte peligrosa.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alcanza, la apertura sola sirve: en el muro, la pregunta «¿cómo puede pasar eso?» produce respuestas que ya contienen la respuesta correcta.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Recuerde el encuadre general del curso, que hoy se cierra: la IA está autorizada en dos sesiones de dieciséis, con la misma regla en las dos —se entrega el prompt y lo que se corrigió—.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esa regla vale la mitad de la nota del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hace bien y qué hace mal: un mapa honesto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razón es concreta: un equipo que lleva dos horas mirando su propio dibujo pierde la capacidad de ver alternativas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abrir opciones es justo lo que más cuesta en ese momento.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Hace bien: textos y casos de prueba.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Rótulos, mensajes de error y, sobre todo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listas de casos que a nadie se le ocurrieron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«¿qué pasa si el usuario escribe el título con una tilde de más?», «¿qué pasa si dos personas piden el mismo libro el mismo día?».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Aquí la IA es genuinamente superior a un equipo de primer semestre, porque enumerar casos es exactamente lo que hace bien.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hace bien y qué hace mal: un mapa honesto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como no lo sabe, propone para un contexto que no es el suyo.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Hace mal: inventar con seguridad.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Esta es la característica que hay que dejar instalada para siempre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ya la vieron en la sesión 9 con las referencias bibliográficas inexistentes: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modelo de lenguaje genera texto plausible, y no tiene manera de señalar cuándo lo plausible es incorrecto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una alarma; la alarma son ustedes.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método: cinco pasos y por qué el primero decide todo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Paso 1: dar el contexto que no puede saber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el problema en una frase de la sesión 6, quién lo usa, y las restricciones.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paso que decide la calidad de todo lo demás, y el que los estudiantes se saltan.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argumento es psicológico y hay que decirlo: una sola respuesta invita a aceptarla —está ahí, está completa, está bien escrita—; tres obligan a comparar, y comparar es donde ellos aportan.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matriz de decisión de la sesión 8 aplicada a lo que devuelve un asistente.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Paso 3: prohibir explícitamente lo prohibido.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«Sin crear cuentas de usuario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pedir datos personales, sin instalar nada, sin imágenes.» La regla en cuatro palabras: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no lo dice, lo va a proponer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método: cinco pasos y por qué el primero decide todo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aquí hay una lección de ingeniería más general que vale la pena señalar: los requisitos no funcionales que escribieron en la sesión 7 son precisamente lo que hay que poner en el prompt, porque son lo que el mundo no adivina.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equipo que tiene sus requisitos no funcionales escritos hace un prompt bueno sin esfuerzo; uno que no los tiene, no puede.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Paso 4: corregir a mano y anotar qué se corrigió.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Esa lista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 el entregable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decirlo sin ambigüedad porque cambia cómo trabajan: es la prueba de que pensaron, y es lo que más pesa en la rúbrica de hoy —30 de 100—.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equipo que no corrigió nada no usó el asistente: lo obedeció.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Paso 5: declarar el uso.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Qué asistente, para qué, qué se aceptó y qué se descartó.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método: cinco pasos y por qué el primero decide todo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encuadre correcto no es de sospecha sino de profesión: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declarar el uso de una herramienta es lo normal en ingeniería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—nadie esconde que usó una calculadora o una biblioteca de código—, y esconderlo es lo que constituye la falta.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vida laboral esto ya es requisito en muchas organizaciones, y acostumbrarse ahora les ahorra un problema después.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antes y después, y cómo cierra el corte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diapositiva de antes y después es el corazón didáctico de la sesión, y hay que recorrerla con una insistencia: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ninguna de las cinco propuestas del asistente era absurda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Cuentas de usuario, avisos por correo, reservas con historial, portadas, y un mensaje de error estándar: las cinco están en sistemas reales de bibliotecas en todo el mundo.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Las cinco eran incorrectas para este proyecto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cada una por una razón distinta que el equipo ya había escrito en una sesión anterior — el requisito «sin cuenta» de la sesión 7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Ley 1581 de la sesión 4, el alcance mínimo de la sesión 8, el límite de 200 KB de la sesión 5, y la regla de mensajes con salida de la sesión 10.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antes y después, y cómo cierra el corte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hallazgo que hay que dejar dicho en voz alta, porque justifica todo el corte: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equipo pudo corregir al asistente porque tenía sus decisiones escritas.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equipo sin requisitos no funcionales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alcance definido y sin indicador ambiental no habría tenido con qué objetar, y habría aceptado las cinco.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documentación de las sesiones 6 a 10 no era burocracia académica: es lo que hoy les permite ejercer criterio frente a una herramienta que suena más segura que ellos.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cierre del corte.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últimos 20 minutos son la evaluación del corte 2 en la plataforma del curso, individual y a libro abierto sobre sus propios documentos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antes y después, y cómo cierra el corte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Cubre las sesiones 7 a 11: fases y costo del cambio, requisitos y criterios de aceptación, matriz de decisión y alcance mínimo, calidad de fuentes, fidelidad de prototipos y uso responsable de 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sea a libro abierto es deliberado y conviene explicarlo: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premia al equipo que documentó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que es exactamente la conducta que el corte entero intentó enseñar.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advertencia final del taller, que hay que repetir aunque ya esté en la diapositiva: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se le pasan datos personales a un asistente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—ni propios ni de terceros—, porque lo que se escribe ahí sale del computador y no vuelve.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del entregable: los 5 bloques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Prototipo v2 con IA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Documento del equipo · un bloque por titulo, sin cambiar los nombres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EL PROMPT QUE USAMOS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LAS TRES VARIANTES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LA QUE ELEGIMOS Y POR QUÉ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LO QUE CORREGIMOS A MANO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LO QUE DESCARTAMOS Y POR QUÉ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Los titulos van TAL CUAL: son con los que se califica.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Guion de la exposicion, con tiempos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Exposicion de hoy · lo que se califica es el reparto, no el total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25 s · El prompt                   Lean las restricciones que pusieron. Solo 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30 s · Las tres variantes          En una frase cada una.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30 s · La que eligieron            Y el requisito en el que se apoyaron.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70 s · Lo que corrigieron          Dos correcciones con su razón y **de qué ses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25 s · Lo que descartaron          Una propuesta rechazada y el motivo.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El tramo marcado como obligatorio es el que el jurado califica: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si el guion no esta cronometrado, es el que se queda sin tiempo.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Prototipo v2 con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27 min en equipos · 27 min: prompt, variantes, elección, correcciones y registro · prototipo v2 + registro de prompt, variantes, correcciones y descartes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PROMPT QUE USAMOS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prompt completo, copiado tal cual. Tiene que incluir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el problema en una frase, quién lo usa, las restricciones y lo que está prohibido proponer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LAS TRES VARIANTES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Las tres opciones que devolvió, resumidas en dos o tres líneas cada una.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una sola respuesta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tres.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QUE ELEGIMOS Y POR QUÉ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Cuál eligieron y el criterio, apoyado en sus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requisitos y restricciones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no en «nos gustó más».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CORREGIMOS A MANO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Cada corrección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la razón y la sesión de donde sale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qué proponía la IA, qué quedó, y por qué. Es el bloque que más pesa.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DESCARTAMOS Y POR QUÉ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Las propuestas que se rechazaron completas, y el motivo: fuera del alcance, viola una restricción, viola la ley, o consume demasiado.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25 s · El prompt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Lean las restricciones que pusieron. Solo esa parte.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Las tres variantes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 una frase cada una.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 que eligieron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Y el requisito en el que se apoyaron.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70 s · Lo que corrigieron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Dos correcciones con su razón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de qué sesión sale cada una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el minuto obligatorio.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25 s · Lo que descartaron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propuesta rechazada y el motivo.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Uso de IA para generación de ideas — completar el registro del taller (prompt, variantes, elección, correcciones con su origen, descartes y declaración del uso) en el documento del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Corrección del prototipo: dejar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v2 navegable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la carpeta del equipo, con todas las correcciones aplicadas,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conseguir a la persona ajena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va a probarlo — solo el rol, no el nombre.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12 · Presentación de avances de proyectos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arranca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corte 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presentación de avances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el prototipo se prueba con una persona ajena al equipo y se recibe retroalimentación entre pares.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la Clase 12 traigan el prototipo v2 navegable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la prueba ya hecha con una persona ajena al equipo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con la lista de lo que falló. Sin esa lista no hay nada que presentar: la Clase 12 es sobre lo que salió mal, no sobre lo que se planeó.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Cierra el corte 2 · Nos vemos en la Clase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Taller de prototipado inicial con IA · Clase 11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Pudieron corregir al asistente porque tenían sus decisiones escritas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