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Taller de prototipado inicial con IA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 IA propone, ustedes deciden — y lo que corrigieron es lo que se califica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cierra el corte 2: la evaluación va al final, después de las exposiciones, porque cubre las cinco sesiones completas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00:08–00:25 · 17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Qué hace bien y qué mal la IA, cómo se le pide y cómo se corrige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00:25–00:52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Prototipo v2 con IA,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lo que corrigieron a mano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2 — En ExamLab · cubre las sesiones 7 a 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Esta sesión cierra el corte 2 (30 %).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teoría baja a 17 minutos y la actividad a 27 para que quepan los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20 minutos de evaluación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al final, en ExamLab, sobre las sesiones 7 a 11. Es además la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segunda y última sesión con asistente de IA autorizado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—la otra fue la sesión 3—, y aplica la misma regla, hoy con más peso: se entrega el prompt usado y la lista de lo que se corrigió a mano.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Escribir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prompt con contexto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problema, actores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restricciones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proyecto.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Pedir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variantes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vez de una respuesta, y elegir una con criterio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Detectar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corregir lo que la IA no podía saber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el contexto local y las restricciones.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trazabilidad del uso de IA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el prompt, lo corregido y lo descartado.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Le pedí a un asistente que mejorara el prototipo de la biblioteca. Me devolvió algo mejor... y además ilegal. ¿Cómo puede pasar eso?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Propuso crear cuentas de usuario y enviar avisos por correo.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Nadie le dijo que el proyecto no puede pedir datos personales.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hace bien y qué hace mal la IA en prototipado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bien: variantes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Pedir tres maneras distintas de organizar una pantalla, o diez nombres para un botón.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rapidísima para abrir opciones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es justo lo que cuesta cuando un equipo lleva dos horas mirando su propio dibujo.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bien: textos y casos de prueba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Rótulos, mensajes de error, y sobre todo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listas de casos que a nadie se le ocurrieron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«¿qué pasa si el usuario escribe el título con una tilde de más?». Ahí es muy útil.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mal: el contexto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sabe que no hay computador en el mostrador, que las voluntarias rotan ni que el presupuesto es cero.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Va a proponer la solución promedio de internet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es una solución para un contexto que no es el suyo.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mal: inventar con seguridad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Va a proponer funciones que violan sus propias restricciones, y a veces la ley — cuentas de usuario, avisos por correo, recolección de datos— sin avisar de ninguna manera que hay un problema.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 pide algo a la IA en este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prompt sin contexto ni restricciones devuelve la solución promedio de internet, que no es la solución de su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Dé el contexto que no puede saber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una frase (sesión 6), quién lo usa,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las restricciones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es el paso que decide la calidad de todo lo demás.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Pida variantes, no una respuesta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«Dame tres maneras distintas de…». Una sola respuesta invita a aceptarla; tres obligan a elegir, y elegir es su trabajo.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Prohíba explícitamente lo prohibido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«Sin crear cuentas de usuario, sin pedir datos personales, sin instalar nada.»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no lo dice, lo va a proponer.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Corrija a mano y anote qué corrigió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Esa lista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el entregable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la prueba de que ustedes pensaron, y es lo que más pesa en la rúbrica de hoy.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Declare el 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el documento: qué asistente, para qué, qué se aceptó y qué se descartó.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Declararlo es lo profesional; esconderlo es la falta.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variante de la IA y la corrección del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propuestas era absurda. Las cinco eran incorrectas para este proyecto, y el asistente no tenía manera de saberlo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devolvió el asistente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Pantalla de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registro con correo y contraseña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antes de consultar.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Aviso automático por correo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cuando el libro se devuelva.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Sistema de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reservas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con historial por usuario.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Catálogo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imágenes de portadas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Mensaje: «No se encontraron resultados».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quedó después de corregir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cuenta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se consulta con un enlace. *Requisito no funcional de la sesión 7.*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Nada de correos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pedir el correo es recolectar datos personales. *Ley 1581 de 2012.*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reservas ni historial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quedó fuera del alcance en la sesión 8.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imágenes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rompía el límite de 200 KB por consulta. *Indicador de la sesión 5.*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«No encontramos «X» en la lista. Pregunte en el mostrador o intente con el autor.»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2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Al final de la sesión hay 20 minutos de evaluación del corte 2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sobre las sesiones 7 a 11: ciclo de vida y costo del cambio, requisitos y criterios de aceptación, decisión entre alternativas y alcance mínimo, antecedentes y fuentes, prototipado y niveles de fidelidad, y uso responsable de IA. Es individual y a libro abierto: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pueden consultar sus propios documentos del equipo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evaluación se aplica en ExamLab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que es la herramienta que usa este curso para las evaluaciones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El enlace se comparte en el chat en el momento; si algo falla, la evaluación se reprograma y se avisa por el canal del curso.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se califica hoy del taller no es la variante de la IA: es lo que corrigieron.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 equipo que entrega tal cual lo que devolvió el asistente tiene la nota más baja del corte, aunque se vea bien. Y no se le pasan datos personales a un asistente: lo que se escribe ahí sale del computador y no vuelve.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v2 con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prompt, variantes, elección, correcciones y registro · prototipo v2 + registro de prompt, variantes, correcciones y descartes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PROMPT QUE USAMOS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prompt completo, copiado tal cual. Tiene que incluir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frase, quién lo usa, las restricciones y lo que está prohibido proponer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VARIANTES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opciones que devolvió, resumidas en dos o tres líneas cada una.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una sola respuesta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tres.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QUE ELEGIMOS Y POR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Cuál eligieron y el criterio, apoyado en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requisitos y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en «nos gustó más».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CORREGIMOS A MANO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corrección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razón y la sesión de donde sale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qué proponía la IA, qué quedó, y por qué. Es el bloque que más pesa.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DESCARTAMOS Y POR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propuestas que se rechazaron completas, y el motivo: fuera del alcance, viola una restricción, viola la ley, o consume demasiado.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El prompt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Lean las restricciones que pusieron. Solo esa parte.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Las tres variantes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una frase cada una.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que eligieron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el requisito en el que se apoyaron.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70 s · Lo que corrigieron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correcciones con su razón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 qué sesión sale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Lo que descartaron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propuesta rechazada y el motivo.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Uso de IA para generación de ideas — completar el registro del taller (prompt, variantes, elección, correcciones con su origen, descartes y declaración del uso) en el documento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Corrección del prototipo: dejar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v2 navegable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la carpeta del equipo, con todas las correcciones aplicadas,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conseguir a la persona ajena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va a probarlo — solo el rol, no el nombre.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· Presentación de avances de proyectos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arranca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corte 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presentación de avances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el prototipo se prueba con una persona ajena al equipo y se recibe retroalimentación entre pares.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la sesión 12 traigan el prototipo v2 navegable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y la prueba ya hecha con una persona ajena al equipo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la lista de lo que falló. Sin esa lista no hay nada que presentar: la sesión 12 es sobre lo que salió mal, no sobre lo que se planeó.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Cierra el corte 2 · Nos vemos en la sesión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Taller de prototipado inicial con IA · Clase 11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Pudieron corregir al asistente porque tenían sus decisiones escritas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