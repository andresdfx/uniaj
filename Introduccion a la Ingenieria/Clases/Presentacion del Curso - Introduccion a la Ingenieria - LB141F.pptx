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LB141F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18:30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18:40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el análisis de problemas y se expone en la última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11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18:30–18:40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18:40–19:25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19:25–19:42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19:42–19:57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19:57–20:00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18:30 – 20:00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18:30 – 18:40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18:40 – 19:25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19:25 – 19:42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19:42 – 19:57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19:57 – 20:00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18:40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(Clase 2), ciclo de vida (Clases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(Clase 7) y póster del proyecto final (Clases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Clases del curso (repartidas en 11 sesiones de calendario), el diagnóstico de la Clase 1 y las dos evaluaciones de corte escritas (sesiones 4 y 7 del calendario, Clases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11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08/09 – 29/09/2026 · sesiones 1-4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4)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06/10 – 20/10/2026 · sesiones 5-7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7)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27/10 – 17/11/2026 · sesiones 8-11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— Clase 15 (sesión 11)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— Clase 16 (sesión 11)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4 / 7 / 11 (29/09/2026 / 20/10/2026 / 17/11/2026).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11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08/09/2026 a 17/11/2026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(08/09) · mismo bloque de la Sesión 1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 y diagnóstico inicial (08/09)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Historia y evolución de la Ingeniería + Fundamentos básicos de la Ingeniería de Sistemas (15/09)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Principios éticos en la Ingeniería + El rol del ingeniero en el contexto ambiental (22/09)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Análisis de problemas tecnológicos del entorno (29/09) · cierra Corte 1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Ciclo de vida de los proyectos de ingeniería + Taller de aplicación del ciclo de vida (06/10) · sesión doble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Estrategias de innovación en Ingeniería + Herramientas digitales aplicadas a la Ingeniería (13/10)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Taller de prototipado inicial con IA (20/10) · cierra Corte 2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 avances de proyectos (27/10)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Evaluación de impacto social y ambiental (03/11)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Preparación de la presentación final (10/11)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Exposición final de proyectos + Socialización y evaluación final del curso (17/11) · sesión doble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LB141F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18:30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