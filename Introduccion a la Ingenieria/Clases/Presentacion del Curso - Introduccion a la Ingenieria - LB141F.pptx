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LB141F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18:30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18:40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18:30–18:40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18:40–19:25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19:25–19:42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19:42–19:57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19:57–20:00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18:30 – 20:00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18:40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18:30 – 18:40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18:40 – 19:25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19:25 – 19:42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19:42 – 19:57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19:57 – 20:00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18:40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Diagnóstico de la sesión 1, comprobaciones rápidas de lectura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01/09 – 06/10/2026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13/10 – 10/11/2026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17/11 – 22/12/2026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(06/10/2026 / 10/11/2026 / 22/12/2026).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01/09/2026 a 22/12/2026 · incluye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 semana autónoma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por el festivo del 08/12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(01/09)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(01/09)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(08/09)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(15/09)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(22/09)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(29/09)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(06/10)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(13/10)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(20/10)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(27/10)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(03/11)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(10/11)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(17/11)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(24/11)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(01/12)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Semana autónoma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Ensayo general de la exposición final (trabajo de equipo, sin docente) (08/12) · festivo: Inmaculada Concepcion · no se pierde, se trabaja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(15/12)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(22/12)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LB141F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18:30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