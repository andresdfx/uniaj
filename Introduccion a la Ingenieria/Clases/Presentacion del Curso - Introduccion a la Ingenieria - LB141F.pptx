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Introducción a la Ingeniería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Fundamentos de la Ingeniería de Sistemas · Proyecto de curso (ABPr)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FI300101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LB141F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Martes 18:30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(90 min) · Inicio efectivo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18:40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sincrónica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Microsoft Teams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Actividades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plataformas gratuitas en la nube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18:40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 · 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Fundamentos, principios y contexto de la Ingeniería de Sistemas.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curso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primer semestre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responde una pregunta concreta: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¿qué hace un ingeniero de sistemas y para qué sirve lo que hace?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programa todavía. Se aprende 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mirar un problema del entorno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decidir si la ingeniería puede mejorarlo, a qué costo y con qué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Reconocer los fundamentos y campos de acción de la Ingeniería de Sistemas para comprender su impacto social, ambiental y tecnológico, favoreciendo el desarrollo de soluciones sostenibles.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Créditos: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Tipo: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Teórica / Práctica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Habilitable: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RAP del programa: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Desarrolla soluciones de software para necesidades tecnológicas mediante el uso eficiente de recursos y adaptación responsable al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Identifica los principios y campos de aplicación de la Ingeniería de Sistemas.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Analiza problemas tecnológicos básicos considerando el contexto social y ambiental.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Propone ideas iniciales de proyectos de ingeniería con criterios éticos y sostenibles.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Cómo se demuestran: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con un examen final, sino con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proyecto del equipo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se construye desde el análisis de problemas y se expone en la última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Así es cada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Las 11 sesiones tienen la misma estructura. La conocen desde hoy para que nadie llegue a los 45 min pensando que todavía hay tiempo.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18:30–18:40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Apertura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18:40–19:25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Teoría y guía del docente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Teoría por pantalla compartida, preguntas por chat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19:25–19:42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Actividad en equipos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Cinco salas de grupo en Teams, el docente rota por todas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19:42–19:57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Exposiciones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5 equipos × 3 min con pantalla compartida y cronómetro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19:57–20:00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90 min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Martes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18:30 – 20:00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inicio efectivo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18:40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reloj de la sesión, al detalle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99669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2011680"/>
                <a:gridCol w="56692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Reloj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Duración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pasa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18:30 – 18:40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Apertura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Se espera a que los estudiantes se conecten. No es tiempo muerto: en pantalla compartida queda la pregunta de entrada de la sesión y quien va entrando la responde en el muro del curso. Se pide cámara encendida solo durante el saludo y en la exposición del equipo.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18:40 – 19:25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Teoría y guía del docente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Bloque teórico completo de la sesión, dictado con el guion docente y sus diapositivas por pantalla compartida. Las preguntas van por chat y se responden en voz alta. Cierra enunciando la consigna de la actividad y abriendo las salas de grupo.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19:25 – 19:42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17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Actividad en equipos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Los 5 equipos pasan a sus salas de grupo de Teams y trabajan en paralelo sobre la misma consigna, cada uno en su documento en la nube. El docente entra y sale de las cinco salas (unos 3 min en cada una). A los 15 min se avisa por el chat general y se cierran las salas.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19:42 – 19:57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Exposiciones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Vuelven todos a la sala principal y los 5 equipos exponen: 3 min por equipo, cronómetro proyectado, el vocero comparte pantalla con el documento YA abierto. No hay turno de preguntas por equipo; la retroalimentación va en el cierre.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19:57 – 20:00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3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Una idea que se llevan, el trabajo independiente de la semana y el tema de la siguiente sesión. Antes de salir, el enlace del documento de cada equipo queda pegado en el chat.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clase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arranca a las 18:40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diez minutos después de la hora oficial, para esperar a quien todavía se está conectando. Esos diez minutos ya cuentan: la pregunta de entrada queda en pantalla compartida y se responde en el muro.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Cinco equipos · y por qué son exactamente cinco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fijo son los equipos: 5.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cambia con la cantidad de matriculados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cuánta gente hay en cada uno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 equipos × 3 min = 15 min de exposiciones.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Ese presupuesto es el que no se puede estirar: la sesión cierra a los 90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lo fijo fuera el tamaño («de 4 en 4»), un grupo de 35 daría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 equipos = 27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no alcanzaría el bloque. Por eso se fija el número, no el tamaño.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matriculados, equipos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El tiempo de exposición es el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equipos son estables todo el semestre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proyecto es del equipo), pero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vocero rota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sesión: al final del curso todos han expuesto.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Todos los equipos exponen todas las sesiones.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hay sesión en la que a un equipo «no le toque».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Dónde se trabaja: plataformas gratuitas en la nube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Todas gratis de verdad y desde el navegador · ninguna pide tarjeta de crédito · ninguna hay que instalar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81061" y="1847087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1061" y="1847087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MT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Microsoft Teams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El aula: sesión sincrónica, salas de grupo para la actividad y exposiciones con pantalla compartida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6815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26815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26815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0677" y="1847087"/>
            <a:ext cx="1220724" cy="12207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99967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Drive (Docs y Slides)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Bitácora del equipo y soporte de la exposición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6431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6431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ad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0293" y="1847087"/>
            <a:ext cx="1220724" cy="12207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69583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Muro de la sesión: pregunta de entrada de los 10 min de apertura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66047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66047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6047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9909" y="1847087"/>
            <a:ext cx="1220724" cy="122072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39199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diagrams.net (draw.io)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Línea de tiempo (Clase 2), ciclo de vida (Clases 7 y 8), diagramas del proyecto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92007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92007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92007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excalidr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5869" y="4311396"/>
            <a:ext cx="1220724" cy="12207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965159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rápidos de los 17 min de actividad, en la sala de grupo del equipo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61623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61623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761623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485485" y="4311396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5485" y="4311396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34775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Canva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Infografía (Clase 7) y póster del proyecto final (Clases 14 y 15)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31239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631239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631239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5101" y="4311396"/>
            <a:ext cx="1220724" cy="122072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704391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de equipo de las 16 Clases del curso (repartidas en 11 sesiones de calendario), el diagnóstico de la Clase 1 y las dos evaluaciones de corte escritas (sesiones 4 y 7 del calendario, Clases 6 y 11)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reglas de las plataformas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Aplican a las 11 sesiones · se recuerdan solo hoy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Gratis permanente, no «prueba de 14 días».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deja de funcionar antes de diciembre, no sirve para este curso.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Nunca se pide tarjeta de crédito.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una herramienta la pide, no la usamos.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Todo desde el navegador.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Nada que instalar: computador, sala de la universidad o celular.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Un enlace por equipo en el chat, ANTES de exponer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permiso de lectura para el docente.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Sin datos personales de terceros.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el caso los trae, se anonimizan.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55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001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001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946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trabajo vive en la nube.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se te cae la conexión, tu equipo sigue y no se pierde nada.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08/09 – 29/09/2026 · sesiones 1-4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Evaluación de corte (sesión 4)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Exposiciones de equipo y actividades en clase · 12%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06/10 – 20/10/2026 · sesiones 5-7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Evaluación de corte (sesión 7)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Exposiciones de equipo y actividades en clase · 12%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8%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27/10 – 17/11/2026 · sesiones 8-11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Exposición final del proyecto — Clase 15 (sesión 11)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Informe final del proyecto — Clase 16 (sesión 11)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Cada corte cierra en la sesión 4 / 7 / 11 (29/09/2026 / 20/10/2026 / 17/11/2026). La evaluación es </a:t>
            </a:r>
            <a:r>
              <a:rPr sz="1050" b="1" i="1">
                <a:solidFill>
                  <a:srgbClr val="666666"/>
                </a:solidFill>
                <a:latin typeface="Calibri"/>
              </a:rPr>
              <a:t>formativa y continua</a:t>
            </a:r>
            <a:r>
              <a:rPr sz="1050" b="0" i="1">
                <a:solidFill>
                  <a:srgbClr val="666666"/>
                </a:solidFill>
                <a:latin typeface="Calibri"/>
              </a:rPr>
              <a:t>: lo que más pesa es lo que se hace en clase cada semana, no un único examen. Ningún cierre de corte cae en festivo.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Sesión 0 +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11 sesiones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de 90 min · Martes · 08/09/2026 a 17/11/2026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curso: encuadre, evaluación, equipos y plataformas (08/09) · mismo bloque de la Sesión 1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curso y diagnóstico inicial (08/09)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Historia y evolución de la Ingeniería + Fundamentos básicos de la Ingeniería de Sistemas (15/09) · sesión doble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Principios éticos en la Ingeniería + El rol del ingeniero en el contexto ambiental (22/09) · sesión doble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Análisis de problemas tecnológicos del entorno (29/09) · cierra Corte 1 (30%)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Ciclo de vida de los proyectos de ingeniería + Taller de aplicación del ciclo de vida (06/10) · sesión doble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Estrategias de innovación en Ingeniería + Herramientas digitales aplicadas a la Ingeniería (13/10) · sesión doble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Taller de prototipado inicial con IA (20/10) · cierra Corte 2 (30%)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 avances de proyectos (27/10)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Evaluación de impacto social y ambiental (03/11)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Preparación de la presentación final (10/11)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Exposición final de proyectos + Socialización y evaluación final del curso (17/11) · sesión doble · cierra Corte 3 (40%)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Introducción a la Ingeniería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FI300101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LB141F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Martes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18:30 – 20:00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inicio efectivo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Periodo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 · Virtual sincrónica por Microsoft Teams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Ingeniería es decidir con criterio, no solo saber cómo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