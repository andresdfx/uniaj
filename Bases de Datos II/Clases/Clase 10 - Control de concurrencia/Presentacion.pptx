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Control de concurrencia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Clase autonoma · refuerzo sin parcial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Escenarios de concurrencia del PI documentados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+ Live SQL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corto: 2 escenarios (cita doble / stock) + mitigacion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el paquete VetCare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autonoma (festivo)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· quiz/cierre · duda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Concurrencia = varias transacciones ejecutandose al mismo tiempo sobre los mismos datos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Control pesimista: asumir que el conflicto va a ocurrir, asi que se bloquea la fila (o el recurso) apenas se…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Control optimista: asumir que el conflicto es raro, dejar que todos lean libremente, y verificar SOLO al…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Deadlock (mencion breve): dos transacciones se bloquean mutuamente esperando un recurso que la otra tiene —…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Mitigaciones concretas y accesibles para el PI: una restriccion UNIQUE sobre (id_veterinario, fecha_hora)…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de docente que no domina el tema: creer que 'poner una transaccion' ya resuelve la concurrencia — una…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Doble reserva sin control de concurrencia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Dos transacciones concurrentes leen “libre” antes de que ninguna confirme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T1 (Recepción A)
lee franja: LIBRE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20116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T1: INSERT cita
COMMIT → OK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3832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T2 (Recepción B)
lee franja: LIBRE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33832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T2: INSERT cita
COMMIT → ¡DOBLE RESERVA!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566160" y="2468880"/>
            <a:ext cx="6400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063240" y="22677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tiempo →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66160" y="3840480"/>
            <a:ext cx="6400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063240" y="36393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tiempo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Mitigación: UNIQUE(id_veterinario, fecha_hora) hace que el segundo INSERT falle automáticamente en vez de crear la doble reserva.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restriccion que hace imposible la doble reserva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ALTER TABLE 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ADD CONSTRAINT uq_cita_vet_franja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UNIQUE (id_veterinario, fecha_hora);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T2 intenta la misma franja que T1: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ORA-00001: unique constraint violated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Poner solo BEGIN/COMMIT no basta: ambas transacciones leen 'libre' antes de confirmar.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Google Docs + Live SQL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Narrativa paso a paso T1/T2 sobre tabla Cita.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Escenarios T1/T2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acle_livesq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Demo SQL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Pruebas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doble reserva y stock negativo.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Autónoma: escenarios + mitigacion 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2 escenarios concurrencia T1/T2 + mitigacion.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Doble reserva.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Doble stock.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Mitigacion SQL.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Sección informe.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Narrar T1/T2 sobre Cita/Insumo.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Describir escenario doble reserva con tiempos T1/T2.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Describir escenario doble descuento de stock.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Proponer mitigacion SQL.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Anadir seccion al informe PI.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Tiempos claros?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Mitigacion SQL concreta?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Conecta con procs?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corto: 2 escenarios (cita doble / stock) + mitigacion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(Talleres)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Escenarios de concurrencia del PI documentados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Quiz rapido (cierre)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Individual · 8–10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Control de concurrencia busca evitar principalmente: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('A) Diagramas bonitos',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('B) Anomalías por lecturas/escrituras concurrentes',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('C) Tener PK',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('D) Usar draw.io',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Escenario VetCare sensible a concurrencia: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('A) Dos cajeros descontando el mismo insumo',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('B) Leer el microcurrículo',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('C) Cambiar el color del logo',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('D) Exportar PNG del ER',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Aislar transacciones (niveles/locks) es tema de esta clase autónoma.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('( ) Verdadero    ( ) Falso',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Si «funciona en mi prueba serial», ya está probada la concurrencia.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('( ) Verdadero    ( ) Falso', 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Quiz rapido (cierre) · cont.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Individual · 8–10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Estrategia conceptual frente a doble descuento de stock: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('A) Ignorar',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('B) TX + verificación de stock / bloqueo o control optimista',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('C) SELECT * sin WHERE',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('D) Borrar la tabla',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6.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Documentar el escenario concurrente (pasos A/B) es parte del entregable autónomo.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('( ) Verdadero    ( ) Falso',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7.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Diseñe un caso A/B: dos sesiones tocando el mismo insumo VetCare.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('Respuesta corta: ____________________________', 1)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200" b="1" i="0">
                <a:solidFill>
                  <a:srgbClr val="333333"/>
                </a:solidFill>
                <a:latin typeface="Calibri"/>
              </a:rPr>
              <a:t>8.</a:t>
            </a:r>
            <a:r>
              <a:rPr sz="1200" b="0" i="0">
                <a:solidFill>
                  <a:srgbClr val="333333"/>
                </a:solidFill>
                <a:latin typeface="Calibri"/>
              </a:rPr>
              <a:t> ¿Qué evidencia capturaría en el playground para demostrar el control?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–   ('Respuesta corta: ____________________________', 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10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Escenarios de concurrencia del PI documentados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Informe corto: 2 escenarios (cita doble / stock) + mitigacion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