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Una transaccion es un grupo de sentencias SQL que el motor trata como una sola unidad de todo o nada: o se aplican todas o no se aplica ninguna.</a:t>
            </a:r>
          </a:p>
          <a:p>
            <a:r>
              <a:t>El motor no las ejecuta una despues de la otra: intercala sus operaciones para aprovechar disco y CPU, y ese intercalado es la fuente de todos los problemas de esta clase.</a:t>
            </a:r>
          </a:p>
          <a:p>
            <a:r>
              <a:t>El resultado son dos mascotas citadas al mismo minuto con el mismo veterinario, y ninguna de las dos sentencias fallo ni produjo un error.</a:t>
            </a:r>
          </a:p>
          <a:p>
            <a:r>
              <a:t>La base de datos no se corrompio ni tiene un defecto: cumplio dos ordenes contradictorias porque nadie le dijo que no debia.</a:t>
            </a:r>
          </a:p>
          <a:p>
            <a:r>
              <a:t>Todo lo que sigue son las cuatro formas de decirselo.</a:t>
            </a:r>
          </a:p>
          <a:p>
            <a:r>
              <a:t>Ejemplo la clínica: agendar la cita y descontar la vacuna son dos sentencias de un mismo hecho; si la segunda falla, la primera tampoco debe quedar.</a:t>
            </a:r>
          </a:p>
          <a:p>
            <a:r>
              <a:t>NOTAS:</a:t>
            </a:r>
          </a:p>
          <a:p>
            <a:r>
              <a:t>Se abre de forma explicita o implicita y se cierra con COMMIT, que hace permanentes los cambios, o con ROLLBACK, que los deshace.</a:t>
            </a:r>
          </a:p>
          <a:p>
            <a:r>
              <a:t>Concurrencia significa que dos o mas transacciones estan abiertas al mismo tiempo sobre los mismos datos.</a:t>
            </a:r>
          </a:p>
          <a:p>
            <a:r>
              <a:t>El escenario canonico de la clínica conviene tenerlo escrito en el tablero desde el minuto uno: dos recepcionistas, en dos computadores distintos, abren la agenda del veterinario Ruiz para el martes a las 10:00.</a:t>
            </a:r>
          </a:p>
          <a:p>
            <a:r>
              <a:t>Ambas consultan si la franja esta libre.</a:t>
            </a:r>
          </a:p>
          <a:p>
            <a:r>
              <a:t>Ambas reciben cero filas.</a:t>
            </a:r>
          </a:p>
          <a:p>
            <a:r>
              <a:t>Ambas insertan una 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Si la clínica tiene ocho recepcionistas y cada agendamiento debe esperar a que termine el anterior, el sistema pasa de atender ocho operaciones simultaneas a una, y el tiempo que el usuario percibe frente a la pantalla se multiplica.</a:t>
            </a:r>
          </a:p>
          <a:p>
            <a:r>
              <a:t>Aislamiento, en este contexto, es la propiedad que responde a una pregunta muy concreta: que puede ver mi transaccion de lo que estan haciendo las otras mientras esas otras todavia no terminan.</a:t>
            </a:r>
          </a:p>
          <a:p>
            <a:r>
              <a:t>Es la I de ACID (atomicidad, consistencia, aislamiento y durabilidad) y es la unica de las cuatro propiedades que el desarrollador configura deliberadamente; las otras tres el motor las garantiza siempre.</a:t>
            </a:r>
          </a:p>
          <a:p>
            <a:r>
              <a:t>Esto amarra directo con la Clase 8, donde se vieron transacciones, COMMIT y ROLLBACK: sin esa base, hablar de aislamiento no tiene donde apoyarse.</a:t>
            </a:r>
          </a:p>
          <a:p>
            <a:r>
              <a:t>En PostgreSQL se pide con cuando el motor detecta que dos transacciones no pueden ordenarse, aborta una con un error de serializacion y la aplicacion debe reintentarla.</a:t>
            </a:r>
          </a:p>
          <a:p>
            <a:r>
              <a:t>NOTAS:</a:t>
            </a:r>
          </a:p>
          <a:p>
            <a:r>
              <a:t>La solucion obvia, que consiste en ejecutar las transacciones estrictamente una tras otra, existe y se llama serializacion, pero tiene un costo que hay que nombrar para que las demas opciones tengan sentido.</a:t>
            </a:r>
          </a:p>
          <a:p>
            <a:r>
              <a:t>Por eso el estandar SQL no impone una sola forma de trabajar: ofrece una perilla llamada nivel de aislamiento, que permite negociar cuanta anomalia se tolera a cambio de cuanto rendimiento.</a:t>
            </a:r>
          </a:p>
          <a:p>
            <a:r>
              <a:t>CÓDIGO CITADO (referencia):</a:t>
            </a:r>
          </a:p>
          <a:p>
            <a:r>
              <a:t>SET TRANSACTION ISOLATION LEVEL SERIALIZABLE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Lectura sucia, o dirty read: la transaccion T1 inserta la cita de las 10:00 y todavia no hace COMMIT</a:t>
            </a:r>
          </a:p>
          <a:p>
            <a:r>
              <a:t>T2 consulta la agenda, ve esa cita y le dice al dueno que la franja esta ocupada; despues T1 hace ROLLBACK porque el pago no paso, y esa cita nunca existio.</a:t>
            </a:r>
          </a:p>
          <a:p>
            <a:r>
              <a:t>T2 tomo una decision con un dato que jamas fue real.</a:t>
            </a:r>
          </a:p>
          <a:p>
            <a:r>
              <a:t>Lectura no repetible, o non-repeatable read: dentro de una misma transaccion de facturacion, el procedimiento lee el stock del insumo 40 y obtiene 5 unidades</a:t>
            </a:r>
          </a:p>
          <a:p>
            <a:r>
              <a:t>Hace unos calculos, vuelve a leer el mismo stock y ahora obtiene 2, porque otra transaccion vendio 3 unidades y confirmo en el intervalo.</a:t>
            </a:r>
          </a:p>
          <a:p>
            <a:r>
              <a:t>Lectura fantasma, o phantom read: T1 cuenta las citas del veterinario Ruiz para el martes y obtiene 4, decide que puede agendar una quinta, y al volver a contar hay 5 porque T2 inserto una fila nueva que cumple el mismo criterio de busqueda.</a:t>
            </a:r>
          </a:p>
          <a:p>
            <a:r>
              <a:t>NOTAS:</a:t>
            </a:r>
          </a:p>
          <a:p>
            <a:r>
              <a:t>El estandar define tres fenomenos indeseables, y cada uno se entiende mejor con una escena de la clinica.</a:t>
            </a:r>
          </a:p>
          <a:p>
            <a:r>
              <a:t>La misma consulta, en la misma transaccion, devolvio dos valores distintos.</a:t>
            </a:r>
          </a:p>
          <a:p>
            <a:r>
              <a:t>La diferencia entre las dos ultimas es fina y conviene decirla de forma explicita, porque es la pregunta de examen mas fallada: en la lectura no repetible cambio una fila que ya existia; en la fantasma aparecio o desaparecio una fila del conjunto que cumple la condicion del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Los cuatro niveles de aislamiento del estandar SQL se definen exactamente por cuales de esos tres fenomenos permiten, y esa es la unica forma sensata de memorizarlos.</a:t>
            </a:r>
          </a:p>
          <a:p>
            <a:r>
              <a:t>READ UNCOMMITTED permite los tres: puede leer datos no confirmados.</a:t>
            </a:r>
          </a:p>
          <a:p>
            <a:r>
              <a:t>Es el mas rapido, practicamente no se usa en sistemas transaccionales, y Oracle ni siquiera lo implementa.</a:t>
            </a:r>
          </a:p>
          <a:p>
            <a:r>
              <a:t>Es el nivel por omision de PostgreSQL, Oracle y SQL Server, y por lo tanto es el nivel en el que corre la enorme mayoria de los sistemas del mundo, incluido cualquier la clínica que el estudiante construya sin tocar nada.</a:t>
            </a:r>
          </a:p>
          <a:p>
            <a:r>
              <a:t>REPEATABLE READ impide tambien la lectura no repetible: una fila leida dentro de la transaccion se ve igual hasta el final.</a:t>
            </a:r>
          </a:p>
          <a:p>
            <a:r>
              <a:t>Segun el estandar todavia permite fantasmas, pero en la practica el motor InnoDB de MySQL, donde REPEATABLE READ es el nivel por omision, los bloquea usando gap locks; esa es una desviacion util del estandar y conviene aclararla</a:t>
            </a:r>
          </a:p>
          <a:p>
            <a:r>
              <a:t>Porque si un estudiante prueba en DB Fiddle con MySQL no va a reproducir el fantasma y va a creer que el material esta mal.</a:t>
            </a:r>
          </a:p>
          <a:p>
            <a:r>
              <a:t>La sentencia para cambiarlo es SET TRANSACTION ISOLATION LEVEL SERIALIZABLE</a:t>
            </a:r>
          </a:p>
          <a:p>
            <a:r>
              <a:t>Y la regla practica que el estudiante debe recordar es que subir de nivel nunca es gratis: se paga en esperas mas largas o en transacciones abortadas que la aplicacion tiene que reintentar.</a:t>
            </a:r>
          </a:p>
          <a:p>
            <a:r>
              <a:t>NOTAS:</a:t>
            </a:r>
          </a:p>
          <a:p>
            <a:r>
              <a:t>READ COMMITTED impide la lectura sucia, porque solo se ve lo que ya fue confirmado, pero permite lectura no repetible y fantasma.</a:t>
            </a:r>
          </a:p>
          <a:p>
            <a:r>
              <a:t>SERIALIZABLE impide los tres y equivale logicamente a ejecutar las transacciones una tras otra.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La herramienta concreta es SELECT...</a:t>
            </a:r>
          </a:p>
          <a:p>
            <a:r>
              <a:t>FOR UPDATE: al leer la fila con SELECT stock FROM insumo WHERE id_insumo = 40 FOR UPDATE, el motor coloca un bloqueo exclusivo sobre esa fila</a:t>
            </a:r>
          </a:p>
          <a:p>
            <a:r>
              <a:t>Y cualquier otra transaccion que intente leerla con la misma clausula queda esperando hasta el COMMIT o el ROLLBACK de la primera.</a:t>
            </a:r>
          </a:p>
          <a:p>
            <a:r>
              <a:t>Aplicado a la clínica resuelve limpiamente el doble descuento de stock: la segunda transaccion espera, y cuando por fin entra ya lee 2 y no 5, de modo que su validacion de stock suficiente funciona sobre el dato verdadero.</a:t>
            </a:r>
          </a:p>
          <a:p>
            <a:r>
              <a:t>Su costo es la espera, y la espera mal manejada produce un sistema que para el usuario parece caido.</a:t>
            </a:r>
          </a:p>
          <a:p>
            <a:r>
              <a:t>La regla de diseno asociada, y la mas importante de toda la clase, es mantener las transacciones cortas: entre el bloqueo y el COMMIT no debe haber una llamada a un servicio externo ni una pantalla esperando que el usuario confirme</a:t>
            </a:r>
          </a:p>
          <a:p>
            <a:r>
              <a:t>Porque mientras el usuario piensa o se va a almorzar la fila sigue bloqueada y nadie mas puede facturar ese insumo.</a:t>
            </a:r>
          </a:p>
          <a:p>
            <a:r>
              <a:t>NOTAS:</a:t>
            </a:r>
          </a:p>
          <a:p>
            <a:r>
              <a:t>El control pesimista asume que el conflicto va a ocurrir, asi que bloquea el recurso antes de tocarlo.</a:t>
            </a:r>
          </a:p>
          <a:p>
            <a:r>
              <a:t>Por eso existen variantes que el docente debe conocer: FOR UPDATE NOWAIT falla de inmediato en vez de esperar, y FOR UPDATE WAIT 5 espera cinco segundos y luego falla, lo cual permite devolver un mensaje honesto al usuario en vez de una pantalla congelada.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El control optimista asume lo contrario: que los conflictos son raros, asi que no bloquea nada al leer y verifica unicamente al escribir.</a:t>
            </a:r>
          </a:p>
          <a:p>
            <a:r>
              <a:t>Se implementa con una columna adicional, tipicamente llamada version, de tipo entero, o con un timestamp de ultima modificacion.</a:t>
            </a:r>
          </a:p>
          <a:p>
            <a:r>
              <a:t>El flujo en la clínica es este: la transaccion lee la cita 812 y obtiene version 7; el usuario edita la hora; al guardar se ejecuta</a:t>
            </a:r>
          </a:p>
          <a:p>
            <a:r>
              <a:t>Si otra transaccion ya paso por ahi, la version almacenada es 8 y la sentencia afecta cero filas.</a:t>
            </a:r>
          </a:p>
          <a:p>
            <a:r>
              <a:t>El numero de filas afectadas es la senal de conflicto, y con esa senal la aplicacion decide si reintenta o le avisa al usuario que el dato cambio mientras editaba.</a:t>
            </a:r>
          </a:p>
          <a:p>
            <a:r>
              <a:t>El criterio para elegir entre los dos enfoques es la frecuencia real del conflicto, no el gusto: si dos personas pelean por la misma fila muchas veces al dia, el optimista reintenta sin parar y conviene el pesimista</a:t>
            </a:r>
          </a:p>
          <a:p>
            <a:r>
              <a:t>Si el choque es excepcional, el optimista da mejor rendimiento porque nadie espera nunca.</a:t>
            </a:r>
          </a:p>
          <a:p>
            <a:r>
              <a:t>En la clínica, el stock de los insumos mas vendidos es un caso pesimista y la edicion de los datos de contacto de un dueno es un caso claramente optimista.</a:t>
            </a:r>
          </a:p>
          <a:p>
            <a:r>
              <a:t>CÓDIGO CITADO (referencia):</a:t>
            </a:r>
          </a:p>
          <a:p>
            <a:r>
              <a:t>UPDATE cita SET fecha_hora = ..., version = 8 WHERE id_cita = 812 AND version =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La escena de la clínica es concreta: el procedimiento de facturacion bloquea primero la fila de Factura y luego la de Insumo, mientras el procedimiento de devolucion bloquea primero Insumo y luego Factura.</a:t>
            </a:r>
          </a:p>
          <a:p>
            <a:r>
              <a:t>Los motores no dejan eso colgado: mantienen internamente un grafo de esperas y, al detectar un ciclo, eligen una victima y la abortan con un error explicito.</a:t>
            </a:r>
          </a:p>
          <a:p>
            <a:r>
              <a:t>En Oracle es ORA-00060, en MySQL el error 1213, en PostgreSQL el codigo 40P01.</a:t>
            </a:r>
          </a:p>
          <a:p>
            <a:r>
              <a:t>La consecuencia practica para el estudiante es que la aplicacion debe estar preparada para recibir ese error y reintentar la operacion, porque no es un defecto del sistema sino el mecanismo funcionando como debe.</a:t>
            </a:r>
          </a:p>
          <a:p>
            <a:r>
              <a:t>Y la prevencion es sorprendentemente simple y barata: acceder siempre a las tablas en el mismo orden en todos los procedimientos.</a:t>
            </a:r>
          </a:p>
          <a:p>
            <a:r>
              <a:t>Si todo el codigo de la clínica toca Factura antes que Insumo, el ciclo no puede formarse nunca.</a:t>
            </a:r>
          </a:p>
          <a:p>
            <a:r>
              <a:t>Ese acuerdo de orden canonico se escribe una vez en el documento de diseno, se respeta, y elimina la clase entera de problemas sin costo de rendimiento.</a:t>
            </a:r>
          </a:p>
          <a:p>
            <a:r>
              <a:t>PostgreSQL detecta el ciclo, aborta una de las dos transacciones con deadlock detected y deja seguir a la otra; la abortada debe reintentarse completa.</a:t>
            </a:r>
          </a:p>
          <a:p>
            <a:r>
              <a:t>NOTAS:</a:t>
            </a:r>
          </a:p>
          <a:p>
            <a:r>
              <a:t>Un deadlock, o interbloqueo, ocurre cuando dos transacciones se esperan mutuamente y ninguna puede avanzar.</a:t>
            </a:r>
          </a:p>
          <a:p>
            <a:r>
              <a:t>Si los dos arrancan al mismo tiempo, cada uno tiene exactamente lo que el otro necesita, nadie cede y ninguna espera termina sola.</a:t>
            </a:r>
          </a:p>
          <a:p>
            <a:r>
              <a:t>La transaccion sobreviviente termina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Antes de complicarse con niveles de aislamiento hay una solucion declarativa que resuelve el caso estrella de la clínica y cuesta una sola linea:.</a:t>
            </a:r>
          </a:p>
          <a:p>
            <a:r>
              <a:t>Esto conduce a la limitacion practica del dia y a la pregunta previsible: «como demuestro dos transacciones simultaneas si PostgreSQL en el navegador es una sola sesion?».</a:t>
            </a:r>
          </a:p>
          <a:p>
            <a:r>
              <a:t>El informe de hoy se audita en el checkpoint de la Clase 11 y se convierte en clausula del contrato de operaciones de la Clase 12, donde cada procedimiento declara que errores puede lanzar, incluido el de horario ya tomado.</a:t>
            </a:r>
          </a:p>
          <a:p>
            <a:r>
              <a:t>NOTAS:</a:t>
            </a:r>
          </a:p>
          <a:p>
            <a:r>
              <a:t>Con esa restriccion, cuando las dos recepcionistas insertan, el motor deja pasar la primera y rechaza la segunda con una violacion de unicidad, sin que nadie haya razonado sobre aislamiento; el procedimiento captura esa excepcion y devuelve «ese horario acaba de ser tomado, elija otro».</a:t>
            </a:r>
          </a:p>
          <a:p>
            <a:r>
              <a:t>La leccion general que el docente debe transmitir es que una regla que se puede expresar como restriccion declarativa, es decir UNIQUE, CHECK, FOREIGN KEY o NOT NULL, es mas confiable que la misma regla escrita en codigo, porque el motor la aplica siempre: venga la escritura de la aplicacion, de un script de carga masiva o de alguien conectado con un cliente SQL a corregir un dato a mano.</a:t>
            </a:r>
          </a:p>
          <a:p>
            <a:r>
              <a:t>La respuesta honesta es que no se puede: los playgrounds gratuitos ejecutan un script en una unica sesion, normalmente con autocommit activo, y no permiten abrir dos conexiones para intercalarlas.</a:t>
            </a:r>
          </a:p>
          <a:p>
            <a:r>
              <a:t>Lo que si se demuestra con evidencia ejecutable son tres cosas: la restriccion UNIQUE rechazando el segundo INSERT, el patron optimista completo con la columna version y el UPDATE que afecta cero filas, y la sintaxis de SELECT FOR UPDATE ejecutandose sin error.</a:t>
            </a:r>
          </a:p>
          <a:p>
            <a:r>
              <a:t>Lo que no se demuestra se documenta en una tabla de linea de tiempo con columnas T1, T2 y estado de la fila, paso por paso; esa tabla es un artefacto profesional legitimo, no un premio de consolacion, y es exactamente como se comunican estos escenarios en un documento de diseno real.</a:t>
            </a:r>
          </a:p>
          <a:p>
            <a:r>
              <a:t>CÓDIGO CITADO (referencia):</a:t>
            </a:r>
          </a:p>
          <a:p>
            <a:r>
              <a:t>ALTER TABLE cita ADD CONSTRAINT uq_agenda UNIQUE (id_veterinario, fecha_hora)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Control de concurrencia · la clínica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Clase autonoma · refuerzo sin parcial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Control de concurrencia · la clínica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Google Docs + Live SQL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free tier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la base de la clínica.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lámina se sostiene sola: sirve para repasar aunque hayas faltado.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Conceptos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transaccion como unidad de todo o nada · Serializar de verdad existe, y cuesta · Los tres fenomenos indeseables, en escenas de la clinica · Los cuatro niveles de aislamiento se definen por lo que permiten.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autonoma (festivo)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transaccion como unidad de todo o 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calado-doble-ci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intercalado-doble-ci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intercalado-doble-ci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transaccion es un grupo de sentencias SQL que el motor trata como una sola unidad de todo o nada: o se aplican todas o no se aplica ninguna.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motor no las ejecuta una despues de la otra: intercala sus operaciones para aprovechar disco y CPU.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resultado son dos mascotas citadas al mismo minuto con el mismo veterinario, y ninguna de las dos sentencias fallo ni produjo un error.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Serializar de verdad existe, y cuesta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rializar-cues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rializar-cues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rializar-cues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clínica tiene ocho recepcionistas y cada agendamiento debe esperar a que termine el anterior, el sistema pasa de atender ocho operaciones…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Aislamiento, en este contexto, es la propiedad que responde a una pregunta muy concreta.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la I de ACID (atomicidad, consistencia, aislamiento y durabilidad) y es la unica de las cuatro propiedades que el desarrollador configura…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tres fenomenos indeseables, en escenas de la clinica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es-fenomen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es-fenomeno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es-fenomeno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Lectura sucia, o dirty read: la transaccion T1 inserta la cita de las 10:00 y todavia no hace COMMIT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T2 consulta la agenda, ve esa cita y le dice al dueno que la franja esta ocupada;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T2 tomo una decision con un dato que jamas fue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Doble reserva sin control de concurrencia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Dos transacciones concurrentes leen “libre” antes de que ninguna confirme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T1 (Recepción A)
lee franja: LIBRE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0116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T1: INSERT cita
COMMIT →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T2 (Recepción B)
lee franja: LIBRE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3832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T2: INSERT cita
COMMIT → ¡DOBLE RESERVA!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66160" y="2468880"/>
            <a:ext cx="640080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63240" y="2267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tiempo 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3840480"/>
            <a:ext cx="640080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63240" y="3639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tiempo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Es una condición de carrera: cada transacción tomó su decisión con un dato que la otra estaba a punto de invalidar. Mitigación: UNIQUE(id_veterinario, fecha_hora) hace que el segundo INSERT falle en vez de crear la doble reserva.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cuatro niveles de aislamiento se definen por lo que permiten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iveles-aislamien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niveles-aislamient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niveles-aislamient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niveles-aislamiento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cuatro niveles de aislamiento del estandar SQL se definen exactamente por cuales de esos tres fenomenos permiten.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READ UNCOMMITTED permite los tres: puede leer datos no confirmados.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el mas rapido, practicamente no se usa en sistemas transaccionales, y Oracle ni siquiera lo implementa.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el nivel por omision de PostgreSQL, Oracle y SQL Server.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Niveles de aislamiento: que anomalia tapa cada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86212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267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267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SHOW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transaction_isolation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      </a:t>
            </a:r>
            <a:r>
              <a:rPr sz="1800" i="1" b="0">
                <a:solidFill>
                  <a:srgbClr val="6A9955"/>
                </a:solidFill>
                <a:latin typeface="Consolas"/>
              </a:rPr>
              <a:t>-- en PostgreSQL: read committed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BEGIN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ISOLATION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LEVEL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REPEATABLE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READ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800" i="1" b="0">
                <a:solidFill>
                  <a:srgbClr val="6A9955"/>
                </a:solidFill>
                <a:latin typeface="Consolas"/>
              </a:rPr>
              <a:t>-- la misma consulta devuelve lo mismo durante toda la transaccion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COMMIT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BEGIN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ISOLATION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LEVEL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569CD6"/>
                </a:solidFill>
                <a:latin typeface="Consolas"/>
              </a:rPr>
              <a:t>SERIALIZABLE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800" i="1" b="0">
                <a:solidFill>
                  <a:srgbClr val="6A9955"/>
                </a:solidFill>
                <a:latin typeface="Consolas"/>
              </a:rPr>
              <a:t>-- PostgreSQL detecta el conflicto y ABORTA una de las dos: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800" i="1" b="0">
                <a:solidFill>
                  <a:srgbClr val="6A9955"/>
                </a:solidFill>
                <a:latin typeface="Consolas"/>
              </a:rPr>
              <a:t>-- «could not serialize access due to read/write dependencies»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569CD6"/>
                </a:solidFill>
                <a:latin typeface="Consolas"/>
              </a:rPr>
              <a:t>COMMIT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PostgreSQL no tiene READ UNCOMMITTED real: se comporta como READ COMMITTED.</a:t>
            </a:r>
          </a:p>
          <a:p>
            <a:pPr>
              <a:spcAft>
                <a:spcPts val="385"/>
              </a:spcAft>
            </a:pPr>
            <a:r>
              <a:rPr sz="1800" i="1" b="0">
                <a:solidFill>
                  <a:srgbClr val="6A9955"/>
                </a:solidFill>
                <a:latin typeface="Consolas"/>
              </a:rPr>
              <a:t>-- Y serializable no evita el error: obliga a REINTENTAR en la aplicacion.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Control pesimista: SELECT... FOR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-upda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for-updat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for-updat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herramienta concreta es SELECT...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FOR UPDATE: al leer la fila con SELECT stock FROM insumo WHERE id_insumo = 40 FOR UPDATE, el motor coloca un bloqueo exclusivo sobre esa fila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cualquier otra transaccion que intente leerla con la misma clausula queda esperando hasta el COMMIT o el ROLLBACK de la primera.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Aplicado a la clínica resuelve limpiamente el doble descuento de stock.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bloqueo explicito y la actualizacion condicional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22072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62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62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Opcion A: bloquear la fila y obligar a esperar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BEGIN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insumo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id_insumo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FOR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UPDATE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UPDATE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insumo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SET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id_insumo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COMMIT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Opcion B: sin bloqueo, poniendo la condicion DENTRO del UPDATE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UPDATE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insumo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SET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2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id_insumo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Si devuelve UPDATE 0, otro llego primero. Se comprueba, no se supone.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FOR UPDATE bloquea la fila leida hasta el COMMIT: la segunda sesion espera en vez de decidir con un dato viejo. El UPDATE con la condicion en el WHERE logra lo mismo en una sola sentencia.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Control optimista: verificar unicamente al escribir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rsion-optimis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version-optimis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version-optimis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control optimista asume lo contrario: que los conflictos son raros, asi que no bloquea nada al leer y verifica unicamente al escribir.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implementa con una columna adicional, tipicamente llamada version, de tipo entero, o con un timestamp de ultima modificacion.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flujo en la clínica es este: la transaccion lee la cita 812 y obtiene version 7; el usuario edita la hora; al guardar se ejecuta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Deadlock: la escena de la clínica y como se evita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adlock-cicl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deadlock-cicl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deadlock-cicl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escena de la clínica es concreta: el procedimiento de facturacion bloquea primero la fila de Factura y luego la de Insumo.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motores no dejan eso colgado: mantienen internamente un grafo de esperas y, al detectar un ciclo, eligen una victima y la abortan con un error…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Oracle es ORA-00060, en MySQL el error 1213, en PostgreSQL el codigo 40P01.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Antes de los niveles: la restriccion que cuesta una linea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ique-una-line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unique-una-line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unique-una-line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Antes de complicarse con niveles de aislamiento hay una solucion declarativa que resuelve el caso estrella de la clínica y cuesta una sola linea:.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Esto conduce a la limitacion practica del dia y a la pregunta previsible.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informe de hoy se audita en el checkpoint de la Clase 11 y se convierte en clausula del contrato de operaciones de la Clase 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doble reserva, y la restriccion que la cierra de raiz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8408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19072"/>
            <a:ext cx="10271455" cy="4246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Dos sesiones agendan la misma franja al mismo veterinario: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T1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=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=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X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 -&gt;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0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T2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(*) ...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mismo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resultado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0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T1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...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ok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T2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...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ok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    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dos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misma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franja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Validar leyendo NO alcanza: entre el SELECT y el INSERT cabe otra sesion.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La unica defensa que no depende del tiempo es una restriccion: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ALTER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ADD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CONSTRAINT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uq_cita_vet_franja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UNIQUE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Ahora el segundo INSERT falla, sin importar el orden ni la velocidad.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restriccion que hace imposible la doble reserva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387256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278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278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ALTER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ADD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CONSTRAINT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uq_cita_vet_franja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UNIQUE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T2 intenta la misma franja que T1: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CDCAA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id_veterinario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VALUES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'2026-09-01 08:00:00'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'PROGRAMADA'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ERROR:  duplicate key value violates unique constraint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        "uq_cita_vet_franja"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Poner solo BEGIN/COMMIT no basta: las dos transacciones leen «libre» antes de confirmar. El UNIQUE lo verifica el motor al escribir: la segunda reserva falla.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Google Docs + Live SQL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Narrativa paso a paso T1/T2 sobre tabla Cita.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Sigan el mismo dominio de la clínica (no inventen otro caso).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observar: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segunda reserva de la misma franja falla por la restriccion UNIQUE en vez de quedar guardada como doble reserva.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observar: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FOR UPDATE la segunda sesion espera a que la primera confirme, en vez de decidir con un dato que ya cambio.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10 · Control de concurrencia ·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La transaccion como unidad de todo o nada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Serializar de verdad existe, y cuesta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Los tres fenomenos indeseables, en escenas de la clinica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