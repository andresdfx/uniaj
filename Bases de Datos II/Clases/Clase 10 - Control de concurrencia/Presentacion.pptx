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abre de forma explicita o implicita y se cierra con COMMIT, que hace permanentes los cambios, o con ROLLBACK, que los deshace.</a:t>
            </a:r>
          </a:p>
          <a:p>
            <a:r>
              <a:t>Concurrencia significa que dos o mas transacciones estan abiertas al mismo tiempo sobre los mismos datos.</a:t>
            </a:r>
          </a:p>
          <a:p>
            <a:r>
              <a:t>Ambas consultan si la franja esta libre.</a:t>
            </a:r>
          </a:p>
          <a:p>
            <a:r>
              <a:t>Ambas reciben cero filas.</a:t>
            </a:r>
          </a:p>
          <a:p>
            <a:r>
              <a:t>Ambas insertan una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el estandar SQL no impone una sola forma de trabajar: ofrece una perilla llamada nivel de aislamiento, que permite negociar cuanta anomalia se tolera a cambio de cuanto rendimiento.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estandar define tres fenomenos indeseables, y cada uno se entiende mejor con una escena de la clinica.</a:t>
            </a:r>
          </a:p>
          <a:p>
            <a:r>
              <a:t>La misma consulta, en la misma transaccion, devolvio dos valores distintos.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COMMITTED impide la lectura sucia, porque solo se ve lo que ya fue confirmado, pero permite lectura no repetible y fantasma.</a:t>
            </a:r>
          </a:p>
          <a:p>
            <a:r>
              <a:t>SERIALIZABLE impide los tres y equivale logicamente a ejecutar las transacciones una tras otra.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pesimista asume que el conflicto va a ocurrir, asi que bloquea el recurso antes de tocarlo.</a:t>
            </a:r>
          </a:p>
          <a:p>
            <a:r>
              <a:t>Por eso existen variantes que el docente debe conocer: FOR UPDATE NOWAIT falla de inmediato en vez de esperar, y FOR UPDATE WAIT 5 espera cinco segundos y luego falla, lo cual permite devolver un mensaje honesto al usuario en vez de una pantalla congelada.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deadlock, o interbloqueo, ocurre cuando dos transacciones se esperan mutuamente y ninguna puede avanzar.</a:t>
            </a:r>
          </a:p>
          <a:p>
            <a:r>
              <a:t>Si los dos arrancan al mismo tiempo, cada uno tiene exactamente lo que el otro necesita, nadie cede y ninguna espera termina sola.</a:t>
            </a:r>
          </a:p>
          <a:p>
            <a:r>
              <a:t>La transaccion sobreviviente termina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esa restriccion, cuando las dos recepcionistas insertan, el motor deja pasar la primera y rechaza la segunda con una violacion de unicidad, sin que nadie haya razonado sobre aislamiento; el procedimiento captura esa excepcion y devuelve «ese horario acaba de ser tomado, elija otro».</a:t>
            </a:r>
          </a:p>
          <a:p>
            <a:r>
              <a:t>La leccion general que el docente debe transmitir es que una regla que se puede expresar como restriccion declarativa, es decir UNIQUE, CHECK, FOREIGN KEY o NOT NULL, es mas confiable que la misma regla escrita en codigo, porque el motor la aplica siempre: venga la escritura de la aplicacion, de un script de carga masiva o de alguien conectado con un cliente SQL a corregir un dato a mano.</a:t>
            </a:r>
          </a:p>
          <a:p>
            <a:r>
              <a:t>La respuesta honesta es que no se puede: los playgrounds gratuitos ejecutan un script en una unica sesion, normalmente con autocommit activo, y no permiten abrir dos conexiones para intercalarlas.</a:t>
            </a:r>
          </a:p>
          <a:p>
            <a:r>
              <a:t>Lo que si se demuestra con evidencia ejecutable son tres cosas: la restriccion UNIQUE rechazando el segundo INSERT, el patron optimista completo con la columna version y el UPDATE que afecta cero filas, y la sintaxis de SELECT FOR UPDATE ejecutandose sin error.</a:t>
            </a:r>
          </a:p>
          <a:p>
            <a:r>
              <a:t>Lo que no se demuestra se documenta en una tabla de linea de tiempo con columnas T1, T2 y estado de la fila, paso por paso; esa tabla es un artefacto profesional legitimo, no un premio de consolacion, y es exactamente como se comunican estos escenarios en un documento de diseno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Control de concurrencia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es un grupo de sentencias SQL que el motor trata como una sola unidad de todo o nada: o se aplican todas o no se aplica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no las ejecuta una despues de la otra: intercala sus operaciones para aprovechar disco y CPU, y ese intercalado es la fuente de todos los problemas de esta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escenario canonico de VetCare conviene tenerlo escrito en el tablero desde el minuto uno: dos recepcionistas, en dos computadores distintos, abren la agenda del veterinario Ruiz para el martes a las 10:00.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transaccion como unidad de todo o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son dos mascotas citadas al mismo minuto con el mismo veterinario, y ninguna de las dos sentencias fallo ni produjo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no se corrompio ni tiene un defecto: cumplio dos ordenes contradictorias porque nadie le dijo que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sigue son las cuatro formas de decirselo.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obvia, que consiste en ejecutar las transacciones estrictamente una tras otra, existe y se llama serializacion, pero tiene un costo que hay que nombrar para que las demas opciones tengan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VetCare tiene ocho recepcionistas y cada agendamiento debe esperar a que termine el anterior, el sistema pasa de atender ocho operaciones simultaneas a una, y el tiempo que el usuario percibe frente a la pantalla se multiplica.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Aislamiento, en este contexto, es la propiedad que responde a una pregunta muy concreta: que puede ver mi transaccion de lo que estan haciendo las otras mientras esas otras todavia no terminan.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Serializar de verdad existe, y cuesta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I de ACID (atomicidad, consistencia, aislamiento y durabilidad) y es la unica de las cuatro propiedades que el desarrollador configura deliberadamente; las otras tres el motor las garantiza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amarra directo con la Clase 8, donde se vieron transacciones, COMMIT y ROLLBACK: sin esa base, hablar de aislamiento no tiene donde apoyarse.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sucia, o dirty read: la transaccion T1 inserta la cita de las 10:00 y todavia no hace COMMIT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consulta la agenda, ve esa cita y le dice al dueno que la franja esta ocupada; despues T1 hace ROLLBACK porque el pago no paso, y esa cita nunca existio.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T2 tomo una decision con un dato que jamas fue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no repetible, o non-repeatable read: dentro de una misma transaccion de facturacion, el procedimiento lee el stock del insumo 40 y obtiene 5 unidades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unos calculos, vuelve a leer el mismo stock y ahora obtiene 2, porque otra transaccion vendio 3 unidades y confirmo en el intervalo.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fenomenos indeseables, en escenas de la clinica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Lectura fantasma, o phantom read: T1 cuenta las citas del veterinario Ruiz para el martes y obtiene 4, decide que puede agendar una quinta, y al volver a contar hay 5 porque T2 inserto una fila nueva que cumple el mismo criterio de busqueda.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ultimas es fina y conviene decirla de forma explicita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la pregunta de examen mas fallada: en la lectura no repetible cambio una fila que ya existia; en la fantasma aparecio o desaparecio una fila del conjunto que cumple la condicion del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niveles de aislamiento del estandar SQL se definen exactamente por cuales de esos tres fenomenos permiten, y esa es la unica forma sensata de memorizarlos.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READ UNCOMMITTED permite los tres: puede leer datos no confirmados.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mas rapido, practicamente no se usa en sistemas transaccionales, y Oracle ni siquiera lo implementa.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nivel por omision de PostgreSQL, Oracle y SQL Server, y por lo tanto es el nivel en el que corre la enorme mayoria de los sistemas del mundo, incluido cualquier VetCare que el estudiante construya sin tocar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REPEATABLE READ impide tambien la lectura no repetible: una fila leida dentro de la transaccion se ve igual hasta el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niveles de aislamiento se definen por lo que permiten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 el estandar todavia permite fantasmas, pero en la practica el motor InnoDB de MySQL, donde REPEATABLE READ es el nivel por omision, los bloquea usando gap locks; esa es una desviacion util del estandar y conviene aclararla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un estudiante prueba en DB Fiddle con MySQL no va a reproducir el fantasma y va a creer que el material esta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sentencia para cambiarlo es SET TRANSACTION ISOLATION LEVEL SERIALIZABLE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practica que el estudiante debe recordar es que subir de nivel nunca es gratis: se paga en esperas mas largas o en transacciones abortadas que la aplicacion tiene que reintentar.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concreta es 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 UPDATE: al leer la fila con SELECT stock FROM insumo WHERE id_insumo = 40 FOR UPDATE, el motor coloca un bloqueo exclusivo sobre esa fila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cualquier otra transaccion que intente leerla con la misma clausula queda esperando hasta el COMMIT o el ROLLBACK de la primera.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Aplicado a VetCare resuelve limpiamente el doble descuento de stock: la segunda transaccion espera, y cuando por fin entra ya lee 2 y no 5, de modo que su validacion de stock suficiente funciona sobre el dato verdadero.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pesimista: SELECT... FOR UPDATE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costo es la espera, y la espera mal manejada produce un sistema que para el usuario parece caido.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diseno asociada, y la mas importante de toda la clase, es mantener las transacciones cortas: entre el bloqueo y el COMMIT no debe haber una llamada a un servicio externo ni una pantalla esperando que el usuario confirme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mientras el usuario piensa o se va a almorzar la fila sigue bloqueada y nadie mas puede facturar ese 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optimista asume lo contrario: que los conflictos son raros, asi que no bloquea nada al leer y verifica unicamente al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implementa con una columna adicional, tipicamente llamada version, de tipo entero, o con un timestamp de ultima modificacion.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en VetCare es este: la transaccion lee la cita 812 y obtiene version 7; el usuario edita la hora; al guardar se ejecuta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otra transaccion ya paso por ahi, la version almacenada es 8 y la sentencia afecta cero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de filas afectadas es la senal de conflicto, y con esa senal la aplicacion decide si reintenta o le avisa al usuario que el dato cambio mientras editaba.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 escribir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entre los dos enfoques es la frecuencia real del conflicto, no el gusto: si dos personas pelean por la misma fila muchas veces al dia, el optimista reintenta sin parar y conviene el pesimista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choque es excepcional, el optimista da mejor rendimiento porque nadie espera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stock de los insumos mas vendidos es un caso pesimista y la edicion de los datos de contacto de un dueno es un caso claramente optimista.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 optimista: verificar unicamente al...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fecha_hora = ..., version = 8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812 AND version =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escena de VetCare es concreta: el procedimiento de facturacion bloquea primero la fila de Factura y luego la de Insumo, mientras el procedimiento de devolucion bloquea primero Insumo y luego 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motores no dejan eso colgado: mantienen internamente un grafo de esperas y, al detectar un ciclo, eligen una victima y la abortan con un error explicito.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es ORA-00060, en MySQL el error 1213, en PostgreSQL el codigo 40P01.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para el estudiante es que la aplicacion debe estar preparada para recibir ese error y reintentar la operacion, porque no es un defecto del sistema sino el mecanismo funcionando como debe.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Deadlock: la escena de VetCare y como se evita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prevencion es sorprendentemente simple y barata: acceder siempre a las tablas en el mismo orden en todos los procedimientos.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todo el codigo de VetCare toca Factura antes que Insumo, el ciclo no puede formarse nunca.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acuerdo de orden canonico se escribe una vez en el documento de diseno, se respeta, y elimina la clase entera de problemas sin costo de rendimiento.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 cuesta una linea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complicarse con niveles de aislamiento hay una solucion declarativa que resuelve el caso estrella de VetCare y cuesta una sola linea:.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conduce a la limitacion practica del dia y a la pregunta previsible: «como demuestro dos transacciones simultaneas si DB Fiddle es una sola sesion?».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de hoy se audita en el checkpoint de la Clase 11 y se convierte en clausula del contrato de operaciones de la Clase 12, donde cada procedimiento declara que errores puede lanzar, incluido el de horario ya tomado.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los niveles: la restriccion que...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 ADD CONSTRAINT uq_agenda UNIQUE (id_veterinario, fecha_hora)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doble reserva, y la restriccion que la cierra de raiz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Dos sesiones agendan la misma franja al mismo veterinario: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SELECT COUNT(*) FROM cita WHERE id_veterinario=3 AND fecha_hora=X;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T2: SELECT COUNT(*) ... mismo resultado -&gt; 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T1: INSERT ... ok      T2: INSERT ... ok      -&gt; dos citas en la misma 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Validar leyendo NO alcanza: entre el SELECT y el INSERT cabe otra sesion.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unica defensa que no depende del tiempo es una restriccion: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Ahora el segundo INSERT falla, sin importar el orden ni la velocidad.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bloqueo explicito y la actualizacion condicional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A: bloquear la fila y obligar a esperar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stock FROM insumo WHERE id_insumo = 5 FOR UPDATE;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 WHERE id_insumo = 5;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Opcion B: sin bloqueo, poniendo la condicion DENTRO del UPDATE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insumo SET stock = stock - 2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id_insumo = 5 AND stock &gt;= 2;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devuelve UPDATE 0, otro llego primero. Se comprueba, no se supone.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aislamiento: que anomalia tapa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transaction_isolation;      -- en PostgreSQL: read committed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REPEATABLE READ;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la misma consulta devuelve lo mismo durante toda la transaccion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 ISOLATION LEVEL SERIALIZABLE;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PostgreSQL detecta el conflicto y ABORTA una de las dos: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ERROR: could not serialize access due to read/write dependencies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no tiene READ UNCOMMITTED real: se comporta como READ COMMITTED.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serializable no evita el error: obliga a REINTENTAR en la aplicacion.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Control de concurrencia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 transaccion como unidad de todo o nada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Serializar de verdad existe, y cuesta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tres fenomenos indeseables, en escenas de la clinica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