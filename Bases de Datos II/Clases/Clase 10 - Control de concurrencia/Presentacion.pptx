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Control de concurrencia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refuerzo sin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Escenarios de concurrencia del PI documentados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+ Live SQL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corto: 2 escenarios (cita doble / stock) + mitigacion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Concurrencia = varias transacciones ejecutandose al mismo tiempo sobre los mismos datos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Control pesimista: asumir que el conflicto va a ocurrir, asi que se bloquea la fila (o el recurso) apenas se…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Control optimista: asumir que el conflicto es raro, dejar que todos lean libremente, y verificar SOLO al…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Deadlock (mencion breve): dos transacciones se bloquean mutuamente esperando un recurso que la otra tiene —…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Mitigaciones concretas y accesibles para el PI: una restriccion UNIQUE sobre (id_veterinario, fecha_hora)…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Doble reserva sin control de concurrencia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Dos transacciones concurrentes leen “libre” antes de que ninguna confirme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 (Recepción A)
lee franja: LIBRE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T1: INSERT cita
COMMIT → 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 (Recepción B)
lee franja: LIBRE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T2: INSERT cita
COMMIT → ¡DOBLE RESERVA!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66160" y="24688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063240" y="22677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66160" y="38404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063240" y="3639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Mitigación: UNIQUE(id_veterinario, fecha_hora) hace que el segundo INSERT falle automáticamente en vez de crear la doble reserva.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restriccion que hace imposible la doble reserva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ADD CONSTRAINT uq_cita_vet_franja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UNIQUE (id_veterinario, 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T2 intenta la misma franja que T1: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ORA-00001: unique constraint violated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Poner solo BEGIN/COMMIT no basta: ambas transacciones leen 'libre' antes de confirmar.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+ Live SQL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Narrativa paso a paso T1/T2 sobre tabla Cita.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Escenarios T1/T2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SQL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Pruebas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doble reserva y stock negativo.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Autónoma: escenarios + mitigacion 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2 escenarios concurrencia T1/T2 + mitigacion.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Doble reserva.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Doble stock.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Mitigacion SQL.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Sección informe.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Narrar T1/T2 sobre Cita/Insumo.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Describir escenario doble reserva con tiempos T1/T2.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Describir escenario doble descuento de stock.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mitigacion SQL.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Anadir seccion al informe PI.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Tiempos claros?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Mitigacion SQL concreta?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Conecta con procs?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corto: 2 escenarios (cita doble / stock) + mitigacion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Escenarios de concurrencia del PI documentados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Escenarios de concurrencia del PI documentados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corto: 2 escenarios (cita doble / stock) + mitigacion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