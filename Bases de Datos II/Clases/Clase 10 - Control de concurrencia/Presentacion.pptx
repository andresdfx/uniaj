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abre de forma explicita o implicita y se cierra con COMMIT, que hace permanentes los cambios, o con ROLLBACK, que los deshace.</a:t>
            </a:r>
          </a:p>
          <a:p>
            <a:r>
              <a:t>Concurrencia significa que dos o mas transacciones estan abiertas al mismo tiempo sobre los mismos datos.</a:t>
            </a:r>
          </a:p>
          <a:p>
            <a:r>
              <a:t>Ambas consultan si la franja esta libre.</a:t>
            </a:r>
          </a:p>
          <a:p>
            <a:r>
              <a:t>Ambas reciben cero filas.</a:t>
            </a:r>
          </a:p>
          <a:p>
            <a:r>
              <a:t>Ambas insertan una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el estandar SQL no impone una sola forma de trabajar: ofrece una perilla llamada nivel de aislamiento, que permite negociar cuanta anomalia se tolera a cambio de cuanto rendimiento.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estandar define tres fenomenos indeseables, y cada uno se entiende mejor con una escena de la clinica.</a:t>
            </a:r>
          </a:p>
          <a:p>
            <a:r>
              <a:t>La misma consulta, en la misma transaccion, devolvio dos valores distintos.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COMMITTED impide la lectura sucia, porque solo se ve lo que ya fue confirmado, pero permite lectura no repetible y fantasma.</a:t>
            </a:r>
          </a:p>
          <a:p>
            <a:r>
              <a:t>SERIALIZABLE impide los tres y equivale logicamente a ejecutar las transacciones una tras otra.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pesimista asume que el conflicto va a ocurrir, asi que bloquea el recurso antes de tocarlo.</a:t>
            </a:r>
          </a:p>
          <a:p>
            <a:r>
              <a:t>Por eso existen variantes que el docente debe conocer: FOR UPDATE NOWAIT falla de inmediato en vez de esperar, y FOR UPDATE WAIT 5 espera cinco segundos y luego falla, lo cual permite devolver un mensaje honesto al usuario en vez de una pantalla congelada.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deadlock, o interbloqueo, ocurre cuando dos transacciones se esperan mutuamente y ninguna puede avanzar.</a:t>
            </a:r>
          </a:p>
          <a:p>
            <a:r>
              <a:t>Si los dos arrancan al mismo tiempo, cada uno tiene exactamente lo que el otro necesita, nadie cede y ninguna espera termina sola.</a:t>
            </a:r>
          </a:p>
          <a:p>
            <a:r>
              <a:t>La transaccion sobreviviente termina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esa restriccion, cuando las dos recepcionistas insertan, el motor deja pasar la primera y rechaza la segunda con una violacion de unicidad, sin que nadie haya razonado sobre aislamiento; el procedimiento captura esa excepcion y devuelve «ese horario acaba de ser tomado, elija otro».</a:t>
            </a:r>
          </a:p>
          <a:p>
            <a:r>
              <a:t>La leccion general que el docente debe transmitir es que una regla que se puede expresar como restriccion declarativa, es decir UNIQUE, CHECK, FOREIGN KEY o NOT NULL, es mas confiable que la misma regla escrita en codigo, porque el motor la aplica siempre: venga la escritura de la aplicacion, de un script de carga masiva o de alguien conectado con un cliente SQL a corregir un dato a mano.</a:t>
            </a:r>
          </a:p>
          <a:p>
            <a:r>
              <a:t>La respuesta honesta es que no se puede: los playgrounds gratuitos ejecutan un script en una unica sesion, normalmente con autocommit activo, y no permiten abrir dos conexiones para intercalarlas.</a:t>
            </a:r>
          </a:p>
          <a:p>
            <a:r>
              <a:t>Lo que si se demuestra con evidencia ejecutable son tres cosas: la restriccion UNIQUE rechazando el segundo INSERT, el patron optimista completo con la columna version y el UPDATE que afecta cero filas, y la sintaxis de SELECT FOR UPDATE ejecutandose sin error.</a:t>
            </a:r>
          </a:p>
          <a:p>
            <a:r>
              <a:t>Lo que no se demuestra se documenta en una tabla de linea de tiempo con columnas T1, T2 y estado de la fila, paso por paso; esa tabla es un artefacto profesional legitimo, no un premio de consolacion, y es exactamente como se comunican estos escenarios en un documento de diseno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concurrencia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transaccion como unidad de todo o nada · Serializar de verdad existe, y cuesta · Los tres fenomenos indeseables, en escenas de la clinica · Los cuatro niveles de aislamiento se definen por lo que permiten.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la clínica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clínica: agendar la cita y descontar la vacuna son dos sentencias de un mismo hecho; si la segunda falla, la primera tampoco debe quedar.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clínica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pide con cuando el motor detecta que dos transacciones no pueden ordenarse, aborta una con un error de serializacion y la aplicacion debe reintentarla.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TRANSACTION ISOLATION LEVEL SERIALIZABLE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la clínica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la clínica resuelve limpiamente el doble descuento de stock: la segunda transaccion espera, y cuando por fin entra ya lee 2 y no 5, de modo que su validacion de stock suficiente funciona sobre el dato verdadero.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la clínica es este: la transaccion lee la cita 812 y obtiene version 7; el usuario edita la hora; al guardar se ejecuta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fecha_hora = ..., version = 8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812 AND version =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la clínica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la clínica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la clínica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la clínica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detecta el ciclo, aborta una de las dos transacciones con deadlock detected y deja seguir a la otra; la abortada debe reintentarse completa.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la clínica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uq_agenda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doble reserva, y la restriccion que la cierra de raiz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Dos sesiones agendan la misma franja al mismo veterinario: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SELECT COUNT(*) FROM cita WHERE id_veterinario=3 AND fecha_hora=X;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T2: SELECT COUNT(*) ... mismo resultado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INSERT ... ok      T2: INSERT ... ok      -&gt; dos citas en la misma 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Validar leyendo NO alcanza: entre el SELECT y el INSERT cabe otra sesion.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unica defensa que no depende del tiempo es una restriccion: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Ahora el segundo INSERT falla, sin importar el orden ni la velocidad.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bloqueo explicito y la actualizacion condicional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A: bloquear la fila y obligar a esperar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stock FROM insumo WHERE id_insumo = 5 FOR UPDATE;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 WHERE id_insumo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B: sin bloqueo, poniendo la condicion DENTRO del UPDATE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id_insumo = 5 AND stock &gt;= 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devuelve UPDATE 0, otro llego primero. Se comprueba, no se supone.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FOR UPDATE bloquea la fila leida hasta el COMMIT: la segunda sesion espera en vez de decidir con un dato viejo. El UPDATE con la condicion en el WHERE logra lo mismo en una sola sentencia.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aislamiento: que anomalia tapa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transaction_isolation;      -- en PostgreSQL: read committed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REPEATABLE READ;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la misma consulta devuelve lo mismo durante toda la transaccion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SERIALIZABLE;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PostgreSQL detecta el conflicto y ABORTA una de las dos: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ERROR: could not serialize access due to read/write dependencies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no tiene READ UNCOMMITTED real: se comporta como READ COMMITTED.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serializable no evita el error: obliga a REINTENTAR en la aplicacion.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Es una condición de carrera: cada transacción tomó su decisión con un dato que la otra estaba a punto de invalidar. Mitigación: UNIQUE(id_veterinario, fecha_hora) hace que el segundo INSERT falle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id_veterinario,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(5, 1, TIMESTAMP '2026-09-01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duplicate key value violates unique constraint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"uq_cita_vet_franja"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las dos transacciones leen «libre» antes de confirmar. El UNIQUE lo verifica el motor al escribir: la segunda reserva falla.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segunda reserva de la misma franja falla por la restriccion UNIQUE en vez de quedar guardada como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FOR UPDATE la segunda sesion espera a que la primera confirme, en vez de decidir con un dato que ya 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Control de concurrencia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 transaccion como unidad de todo o nada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Serializar de verdad existe, y cuesta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fenomenos indeseables, en escenas de la clinica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