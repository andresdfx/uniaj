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Escenarios de concurrencia del PI documentados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Concurrencia = varias transacciones ejecutandose al mismo tiempo sobre los mismos datos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pesimista: asumir que el conflicto va a ocurrir, asi que se bloquea la fila (o el recurso) apenas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optimista: asumir que el conflicto es raro, dejar que todos lean libremente, y verificar SOLO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Deadlock (mencion breve): dos transacciones se bloquean mutuamente esperando un recurso que la otra tiene —…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Mitigaciones concretas y accesibles para el PI: una restriccion UNIQUE sobre (id_veterinario, fecha_hora)…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Mitigación: UNIQUE(id_veterinario, fecha_hora) hace que el segundo INSERT falle automáticamente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ORA-00001: unique constraint violated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ambas transacciones leen 'libre' antes de confirmar.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Escenarios T1/T2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doble reserva y stock negativo.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escenarios + mitigacion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2 escenarios concurrencia T1/T2 + mitigacion.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reserva.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stock.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Mitigacion SQL.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Sección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Narrar T1/T2 sobre Cita/Insumo.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reserva con tiempos T1/T2.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descuento de stock.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mitigacion SQL.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Anadir seccion al informe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Tiempos claros?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Mitigacion SQL concreta?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 con procs?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Escenarios de concurrencia del PI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Escenarios de concurrencia del PI documentados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corto: 2 escenarios (cita doble / stock) + mitigacion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