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de forma explicita o implicita y se cierra con COMMIT, que hace permanentes los cambios, o con ROLLBACK, que los deshace.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Concurrencia significa que dos o mas transacciones estan abiertas al mismo tiempo sobre los mismos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VetCare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consultan si la franja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reciben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insertan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VetCare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estandar SQL no impone una sola forma de trabajar: ofrece una perilla llamada nivel de aislamiento, que permite negociar cuanta anomalia se tolera a cambio de cuanto rendimiento.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define tres fenomenos indeseables, y cada uno se entiende mejor con una escena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consulta, en la misma transaccion, devolvio dos valores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COMMITTED impide la lectura sucia, porque solo se ve lo que ya fue confirmado, pero permite lectura no repetible y fantasma.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VetCare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SERIALIZABLE impide los tres y equivale logicamente a ejecutar las transacciones una tras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 ... FOR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control pesimista asume que el conflicto va a ocurrir, asi que bloquea el recurso antes de tocarlo.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Aplicado a VetCare resuelve limpiamente el doble descuento de stock: la segunda transaccion espera, y cuando por fin entra ya lee 2 y no 5, de modo que su validacion de stock suficiente funciona sobre el dato verdadero.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VetCare es este: la transaccion lee la cita 812 y obtiene version 7; el usuario edita la hora; al guardar se ejecuta UPDATE cita SET fecha_hora =..., version = 8 WHERE id_cita = 812 AND version =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deadlock, o interbloqueo, ocurre cuando dos transacciones se esperan mutuamente y ninguna puede avanzar.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VetCare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dos arrancan al mismo tiempo, cada uno tiene exactamente lo que el otro necesita, nadie cede y ninguna espera termina 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transaccion sobreviviente termina normal.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VetCare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VetCare y cuesta una sola linea: ALTER TABLE cita ADD CONSTRAINT uq_agenda UNIQUE (id_veterinario, fecha_hora).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restriccion, cuando las dos recepcionistas insertan, el motor deja pasar la primera y rechaza la segunda con una violacion de unicidad, sin que nadie haya razonado sobre aislamiento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captura esa excepcion y devuelve «ese horario acaba de ser tomado, elija otro».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honesta es que no se puede: los playgrounds gratuitos ejecutan un script en una unica sesion, normalmente con autocommit activo, y no permiten abrir dos conexiones para intercalarlas.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si se demuestra con evidencia ejecutable son tres cosas: la restriccion UNIQUE rechazando el segundo INSERT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patron optimista completo con la columna version y el UPDATE que afecta cero filas, y la sintaxis de SELECT FOR UPDATE ejecutandose sin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demuestra se documenta en una tabla de linea de tiempo con columnas T1, T2 y estado de la fila, paso por paso; esa tabla es un artefacto profesional legitimo, no un premio de consolacion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como se comunican estos escenarios en un documento de diseno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