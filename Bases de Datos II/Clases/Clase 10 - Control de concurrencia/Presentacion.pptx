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CPU, y ese intercalado es la fuente de todos los problemas de esta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escenario canonico de VetCare conviene tenerlo escrito en el tablero desde el minuto uno: dos recepcionistas, en dos computadores distintos, abren la agenda del veterinario Ruiz para el martes a las 10:00.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no se corrompio ni tiene un defecto: cumplio dos ordenes contradictorias porque nadie le dijo que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sigue son las cuatro formas de decirselo.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VetCare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concreta: que puede ver mi transaccion de lo que estan haciendo las otras mientras esas otras todavia no terminan.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 deliberadamente; las otras tres el motor las garantiza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amarra directo con la Clase 8, donde se vieron transacciones, COMMIT y ROLLBACK: sin esa base, hablar de aislamiento no tiene donde apoyarse.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 despues T1 hace ROLLBACK porque el pago no paso, y esa cita nunca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no repetible, o non-repeatable read: dentro de una misma transaccion de facturacion, el procedimiento lee el stock del insumo 40 y obtiene 5 unidades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unos calculos, vuelve a leer el mismo stock y ahora obtiene 2, porque otra transaccion vendio 3 unidades y confirmo en el intervalo.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ultimas es fina y conviene decirla de forma explicita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permiten, y esa es la unica forma sensata de memorizarlos.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Server, y por lo tanto es el nivel en el que corre la enorme mayoria de los sistemas del mundo, incluido cualquier VetCare que el estudiante construya sin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REPEATABLE READ impide tambien la lectura no repetible: una fila leida dentro de la transaccion se ve igual hasta el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un estudiante prueba en DB Fiddle con MySQL no va a reproducir el fantasma y va a creer que el material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sentencia para cambiarlo es SET TRANSACTION ISOLATION LEVEL SERIALIZABLE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practica que el estudiante debe recordar es que subir de nivel nunca es gratis: se paga en esperas mas largas o en transacciones abortadas que la aplicacion tiene que reintentar.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VetCare resuelve limpiamente el doble descuento de stock: la segunda transaccion espera, y cuando por fin entra ya lee 2 y no 5, de modo que su validacion de stock suficiente funciona sobre el dato verdadero.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costo es la espera, y la espera mal manejada produce un sistema que para el usuario parece caido.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mientras el usuario piensa o se va a almorzar la fila sigue bloqueada y nadie mas puede facturar ese 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VetCare es este: la transaccion lee la cita 812 y obtiene version 7; el usuario edita la hora; al guardar se ejecuta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otra transaccion ya paso por ahi, la version almacenada es 8 y la sentencia afecta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filas afectadas es la senal de conflicto, y con esa senal la aplicacion decide si reintenta o le avisa al usuario que el dato cambio mientras editaba.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choque es excepcional, el optimista da mejor rendimiento porque nadie espera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stock de los insumos mas vendidos es un caso pesimista y la edicion de los datos de contacto de un dueno es un caso claramente optimista.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fecha_hora = ..., version = 8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812 AND version =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VetCare es concreta: el procedimiento de facturacion bloquea primero la fila de Factura y luego la de Insumo, mientras el procedimiento de devolucion bloquea primero Insumo y luego 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 explicito.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para el estudiante es que la aplicacion debe estar preparada para recibir ese error y reintentar la operacion, porque no es un defecto del sistema sino el mecanismo funcionando como debe.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prevencion es sorprendentemente simple y barata: acceder siempre a las tablas en el mismo orden en todos los procedimientos.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todo el codigo de VetCare toca Factura antes que Insumo, el ciclo no puede formarse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acuerdo de orden canonico se escribe una vez en el documento de diseno, se respeta, y elimina la clase entera de problemas sin costo de rendimiento.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VetCare y cuesta una sola linea:.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previsible: «como demuestro dos transacciones simultaneas si DB Fiddle es una sola sesion?».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12, donde cada procedimiento declara que errores puede lanzar, incluido el de horario ya tomado.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uq_agenda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doble reserva, y la restriccion que la cierra de raiz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Dos sesiones agendan la misma franja al mismo veterinario: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SELECT COUNT(*) FROM cita WHERE id_veterinario=3 AND fecha_hora=X;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T2: SELECT COUNT(*) ... mismo resultado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INSERT ... ok      T2: INSERT ... ok      -&gt; dos citas en la misma 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Validar leyendo NO alcanza: entre el SELECT y el INSERT cabe otra sesion.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unica defensa que no depende del tiempo es una restriccion: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Ahora el segundo INSERT falla, sin importar el orden ni la velocidad.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bloqueo explicito y la actualizacion condicional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A: bloquear la fila y obligar a esperar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stock FROM insumo WHERE id_insumo = 5 FOR UPDATE;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 WHERE id_insumo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B: sin bloqueo, poniendo la condicion DENTRO del UPDATE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id_insumo = 5 AND stock &gt;= 2;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devuelve UPDATE 0, otro llego primero. Se comprueba, no se supone.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aislamiento: que anomalia tapa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transaction_isolation;      -- en PostgreSQL: read committed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REPEATABLE READ;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la misma consulta devuelve lo mismo durante toda la transaccion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SERIALIZABLE;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PostgreSQL detecta el conflicto y ABORTA una de las dos: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ERROR: could not serialize access due to read/write dependencies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no tiene READ UNCOMMITTED real: se comporta como READ COMMITTED.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serializable no evita el error: obliga a REINTENTAR en la aplicacion.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