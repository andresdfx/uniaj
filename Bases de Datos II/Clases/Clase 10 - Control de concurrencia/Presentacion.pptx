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creer que 'poner una transaccion' ya resuelve la concurrencia —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