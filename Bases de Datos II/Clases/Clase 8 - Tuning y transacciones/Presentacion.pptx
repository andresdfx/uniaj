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Tuning · Transacciones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Atomicidad en facturacion e insumos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Transaccion de negocio (factura + stock) + notas de tuning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Oracle Live SQL / DB Fiddle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transaccion agrupa varias sentencias SQL en una sola unidad de todo-o-nada: si facturar implica INSERT 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Propiedades ACID en una frase cada una: Atomicidad (todo o nada, ya explicado), Consistencia (la BD pasa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COMMIT confirma la transaccion de forma permanente; ROLLBACK deshace todo lo hecho desde el ultimo COMMIT si…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Dirty read (lectura sucia): una transaccion lee un dato que otra transaccion modifico pero AUN NO ha…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Tuning en este contexto no es magia, son habitos concretos: mantener estadisticas del optimizador…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Todo o nada: la transaccion de facturacion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BEGIN;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factura(...)        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INSERT INTO detalle_factura(...) VALUES (...);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UPDATE insumo SET stock = stock - :cant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WHERE id_insumo = :id AND stock &gt;= :cant;   -- 0 filas si no alcanza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-- si afecto 0 filas -&gt;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ROLLBACK;   -- de lo contrario: COMMIT;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END;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condicion stock &gt;= :cant evita el stock negativo; el ROLLBACK evita la factura a medias.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Oracle Live SQL / DB Fiddle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BEGIN... INSERT factura/detalle... UPDATE stock... COMMIT/ROLLBACK.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Transacciones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bfidd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ROLLBACK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oogle_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 tuning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factura+stock atomicos.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ROLLBACK ante stock insuficiente.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factura+stock +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Transaccion completa.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Prueba ROLLBACK.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tuning.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BEGIN/COMMIT/ROLLBACK del playground.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Implementar bloque/proc que facture y descuente stock atomicamente.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Probar fallo a mitad (stock insuficiente) -&gt; ROLLBACK.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tuning del PI.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PI: seccion transacciones.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Prueba de fallo?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Locks/indices en checklist?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En informe?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Script transaccional + checklist tuning del PI (1 pag.)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Transaccion de negocio (factura + stock) + notas de tuning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Transaccion de negocio (factura + stock) + notas de tuning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Script transaccional + checklist tuning del PI (1 pag.)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