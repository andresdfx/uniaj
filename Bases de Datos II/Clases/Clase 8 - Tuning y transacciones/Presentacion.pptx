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el ultimo COMMIT si…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Tuning en este contexto no es magia, son habitos concretos: mantener estadisticas del optimizador…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envolver TODA la sesion de trabajo en una sola transaccion gigante…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       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detalle_factura(...)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UPDATE insumo SET stock = stock - :cant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WHERE id_insumo = :id AND stock &gt;= :cant;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si afecto 0 filas -&gt;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ROLLBACK;   -- de lo contrario: 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:cant evita el stock negativo; el ROLLBACK evita la factura a medias.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BEGIN... INSERT factura/detalle... UPDATE stock... COMMIT/ROLLBACK.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Transacciones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factura+stock atomicos.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ROLLBACK ante stock insuficiente.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factura+stock +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completa.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ROLLBACK.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BEGIN/COMMIT/ROLLBACK del playground.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bloque/proc que facture y descuente stock atomicamente.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fallo a mitad (stock insuficiente) -&gt; ROLLBACK.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tuning del 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PI: seccion transacciones.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Prueba de fallo?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Locks/indices en checklist?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informe?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transaccional + checklist tuning del PI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