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envolver TODA la sesion de trabajo en una sola transaccion gigante…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COMMIT en la factura VetCare garantiza: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un SELECT',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Atomicidad: factura + detalle + stock juntos',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Borrar auditorías',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Ignorar stock',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falta stock, ROLLBACK debe: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Dejar la factura a medias',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Deshacer cambios parciales y conservar consistencia',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Negar el stock a -100',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Borrar dueños',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Transacciones cortas reducen bloqueos y problemas de concurrencia.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 aceptable hacer la factura en la app con tres commits independientes sin control.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Propiedad ACID más visible al facturar + descontar insumo: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Atomicidad',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Tipografía',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Color del ER',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Nombre del repo',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script demo con BEGIN/COMMIT/ROLLBACK es evidencia válida del hito de transacciones.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Liste los 3 pasos atómicos de su caso de facturación VetCare.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Describa la prueba de fallo (falta stock) y el estado final esperado.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