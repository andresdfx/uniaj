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Tuning · Transacciones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Atomicidad en facturacion e insumos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Transaccion de negocio (factura + stock) + notas de tuning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(PostgreSQL/PGlite)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sp_facturar + fn_descontar_stock + seccion Transacciones y tuning del informe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transaccion agrupa varias sentencias SQL en una sola unidad de todo-o-nada: si facturar implica INSERT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Propiedades ACID en una frase cada una: Atomicidad (todo o nada, ya explicado), Consistencia (la BD pasa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COMMIT confirma la transaccion de forma permanente; ROLLBACK deshace todo lo hecho desde que se abrio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que si hay que escribir es el guardia: UPDATE insumo SET stock = stock - p_cantidades[i] WHERE id_insumo =…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Dirty read (lectura sucia): una transaccion lee un dato que otra transaccion modifico pero AUN NO ha…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o nada: la transaccion de facturacion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PROCEDURE sp_facturar(p_id_consulta INT,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p_insumos INT[], p_cantidades INT[]) 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factura(...) RETURNING id_factura INTO v_id_factura;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FOR i IN 1 .. array_length(p_insumos, 1) LOOP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UPDATE insumo SET stock = stock - p_cantidades[i]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WHERE id_insumo = p_insumos[i]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AND stock &gt;= p_cantidades[i];   -- 0 filas si no alcanza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GET DIAGNOSTICS v_filas = ROW_COUNT;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v_filas = 0 THEN RAISE EXCEPTION '...';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LOOP;   -- sin COMMIT y sin ROLLBACK: los pone el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condicion stock &gt;= cantidad evita el stock negativo; la excepcion que sale del CALL deshace todo sola.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sp_facturar en PL/pgSQL: el molde que se califica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1 del taller — 35 de los 100 puntos — y el molde que la pregunta 2 hace fallar a proposito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firma exacta, que se factura por lineas.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«CREATE PROCEDURE sp_facturar(p_id_consulta INT, p_insumos INT[], p_cantidades INT[]) LANGUAGE plpgsql AS $proc$ ... $proc$;» —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dos arreglos paralelos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un insumo suelto: una factura tiene varias lineas. Se llama «CALL sp_facturar(4, ARRAY[1,6,5], ARRAY[1,2,3]);». Los tipos son «INT» y «NUMERIC», no «NUMBER». Primera linea del cuerpo: «IF array_length(p_insumos, 1) IS DISTINCT FROM array_length(p_cantidades, 1) THEN RAISE EXCEPTION ...» — dos arreglos de longitud distinta se rechazan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antes de tocar la base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cabecera y el id que se acaba de generar.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«INSERT INTO factura (id_consulta, total) VALUES (p_id_consulta, 0) RETURNING id_factura INTO v_id_factura;» — el total entra 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se corrige al final, porque todavia no se sabe. «RETURNING ... INTO» evita ir a buscarlo con otro «SELECT».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bucle, y el guardia que es el corazon del dia.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«FOR i IN 1 .. array_length(p_insumos, 1) LOOP» y dentro: «UPDATE insumo SET stock = stock - p_cantidades[i] WHERE id_insumo = p_insumos[i] AND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stock &gt;= p_cantidades[i]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;» — la comprobacion viaja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dentro del «WHERE»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comprobar y escribir son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sola sentencia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nadie puede colarse entre las dos.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Como se sabe si alcanzo, y como se aborta.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«GET DIAGNOSTICS v_filas = ROW_COUNT;» guarda cuantas filas toco el «UPDATE»: «1» alcanzo, «0» no habia stock. Entonces «IF v_filas = 0 THEN RAISE EXCEPTION 'ERROR: stock insuficiente del insumo %', p_insumos[i]; END IF;».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es «SQL%ROWCOUNT» ni «RAISE_APPLICATION_ERROR»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eso es Oracle y aqui no existe.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el cierre.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Cada iteracion inserta su linea en «detalle_factura» con el «precio_unit»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vigente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acumula «v_total := v_total + v_precio * p_cantidades[i];». Al salir del bucle, «UPDATE factura SET total = v_total WHERE id_factura = v_id_factura;». El caso de prueba da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27.400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deja los stocks en 11, 58 y 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procedimiento no lleva COMMIT ni ROLLBACK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4 del taller —10 puntos, seleccion unica— y la explicacion de por que la pregunta 2 sale bien sin escribir un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regla de PostgreSQL.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«CALL» escrito por fuera de cualquier «BEGIN»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su propia transaccion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la excepcion se propaga hasta afuera del procedimiento, el motor deshace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lo que ese «CALL» habia hecho: la cabecera de la factura, el detalle y el descuento del primer insumo.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Nadie escribio ROLLBACK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la base queda intacta.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el savepoint que nadie declara.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bloque «BEGIN ... EXCEPTION WHEN ... END» en PL/pgSQL crea un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savepoint implicito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al entrar. Por eso, si tu capturas el error, se revierte solo lo hecho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dentro de ese bloque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el resto sigue vivo. Capturar no es lo mismo que dejar propagar.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contraste con Oracle, que es lo que se pregunta.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Oracle el procedimiento es parte de la transaccion del llamador y ahi si se escribe «EXCEPTION WHEN OTHERS THEN ROLLBACK; RAISE;». En PostgreSQL ese «ROLLBACK» dentro de un procedimiento invocado por un «CALL» de nivel superior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ni siquiera esta permitido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consecuencia practica.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Quien decide el «COMMIT»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uno solo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el llamador. Un procedimiento que confirma por su cuenta le quita al llamador la posibilidad de deshacer, y es la fuente numero uno de facturas a medias cuando la Clase 12 conecte la aplicacion.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error que no se perdona.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Capturar la excepcion y no volver a lanzarla. «EXCEPTION WHEN OTHERS THEN NULL;»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convierte el fallo en silencio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la factura queda registrada, el stock no se descuenta y nadie se entera hasta el inventario.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fn_descontar_stock: cuando «no hay stock» es una respuesta, no un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3 del taller —15 puntos— y la decision documentada que pide la pregunta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diferencia.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procedimiento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aborta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factura completa; la funcion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informa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deja que el llamador decida. La misma regla de negocio, dos contratos distintos, y hay que saber cual se pide.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firma, y su palabra clave.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«CREATE OR REPLACE FUNCTION fn_descontar_stock(p_id_insumo INT, p_cantidad INT) RETURNS BOOLEAN LANGUAGE plpgsql AS $$ ...» —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«RETURNS BOOLEAN»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«PROCEDURE». Devuelve «TRUE» si desconto y «FALSE» si no habia suficiente,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lanzar excepcion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ese segundo caso.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 que si es un error.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Una cantidad negativa o cero no es «no hay stock», es una llamada mal hecha: eso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va con «RAISE EXCEPTION». Distinguir el dato invalido del resultado negativo es la mitad de la pregunta.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prueba en una sola consulta.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«SELECT fn_descontar_stock(5,3) AS caso_ok, fn_descontar_stock(2,10) AS caso_sin_stock, fn_descontar_stock(2,3) AS caso_limite;» -&gt;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«true», «false», «true»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El tercer caso es el interesante: pide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exactamente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stock que queda, y con «&gt;=» en el guardia tiene que pasar.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Por que no leer primero.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«SELECT stock ...; IF stock &gt;= cantidad THEN UPDATE ...» deja 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ventana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entre la lectura y la escritura, y con dos recepcionistas facturando el mismo insumo las dos leen 3, las dos deciden que alcanza y el stock termina 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-2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El «UPDATE» con la condicion en el «WHERE» no tiene ventana. Aqui no se puede demostrar —PGlite corre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sola sesion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— y ese es el gap que se declara y que abre la Clase 10.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ExamLab (PostgreSQL/PGlite)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CALL sp_facturar(4, ARRAY[1,6,5], ARRAY[1,2,3]) que factura 27.400, y CALL sp_facturar(4, ARRAY[3,2], ARRAY[2,10]) que falla en la segunda linea: el stock del insumo 3 vuelve a 40 sin ROLLBACK escrito.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PL/pgSQL: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 de tuning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 (pregunta 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facturar es la operación donde Huellitas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pierde plata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 algo queda a medias: una factura sin líneas, o un stock descontado de una factura que nunca existió.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no se evalúa que el procedimiento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funcione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sino 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falle bien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la pregunta 2 vale 25 puntos y consiste en romperlo a propósito y demostrar con datos que la base quedó intacta.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patrón que aprendes hoy — comprobar y escribir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una sola sentencia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es el que evita el stock negativo cuando hay dos recepcionistas facturando. Que aquí no puedas montar las dos sesiones es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y declararlo suma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transacción de facturación implementada como procedimiento atómico, su atomicidad demostrada con foto antes y después de un fallo a mitad de camino, el patrón de descuento seguro encapsulado en una función, y la sección «Transacciones y tuning» del informe del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«sp_facturar(p_id_consulta INT, p_insumos INT[], p_cantidades INT[])» con la firma exacta: cabecera en total 0 con «RETURNING … INTO», bucle por línea, «UPDATE» condicional con «GET DIAGNOSTICS … ROW_COUNT» y «RAISE EXCEPTION» si no alcanza.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El caso exitoso ejecutado y evidenciado: factura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27.400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los insumos 1, 6 y 5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11, 58 y 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atomicidad probada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misma consulta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foto inicial y final, y dicho con datos que el stock del insumo 3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volvió a 40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que no quedó factura ni línea huérfana.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«fn_descontar_stock» devolviendo «BOOLEAN» —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«FALSE», no excepción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cuando no hay stock — con la prueba que arroja «true / false / true» y ningún stock negativo.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sección del informe con sus 4 bloques: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 transacciones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 su punto de fallo, el checklist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7 ítems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 estado y evidencia, la decisión documentada y el gap de concurrencia.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esquema de VetCare ya está creado y poblado: consultas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 a 4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facturas 1 a 3 con sus 8 líneas de detalle,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 insumos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stock 12,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40, 25,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8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60.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stocks bajos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deliberados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el insumo 2 con 3 unidades es el que va a hacer fallar la factura de la pregunta 2, y el insumo 3 con 40 es el que tiene 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volver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 40.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consulta 4 es la única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sin facturar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es la que vas a facturar tú.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pregunta 2 el «sp_facturar»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ya viene creado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(versión de referencia), así que puedes demostrar la atomicidad aunque tu propio procedimiento de la pregunta 1 te haya quedado a medias.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PostgreSQL dentro de ExamLab, en el navegador. PL/pgSQL, «CALL», «GET DIAGNOSTICS» y los bloques «DO $$ … EXCEPTION» corren de verdad. Corre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una sola sesión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la concurrencia real no se puede montar aquí, y eso es la Clase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sp_facturar(p_id_consulta, p_insumos INT[], p_cantidades INT[]) en PL/pgSQL: cabecera con total 0, bucle por linea con el guardia stock &gt;= cantidad, y UPDATE del total al final.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Probar el fallo a mitad con ARRAY[3,2] / ARRAY[2,10] y demostrar con foto inicial y final que el stock del insumo 3 volvio a 40.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Encapsular el descuento en fn_descontar_stock, que devuelve BOOLEAN y no lanza excepcion.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seccion Transacciones y tuning del informe: inventario de 3 transacciones y checklist de 7 items.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Declarar el gap de concurrencia: PGlite corre una sola sesion, y eso es la Clase 10.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¿Usaste «GET DIAGNOSTICS v_filas = ROW_COUNT;»? En PostgreSQL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existe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«SQL%ROWCOUNT».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¿Dejaste algún «COMMIT» dentro del procedimiento? No va: el «CALL» de nivel superior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ya 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 propia transacción.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descuento va con la condición «AND stock &gt;= p_cantidades[i]»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dentro del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«WHERE», o leíste el stock primero y decidiste después?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factura del caso exitoso quedó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27.400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los stocks en 11, 58 y 5? Si no cuadra, revisa que uses el «precio_unit»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del insumo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no el de la consulta.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foto inicial y la foto final son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exactamente la misma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consulta? Si cambias la consulta, la comparación no prueba nada.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¿Envolviste el intento que debe fallar en «DO $$ … EXCEPTION WHEN OTHERS»? Sin eso el script se detiene y no alcanzas a tomar la foto final.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¿Escribiste la comparación en comentarios «--», incluida la línea del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stock del insumo 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 Es la evidencia central de los 25 puntos: sin ella la pregunta queda sin argumento.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¿Corriste también la llamada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viable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 final? El contraste entre la abortada y la exitosa es parte de la respuesta.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sp_facturar + fn_descontar_stock + seccion Transacciones y tuning del informe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Transaccion de negocio (factura + stock) + notas de tuning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Transaccion de negocio (factura + stock) + notas de tuning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sp_facturar + fn_descontar_stock + seccion Transacciones y tuning del informe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