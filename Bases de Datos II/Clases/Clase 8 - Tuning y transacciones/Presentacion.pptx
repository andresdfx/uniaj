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envolver TODA la sesion de trabajo en una sola transaccion gigante…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