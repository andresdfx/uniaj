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3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hay tema nuevo en esta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Entra lo visto en el corte hasta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Modalidad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virtual síncrona por Meet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como todas las sesiones.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Duración aproximada: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90 a 110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enunciado y el canal de entrega se comparten al empezar.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3 · Clase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solo se evalúa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tema continúa la próxima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