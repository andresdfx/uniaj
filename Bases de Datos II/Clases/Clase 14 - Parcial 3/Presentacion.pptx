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Hoy es el Parcial 3: no hay tema nuevo en esta sesión.</a:t>
            </a:r>
          </a:p>
          <a:p/>
          <a:p>
            <a:r>
              <a:t>Entra lo visto en el corte hasta hoy.</a:t>
            </a:r>
          </a:p>
          <a:p/>
          <a:p>
            <a:r>
              <a:t>Modalidad virtual síncrona por Meet, como todas las sesiones.</a:t>
            </a:r>
          </a:p>
          <a:p/>
          <a:p>
            <a:r>
              <a:t>Duración aproximada: 90 a 110 min dentro del bloque de 120.</a:t>
            </a:r>
          </a:p>
          <a:p/>
          <a:p>
            <a:r>
              <a:t>El enunciado y el canal de entrega se comparten al empezar.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Parcial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Solo 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2175828"/>
            <a:ext cx="6010497" cy="2853814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ents-writing-ex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2248980"/>
            <a:ext cx="5864193" cy="2707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This And No Internet 25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 3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tema nuevo en esta sesión.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hasta hoy.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Modalidad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virtual síncrona por Meet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como todas las sesiones.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Duración aproximada: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 a 110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3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Hoy solo se evalúa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continúa la próxima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