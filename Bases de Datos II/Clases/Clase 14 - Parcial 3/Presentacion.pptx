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 · sin tema ni taller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11 · Clase 12 · Clase 13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B. Verdadero / Falso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C. Integración de aplicaciones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D. Caso / preparación de sustentación BD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nota = puntos / 20 · este parcial pesa 15% del Corte 3 (40%).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Tiempo previsto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90–100 minutos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dentro del bloque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SQL se escribe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se pide captura ni se abre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Clase 15: sustentación del PI VetCare DB, no hay tema nuevo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