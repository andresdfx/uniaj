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tema nuevo ni taller del PI en esta sesion.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90-100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avance del PI VetCare DB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 ·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DB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