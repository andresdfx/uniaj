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 · sin tema ni taller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Qué se evalúa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B8D8EE"/>
                </a:solidFill>
                <a:latin typeface="Calibri"/>
              </a:rPr>
              <a:t>Solo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Clase 11 · Clase 12 · Clase 13 — fuera de esa lista no hay nada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A. Selección múltiple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B. Verdadero / Falso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20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C. Integración de aplicaciones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25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D. Caso / preparación de sustentación BD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35 pts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Total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100 puntos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nota = puntos / 20 · este parcial pesa 15% del Corte 3 (40%).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responde y cómo se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Tiempo previsto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90–100 minutos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dentro del bloque de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envío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cierra en el minuto 110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lo que llegue después no se recibe.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Canal de entrega: el que se anuncia ahora. Confirmo cada recibido por el chat.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SQL se escribe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como texto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: no se pide captura ni se abre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Pregunta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forma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sí (cuántas líneas, si pide tabla).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contenido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 se te cae el internet: sigue respondiendo y avisa por correo al volver.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 ·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Clase 15: sustentación del PI VetCare DB, no hay tema nuevo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