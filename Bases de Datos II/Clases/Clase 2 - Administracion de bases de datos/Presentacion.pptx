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· quiz/cierre · duda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Administracion de BD = gestionar QUIEN puede hacer QUE sobre CADA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Principio de minimo privilegio: cada rol recibe solo lo que necesita para su funcion, ni un privilegio mas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Separacion de funciones (segregation of duties): quien disena/modifica el esquema (DDL: CREATE/ALTER/DROP) no…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otorga un privilegio a un rol o usuario; REVOKE lo retira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crear un unico usuario 'admin' que todos comparten (rompe la…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el playground (Live SQL / DB Fiddle) el motor puede restringir CREATE ROLE o GRANT reales: cuando eso…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`admin`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 sobre historial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inmediata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Matriz rol x objeto x privilegio sobre tablas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GRANT/roles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SQL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roles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roles son evidencia de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Least privilege evita que Recepción borre historial.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documentar matriz aunque el playground no persista usuarios.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de roles/privilegios VetCare (&gt;=4 roles).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&gt;=4 roles.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Matriz privilegio x objeto.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 least privilege.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1 página política.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Roles: ADMIN_BD, RECEPCION, VETERINARIO, AUDITOR.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Live SQL /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Definir &gt;=4 roles (ADMIN_BD, RECEPCION, VETERINARIO, AUDITOR).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SELECT/INSERT/UPDATE/DELETE/EXECUTE por objeto clave.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privilegio minimo (least privilege).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Recepción con DELETE historial? (no)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Auditor solo SELECT?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DDL separado?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(o plan equivalente)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Un rol con privilegios mínimos en VetCare sirve para: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Dar SUPER a todos',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Least privilege por perfil (app/lectura/admin)',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Evitar backups',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Eliminar PK',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¿Qué privilegio NO debería tener el rol de solo lectura de agenda?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SELECT sobre cita',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DROP TABLE',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SELECT sobre mascota',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Consultar veterinario',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GRANT y REVOKE forman parte de la administración de privilegios del PI.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Usar el usuario root/admin de playground para la app en producción es buena práctica.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 · cont.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Evidencia típica del taller de roles: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Solo un screenshot del logo',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Script de roles + prueba de permiso denegado',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Factura AWS',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Diagrama sin usuarios',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6.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Separar rol de aplicación y rol de DBA reduce el impacto de una filtración de credenciales.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7.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Defina 2 roles VetCare (nombre + privilegio clave de cada uno).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8.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¿Qué operación debería fallar con el rol de lectura y cómo lo evidencia?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(o plan equivalente)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