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Administracion de BD · Roles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Clase autonoma · privilegios y usuarios del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Plan de roles/privilegios de VetCare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Oracle Live SQL / DB Fiddle + Google Docs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Documento Roles_VetCare + script GRANT/REVOKE (o plan equivalente)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el paquete VetCare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autonoma (festivo)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Administracion de BD = gestionar QUIEN puede hacer QUE sobre CADA objeto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Principio de minimo privilegio: cada rol recibe solo lo que necesita para su funcion, ni un privilegio mas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Separacion de funciones (segregation of duties): quien disena/modifica el esquema (DDL: CREATE/ALTER/DROP) no…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GRANT otorga un privilegio a un rol o usuario; REVOKE lo retira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de docente que no domina el tema: crear un unico usuario 'admin' que todos comparten (rompe la…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En el playground (Live SQL / DB Fiddle) el motor puede restringir CREATE ROLE o GRANT reales: cuando eso…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Minimo privilegio, en concreto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suele pasar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solo usuario `admin` que todos comparten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GRANT ALL 'para que no falle nada'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Nadie sabe quien borro que (sin trazabilidad)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van del cargo y la cuenta sigue viva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pide el taller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4 roles: ADMIN_BD · RECEPCION · VETERINARIO · AUDITOR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Privilegio por objeto y operacion (matriz)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RECEPCION nunca hace DELETE sobre historial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Politica de baja: revocacion inmediata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Oracle Live SQL / DB Fiddle +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Matriz rol x objeto x privilegio sobre tablas VetCare.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oracle_livesq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GRANT/roles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bfidd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SQL demo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Matriz roles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roles son evidencia de administración.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Least privilege evita que Recepción borre historial.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Autónoma: documentar matriz aunque el playground no persista usuarios.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Plan de roles/privilegios VetCare (&gt;=4 roles).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&gt;=4 roles.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Matriz privilegio x objeto.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Justificación least privilege.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1 página política.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Roles: ADMIN_BD, RECEPCION, VETERINARIO, AUDITOR.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Live SQL / Docs.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Definir &gt;=4 roles (ADMIN_BD, RECEPCION, VETERINARIO, AUDITOR).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Matriz SELECT/INSERT/UPDATE/DELETE/EXECUTE por objeto clave.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Justificar privilegio minimo (least privilege).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Redactar 1 pagina: politica de altas/bajas de usuarios.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Recepción con DELETE historial? (no)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Auditor solo SELECT?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DDL separado?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Documento Roles_VetCare + script GRANT/REVOKE (o plan equivalente)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(Talleres)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Plan de roles/privilegios de VetCare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Plan de roles/privilegios de VetCare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Documento Roles_VetCare + script GRANT/REVOKE (o plan equivalente)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