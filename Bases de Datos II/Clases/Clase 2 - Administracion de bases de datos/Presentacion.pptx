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Administracion de BD · Roles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Privilegios y usuarios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Plan de roles/privilegios de VetCare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ExamLab (PostgreSQL)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Documento Roles_VetCare + script GRANT/REVOKE ejecutado en ExamLab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Administracion de BD = gestionar QUIEN puede hacer QUE sobre CADA objeto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Principio de minimo privilegio: cada rol recibe solo lo que necesita para su funcion, ni un privilegio mas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Separacion de funciones (segregation of duties): quien disena/modifica el esquema (DDL: CREATE/ALTER/DROP) no…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GRANT otorga un privilegio a un rol o usuario; REVOKE lo retira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GRANT no es todo-o-nada: se puede recortar la superficie con una vista (CREATE VIEW deja fuera filas y…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Minimo privilegio, en concreto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suele pasar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solo usuario «admin» que todos comparten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GRANT ALL 'para que no falle nada'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quien borro que (sin trazabilidad)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van del cargo y la cuenta sigue viva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pide el taller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4 roles: admin_bd · recepcion · veterinario_rol · auditor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Privilegio por objeto y operacion (matriz)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recepcion nunca hace DELETE: cancelar es UPDATE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Politica de baja: revocacion el mismo 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Reducir la superficie: vista y privilegio por columna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-- 1) La vista deja fuera el email y las citas canceladas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VIEW v_agenda_recepcion 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c.id_cita, c.fecha_hora, d.nombre AS dueno, d.telefono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FROM cita c JOIN mascota m ON m.id_mascota = c.id_mascota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JOIN dueno d ON d.id_dueno = m.id_dueno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WHERE c.estado &lt;&gt; 'CANCELADA';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GRANT SELECT ON v_agenda_recepcion TO recepcion;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REVOKE SELECT ON dueno FROM recepcion;   -- solo llega por la vista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-- 2) O se recorta la tabla columna por columna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GRANT SELECT (id_dueno, nombre) ON dueno TO veterinario_rol;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 GRANT no es todo-o-nada: la vista recorta filas y columnas, y el privilegio por columna recorta columnas sin crear objeto nuevo.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Ciclo de vida de una cuenta: alta, cambio, baja, revision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Cada flecha del ciclo es un GRANT o un REVOKE. La politica es lo que le pone responsable y plazo a cada uno: son las 5 secciones del entregable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1. Alta.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Quien solicita y quien aprueba; la cuenta nace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solo rol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con credencial temporal que caduca en el primer ingreso.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 Cambio de rol.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«GRANT» del nuevo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«REVOKE» del anterior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los permisos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se acumulan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Quien pasa de recepcion a auditoria y conserva los dos termina auditando lo que el mismo modifica.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 Baja: el mismo dia.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Revocar los roles, dejar la cuenta sin login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reasignar los objetos antes de borrar el rol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(«REASSIGN OWNED BY ... TO admin_bd»): PostgreSQL no deja hacer «DROP ROLE» de un rol que todavia posee objetos. Lo que esto evita es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cuenta huerfana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 Revision periodica.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3 a 6 meses se audita la matriz con «information_schema.role_table_grants»,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alguien firma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evidencia. Sin cuentas compartidas: si tres personas entran como «recepcion1», la auditoria no puede decir quien cancelo la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5. Probar que el permiso NO esta.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hace falta otra conexion (aqui hay un solo usuario con login): «SET ROLE recepcion;» cambia el rol efectivo, y ahi «DELETE FROM cita ...» debe responder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permission denied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Se cierra con «RESET ROLE;». Si el entorno no deja cambiar de rol, se documenta el intento: eso es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brecha de verificacion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entregable.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ExamLab (PostgreSQL)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4 roles de VetCare con CREATE ROLE/GRANT/REVOKE en ExamLab, verificados con information_schema.role_table_grants.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PostgreSQL: aqui corre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Matriz y politica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Alterno: SQL suelto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racle_livesq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Solo contraste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seguridad de VetCare DB es un criterio de la rúbrica, y la evidencia son los roles y su matriz — no una promesa.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Mínimo privilegio evita que Recepción borre historia clínica: cancelar una cita es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UPDATE de estado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nunca un DELETE.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«GRANT» de hoy corren de verdad y se auditan con «information_schema»: la matriz que entregas tiene que decir lo mismo que ejecutó el motor.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4 roles de VetCare creados y verificados, más la matriz rol x objeto y la política de altas y bajas.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4 roles creados, con sus GRANT y el REVOKE explícito de DELETE.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matriz real consultada con «information_schema.role_table_grants».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Vista «v_agenda_recepcion» sin el email + «GRANT SELECT (id_dueno, nombre)».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Matriz de 10 objetos x 4 roles, sin celdas vacías y consistente con los GRANT.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Política de 1 página con las 5 secciones, cada una con responsable y plazo.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Esquema de VetCare ya creado y poblado: 8 tablas, y los dos procedimientos («sp_agendar_cita», «sp_facturar») como objetos de la matriz.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Roles a crear: «admin_bd» · «recepcion» · «veterinario_rol» · «auditor» (minúsculas; el del veterinario lleva «_rol» porque «veterinario» ya es una tabla).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dentro de ExamLab. Los GRANT son reales, y el permiso negado se comprueba con «SET ROLE» en la misma sesión: no hay una segunda conexión.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matriz y la política se escriben en Google Docs y se pegan en ExamLab; la plantilla en blanco de las dos está en este documento.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los 4 roles (admin_bd, recepcion, veterinario_rol, auditor) con GRANT/REVOKE que corran.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Recortar la superficie: vista v_agenda_recepcion + privilegio por columna sobre dueno.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Matriz rol x objeto x privilegio de los 10 objetos, justificando privilegio minimo.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1 pagina: politica de altas/bajas de usuarios, con la prueba negativa (SET ROLE) corrida y su mensaje de error.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¿Los 4 roles con el nombre exacto, en minúscula y con «veterinario_rol»?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¿«recepcion» sin DELETE en ninguna tabla, y el REVOKE escrito aunque sea redundante?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¿«auditor» solo con SELECT?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vista deja fuera el email, y «column_privileges» devuelve exactamente 2 filas?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matriz tiene las 10 filas llenas y los «sp_» con E, no con S ni I?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política dice quién aprueba y en cuánto tiempo, y trae la prueba negativa con «SET ROLE»?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Documento Roles_VetCare + script GRANT/REVOKE ejecutado en ExamLab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Plan de roles/privilegios de VetCare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Plan de roles/privilegios de VetCare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Documento Roles_VetCare + script GRANT/REVOKE ejecutado en ExamLab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