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GRANT no es todo-o-nada: se puede recortar la superficie con una vista (CREATE VIEW deja fuera filas y…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uno: son las 5 secciones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 Alta.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Quien solicita y quien aprueba; la cuenta nace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rol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con credencial temporal que caduca en el primer ingreso.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2. Cambio de rol.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«GRANT» del nuevo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«REVOKE» del anterior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los permisos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se acumulan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Quien pasa de recepcion a auditoria y conserva los dos termina auditando lo que el mismo modifica.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3. Baja: el mismo dia.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Revocar los roles, dejar la cuenta sin login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reasignar los objetos antes de borrar el rol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(«REASSIGN OWNED BY ... TO admin_bd»): PostgreSQL no deja hacer «DROP ROLE» de un rol que todavia posee objetos. Lo que esto evita es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cuenta huerfana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4. Revision periodica.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Cada 3 a 6 meses se audita la matriz con «information_schema.role_table_grants»,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alguien firma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evidencia. Sin cuentas compartidas: si tres personas entran como «recepcion1», la auditoria no puede decir quien cancelo la cita.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5. Probar que el permiso NO esta.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No hace falta otra conexion (aqui hay un solo usuario con login): «SET ROLE recepcion;» cambia el rol efectivo, y ahi «DELETE FROM cita ...» debe responder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permission denied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Se cierra con «RESET ROLE;». Si el entorno no deja cambiar de rol, se documenta el intento: eso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brecha de verificacion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entregable.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4 roles de VetCare con CREATE ROLE/GRANT/REVOKE en ExamLab,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seguridad de VetCare DB es un criterio de la rúbrica, y la evidencia son los roles y su matriz — no una promesa.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Mínimo privilegio evita que Recepción borre historia clínica: cancelar una cita es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UPDATE de estado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nunca un DELETE.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«GRANT» de hoy corren de verdad y se auditan con «information_schema»: la matriz que entregas tiene que decir lo mismo que ejecutó 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4 roles de VetCare creados y verificados, más la matriz rol x objeto y la política de altas y bajas.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4 roles creados, con sus GRANT y el REVOKE explícito de DELETE.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matriz real consultada con «information_schema.role_table_grants».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Vista «v_agenda_recepcion» sin el email + «GRANT SELECT (id_dueno, nombre)».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de 10 objetos x 4 roles, sin celdas vacías y consistente con los GRANT.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Política de 1 página con las 5 secciones, cada una con responsable y plazo.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Esquema de VetCare ya creado y poblado: 8 tablas, y los dos procedimientos («sp_agendar_cita», «sp_facturar») como objetos de la matriz.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 a crear: «admin_bd» · «recepcion» · «veterinario_rol» · «auditor» (minúsculas; el del veterinario lleva «_rol» porque «veterinario» ya es una tabla).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PostgreSQL dentro de ExamLab. Los GRANT son reales, y el permiso negado se comprueba con «SET ROLE» en la misma sesión: no hay una segunda conexión.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matriz y la política se escriben en Google Docs y se pegan en ExamLab; la plantilla en blanco de las dos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usuarios, con la prueba negativa (SET ROLE) corrida y su mensaje de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roles con el nombre exacto, en minúscula y con «veterinario_rol»?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¿«recepcion» sin DELETE en ninguna tabla, y el REVOKE escrito aunque sea redundante?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¿«auditor» solo con SELECT?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vista deja fuera el email, y «column_privileges» devuelve exactamente 2 filas?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matriz tiene las 10 filas llenas y los «sp_» con E, no con S ni 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política dice quién aprueba y en cuánto tiempo, y trae la prueba negativa con «SET ROLE»?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ExamLab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