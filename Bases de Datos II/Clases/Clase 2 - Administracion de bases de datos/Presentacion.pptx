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Administracion de BD · Roles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Privilegios y usuarios del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Plan de roles/privilegios de VetCare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PostgreSQL en el navegador + Google Docs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Administrar una base de datos es decidir y hacer cumplir quien puede hacer que sobre cada objeto, y dejar rastro de quien lo hizo.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llegar a la sintaxis conviene fijar cuatro terminos que se usan sueltos y se confunden todo 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objeto de base de datos es cualquier cosa que el motor guarda y a la que se le puede poner nombre: una tabla como cita, una vista, un procedimiento, una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esquema es un contenedor con nombre donde viven esos objetos; en PostgreSQL, que es el motor de esta clase, el esquema por omision se llama public y el nombre completo de la tabla es public.cita.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hay que desactivar una confusion que traen quienes vieron Oracle: alli esquema y usuario son practicamente lo mismo y se escribe VETCARE.MASCOTA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cuatro terminos que se confunden todo el tiempo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Mientras que en PostgreSQL son cosas separadas, un mismo usuario puede tener objetos en varios esquemas y un esquema puede contener objetos de varios propietarios.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Autenticacion es probar quien es usted, con usuario y clave o con un certificado.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Autorizacion es decidir que puede hacer una vez que ya esta dentro.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etapas distintas, se controlan con mecanismos distintos, y un usuario puede autenticarse perfectamente y no tener permiso para leer ni una sola fila.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Esta clase se dicta en sesion virtual sincrona, en el bloque normal de 120 minutos: hay explicacion en vivo, taller acompanado y espacio para preguntar, asi que este texto es el material con el que el docente dicta y no una lectura que sustituya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privilegio es un permiso atomico: la unidad mas pequena de autorizacion que el motor sabe otorgar o quitar.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PostgreSQL hay que distinguir dos cosas que los estudiantes mezclan.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privilegios de objeto habilitan acciones sobre un objeto concreto y son los que se escriben con GRANT: SELECT, INSERT, UPDATE, DELETE, TRUNCATE, REFERENCES y TRIGGER sobre una tabla o una vista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atributos de rol son otra cosa: LOGIN, CREATEDB, CREATEROLE y SUPERUSER no se otorgan con GRANT sino que se escriben en el CREATE ROLE o se cambian con ALTER ROLE, y son el equivalente de lo que en Oracle se llama privilegio de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Privilegio: la unidad atomica, y la frontera DDL/DML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DDL, Data Definition Language, son las sentencias que cambian la estructura: CREATE, ALTER, DROP, TRUNCATE.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DML, Data Manipulation Language, son las que leen o cambian los datos sin tocar la estructura: SELECT, INSERT, UPDATE,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recepcionista de la clinica Huellitas necesita DML sobre unas pocas tablas y nunca necesita DDL.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es un paquete de privilegios con nombre propio, que se otorga a un usuario en un solo paso.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modelo tiene ocho tablas (dueno, mascota, veterinario, cita, consulta, insumo, factura y detalle_factura) y, contando los dos procedimientos que llegaran en la Clase 3, diez objetos que hay que decidir.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clinica tiene doce empleados y los permisos se otorgan cuenta por cuenta, el administrador escribe del orden de cientos de sentencias GRANT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el problema grave no es el volumen: es que cuando cambie una regla, por ejemplo que recepcion ya no pueda anular facturas, tendra que recordar tocar doce cuentas sin olvidar ninguna.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Rol: por que existe, con la aritmetica en el tablero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roles se define una sola vez el conjunto de privilegios de recepcion y se ejecutan doce sentencias GRANT recepcion TO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cambiar la regla se hace un REVOKE sobre el rol y los doce usuarios quedan corregidos en el mismo instante, sin excepciones y sin listas de verificacion.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un detalle del motor que hay que decir temprano porque de lo contrario el taller se vuelve incomprensible: en PostgreSQL usuario y rol son la misma entidad.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CREATE USER no es un comando distinto, es un alias de CREATE ROLE...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rol con el atributo LOGIN es lo que llamamos usuario, porque puede iniciar sesion; un rol sin LOGIN es un paquete de permisos que nadie usa para conectarse.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segundo detalle, este de convencion y no de motor: el rol del veterinario se llama veterinario_rol y no veterinario.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 PostgreSQL usuario y rol son lo mismo, y por eso hoy se escribe NOLOGIN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Tecnicamente no hay ninguna obligacion, porque en PostgreSQL los roles son globales al cluster y las tablas viven en un esquema, de modo que un rol llamado veterinario y una tabla llamada veterinario pueden coexistir sin conflicto alguno.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razon es de legibilidad para quien audita: en la linea GRANT SELECT ON cita TO veterinario no se puede saber a simple vista si veterinario es un rol o si alguien se equivoco de sintaxis, mientras que veterinario_rol se lee sin ambiguedad.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 aplicado a VetCare: la matriz defendible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necesita leer consulta, porque el historial clinico es informacion sensible del paciente que la recepcion no requiere para hacer su trabajo.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veterinario_rol necesita SELECT sobre cita y mascota, y SELECT, INSERT y UPDATE sobre consulta, porque es quien documenta la atencion.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rol admin_bd es el unico con privilegios amplios, y es el que sostiene el DDL.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Notese que DELETE no aparece en ninguna fila operativa, y eso no es descuido: en un sistema clinico las cosas no se borran, se marcan.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cita cancelada lleva estado = 'CANCELADA' y una mascota que ya no se atiende lleva activa = 'N', que es exactamente como quedo el DDL de la Clase 1, con CHAR(1) y CHECK (activa IN ('S','N')).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Separacion de funciones, o segregation of duties, es la practica de repartir un proceso sensible entre dos o mas personas para que ninguna pueda completarlo sola sin dejar rastro.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terminos de base de datos significa que quien disena y modifica el esquema no debe ser la misma cuenta que opera los datos del dia a dia, y que quien audita solo debe leer.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ejemplo de VetCare es facil de contar: si la misma cuenta que emite una factura puede tambien borrarla, entonces una persona puede cobrar en efectivo y hacer desaparecer el registro, y no queda evidencia de que la factura existio.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Separacion de funciones: el ejemplo de la factura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Separando funciones, emitir una factura es un INSERT permitido a un rol, y anular una factura es un UPDATE de estado permitido a un rol distinto, y ese UPDATE deja fecha, usuario y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la primera pregunta previsible del estudiante: «no es mas facil darle todo al jefe y ya?».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forma de las sentencias reales, que el estudiante debe poder escribir de memoria al terminar la lectura, es esta: CREATE ROLE recepcion NOLOGIN; luego GRANT SELECT, INSERT, UPDATE ON cita TO recepcion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Luego GRANT SELECT ON dueno, mascota, veterinario TO recepcion, aprovechando que PostgreSQL acepta varias tablas en un mismo GRANT; y finalmente GRANT recepcion TO ana_gomez.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Primero, un rol recien creado no tiene ningun privilegio sobre las tablas ajenas: no hace falta revocar nada para «empezar limpio», el punto de partida ya es cero.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Segundo, para que un rol pueda usar los objetos del esquema necesita USAGE sobre el esquema; en public eso viene concedido por omision, asi que hoy no estorba, pero en un servidor con esquemas propios es la causa numero uno del GRANT que «no surtio efecto».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 a escribir hoy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Tercero, existe la forma masiva GRANT SELECT ON ALL TABLES IN SCHEMA public TO auditor, comoda y peligrosa a la vez: aplica a las tablas que existen en ese momento y no a las futuras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modo que la tabla que se cree la semana entrante quedara fuera y nadie se dara cuenta; para eso existe ALTER DEFAULT PRIVILEGES, que vale nombrar sin desarrollar.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GRANT y REVOKE: la sintaxis exacta que se va...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DELETE ON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recepcion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WITH GRANT OPTION y PUBLIC: los dos que hacen dano sin avisar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clausula WITH GRANT OPTION permite que quien recibio el privilegio lo vuelva a otorgar a otros; suena comodo y es una mala idea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administrador pierde el control de la cadena de permisos y, al hacer REVOKE, se produce una revocacion en cascada con efectos que nadie previo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hecho PostgreSQL rechaza el REVOKE si hay privilegios dependientes y obliga a escribir CASCADE, que es el motor avisando que la operacion va a tocar mas de lo que se le pidio.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es el rol especial PUBLIC, al que pertenecen todos los roles existentes y futuros: un GRANT SELECT ON consulta TO PUBLIC entrega el historial clinico a cualquiera que pueda conectarse, incluido el proximo usuario que se cree manana.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Buscar y quitar privilegios otorgados a PUBLIC, con REVOKE ALL ON &lt;tabla&gt; FROM PUBLIC, es una tarea real de endurecimiento en bases de datos heredadas, y vale la pena nombrarla para que el estudiante entienda que estos conceptos no son escolares.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esta el concepto que hace la diferencia entre una matriz de aficionado y una defendible, y es la parte que el taller evalua con veinte puntos.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GRANT sobre una tabla es todo o nada en filas y columnas: quien tiene SELECT sobre dueno ve las seis columnas y las seis filas.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dos mecanismos para recortar esa superficie y hay que saber cuando usar cada 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vista es una consulta guardada con nombre, que se usa como si fuera una tabla; se crea con CREATE VIEW v_agenda_recepcion AS SELECT... y se le otorga SELECT al rol.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vista recorta las dos dimensiones a la vez: filas, con un WHERE estado &lt;&gt; 'CANCELADA', y columnas, con solo dejar el email fuera del SELECT.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 privilegio por columna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segundo mecanismo es el privilegio por columna: ON dueno TO veterinario_rol otorga lectura de dos columnas y de ninguna otra, sin crear ningun objeto nuevo.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Tiene una consecuencia que hay que advertir en clase porque genera un error confuso: ese rol ya no puede escribir SELECT * FROM dueno, porque el asterisco pide todas las columnas y dos de ellas le estan negadas; tiene que nombrar las columnas explicitamente.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criterio para elegir es simple: si el recorte necesita filtrar filas o cruzar tablas, se hace con vista; si es puramente por columna y no se quiere mantener un objeto mas, con privilegio por columna.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Cuando el GRANT es demasiado: vista y...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 information_schema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matriz de permisos que solo existe en un documento es una intencion; la matriz se vuelve un hecho cuando se puede consultar en el motor.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PostgreSQL expone esa informacion en el esquema estandar information_schema y hay dos vistas que hay que saber usar.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es role_table_grants, con ORDER BY grantee, table_name, privilege_type: devuelve una fila por cada combinacion de rol, tabla y privilegio realmente otorgado.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es column_privileges, que agrega la columna column_name y es la unica forma de evidenciar que el privilegio por columna quedo aplicado.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como hecho verificable:...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grantee, table_name, privilege_type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information_schema.role_table_grants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grantee IN ('admin_bd','recepcion','veterinario_rol','auditor')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parte del entregable es la politica de altas y bajas, que documenta el ciclo de vida de una cuenta: quien autoriza que se cree, con que rol nace, que pasa cuando alguien cambia de funcion, y en cuanto tiempo se desactiva cuando se va de la clinica.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plazo que se compromete habitualmente en la industria es el mismo dia del retiro, y por convencion se revisan las cuentas activas cada tres o seis meses; ninguno de esos dos numeros es una regla dura del motor, son practicas de gobierno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politica vale precisamente porque fija responsables y plazos concretos en lugar de generalidades.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problema que resuelve es la cuenta huerfana: la del pasante que se fue hace un ano y cuya clave sigue 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nunca cuentas compartidas: si tres recepcionistas entran con la cuenta recepcion1, la tabla de auditoria dira que recepcion1 cancelo la cita y no habra forma de saber quien fue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trazabilidad se pierde de manera irrecuperable y con ella cualquier investigacion posterior.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los permisos no se acumulan: al cambiar de rol se revoca el anterior con REVOKE recepcion FROM ana_gomez, porque quien pasa de recepcion a auditoria y conserva ambos roles termina pudiendo modificar justamente lo que audita.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cuarta seccion, la revision periodica, se apoya en la consulta de information_schema que acaba de verse: la evidencia de la auditoria es su salida, y la politica dice cada cuanto se corre y quien la firma.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politica de altas y bajas: el ciclo de vida de una cuenta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quinta seccion es el limite de este entorno, y se desarrolla completa en «El motor de hoy es PostgreSQL» un poco mas 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se califica ahi no es que la prueba negativa exista, sino que el estudiante sepa nombrarla como brecha de verificacion de su propia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dictar la politica conviene bajarla a nombres propios de Huellitas en lugar de dejarla en abstracto: quien autoriza el alta es la administradora de la clinica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recepcionista que entra nace con el rol recepcion y con nada mas, y la baja del pasante se hace el mismo dia.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politica que no dice quien firma ni en cuanto tiempo no es una politica, es una intencion, y asi esta escrita la rubrica.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Este punto hay que decirlo con precision porque una version anterior de esta guia decia lo contrario y costaria puntos repetirla.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Una, esas dos lineas TIENEN que fallar, asi que se ejecutan una por una: un runner que aborta al primer error se llevaria las siguientes.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Dos, si el entorno del dia no permite cambiar de rol, no hay que esconderlo — se muestra el mensaje, y entonces si aparece la brecha de verificacion que la pregunta 5 pide nombrar.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diferencia entre las dos cosas es justamente lo que el estudiante tiene que entender: SET ROLE cambia con que permisos se evalua lo que escribo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conectarse como otro usuario cambia quien esta conectado; para probar que un privilegio falta, basta lo primero.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 que se puede demostrar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Oracle Live SQL y DB Fiddle siguen en el kit, pero cambian de papel: DB Fiddle sirve para probar SQL suelto y Live SQL solo como contraste de sintaxis, porque alli se escribe CREATE USER...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IDENTIFIED BY, se otorga GRANT CREATE SESSION y el esquema es el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Vale un minuto de clase mencionarlo, porque muchos se van a encontrar Oracle en el trabajo; no vale mas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la calificacion ocurre en PostgreSQL y todo minuto invertido en sintaxis del otro motor es un minuto que el estudiante no dedica a lo que se le va a evaluar.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motor de hoy es PostgreSQL, y eso decide...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DELETE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WHERE id_cita = 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nombre, email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FROM dueno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entregable central de hoy no es el script sino la matriz rol por objeto por privilegio, y conviene explicar por que.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script es la traduccion mecanica de una decision; la matriz es 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construye con los objetos en las filas, los roles en las columnas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cada celda las acciones permitidas con la notacion abreviada que pide el taller: S para SELECT, I para INSERT, U para UPDATE, D para DELETE, E para EXECUTE y un guion cuando no hay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exigible para VetCare son los diez objetos por los cuatro roles, sin celdas vacias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regla de calidad es que la matriz sea consistente con los GRANT que se ejecutaron en la primera pregunta: si el script no le dio DELETE a nadie, en la matriz no puede aparecer una 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es el entregable, no el script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dos procedimientos van con E y nunca con S ni con I, y eso no es un detalle de notacion: es el patron que la Clase 3 va a construir y la Clase 12 va a usar, en el que la aplicacion no escribe en las tablas sino que invoca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la matriz van cuatro a seis lineas justificando tres decisiones concretas, y ahi la regla es que una X sin texto no es una celda completa: «auditor sobre cita: solo S, porque auditar es verificar, no corregir» si lo 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Como amarra con las clases vecinas y con la rubrica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de hoy no es una isla, y decirlo en voz alta le da sentido al entregable.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1 dejo el modelo y las claves primarias que hoy se protegen.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3 introduce procedimientos almacenados y con ellos el patron mas fino de todos: no dar INSERT sobre cita al rol recepcion, sino EXECUTE sobre sp_agendar_cita, de modo que el usuario solo pueda escribir a traves de la regla de negocio.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agrega disparadores de auditoria y el plan de respaldo, que son el otro componente de este mismo criterio de rubrica.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Clase 12 reutiliza estos roles para definir la cuenta de servicio con la que la aplicacion se conecta.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rubrica del PI, seguridad y respaldo valen 15 de los 100 puntos.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«Ejecute el GRANT y no surtio efecto»: en el noventa por ciento de los casos es una de cuatro cosas.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otorgo al rol pero no se otorgo el rol a la persona, y falta el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esta probando en la misma sesion del propietario, que pasa por encima de todos los permisos y por lo tanto nunca ve un error, lo cual hace imposible «comprobar» nada asi.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 se escribio el nombre del rol distinto, y conviene recordar que PostgreSQL pasa los identificadores sin comillas a minusculas, de modo que RECEPCION y recepcion son el mismo rol, pero "Recepcion" entre comillas dobles es otro distinto.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«Si le doy SELECT solo a la vista, no necesita tambien SELECT sobre dueno?»: no, y es lo mas importante de la clase: la vista se ejecuta con los privilegios de su propietario.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«Puedo comprobar que a recepcion le rebota el DELETE?»: si, y no hace falta otra conexion: SET ROLE recepcion; luego el DELETE, que debe devolver permission denied, y RESET ROLE; para 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navegador no permite el cambio de rol, se documenta el intento: ahi si hay una brecha de verificacion.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«Rol y usuario son lo mismo?»: en PostgreSQL si, un usuario es un rol con LOGIN.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«Por que auditor no tiene UPDATE ni sobre la tabla de auditoria?»: porque quien puede corregir el registro de lo que hizo puede borrar la evidencia de lo que hizo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entonces la auditoria no prueba nada; esa tabla llega en la Clase 4 y la respuesta se mantiene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grupo — sintaxis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recepcion TO ana_gomez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Minimo privilegio, en concreto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suele pasar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solo usuario «admin» que todos comparten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GRANT ALL 'para que no falle nada'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quien borro que (sin trazabilidad)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van del cargo y la cuenta sigue viva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pide el taller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4 roles: admin_bd · recepcion · veterinario_rol · auditor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Privilegio por objeto y operacion (matriz)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recepcion nunca hace DELETE: cancelar es UPDATE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Politica de baja: revocacion el mismo 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Reducir la superficie: vista y privilegio por columna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-- 1) La vista deja fuera el email y las citas canceladas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CREATE VIEW v_agenda_recepcion 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SELECT c.id_cita, c.fecha_hora, d.nombre AS dueno, d.telefono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FROM cita c JOIN mascota m ON m.id_mascota = c.id_mascota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JOIN dueno d ON d.id_dueno = m.id_dueno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WHERE c.estado &lt;&gt; 'CANCELADA';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ON v_agenda_recepcion TO recepcion;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REVOKE SELECT ON dueno FROM recepcion;   -- solo llega por la vista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-- 2) O se recorta la tabla columna por columna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GRANT SELECT (id_dueno, nombre) ON dueno TO veterinario_rol;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 GRANT no es todo-o-nada: la vista recorta filas y columnas, y el privilegio por columna recorta columnas sin crear objeto nuevo.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Ciclo de vida de una cuenta: alta, cambio, baja,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Cada flecha del ciclo es un GRANT o un REVOKE. La politica es lo que le pone responsable y plazo a cada uno: son las 5 secciones del entregable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0744"/>
            <a:ext cx="11277295" cy="5020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1. Alta.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Quien solicita y quien aprueba; la cuenta nace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solo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con credencial temporal que caduca en el primer ingreso.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2. Cambio de rol.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«GRANT» del nuevo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«REVOKE» del anterior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los permisos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se acumulan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Quien pasa de recepcion a auditoria y conserva los dos termina auditando lo que el mismo modifica.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3. Baja: el mismo dia.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Revocar los roles, dejar la cuenta sin login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reasignar los objetos antes de borrar el rol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(«REASSIGN OWNED BY ... TO admin_bd»): PostgreSQL no deja hacer «DROP ROLE» de un rol que todavia posee objetos. Lo que esto evita es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cuenta huerfana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4. Revision periodica.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Cada 3 a 6 meses se audita la matriz con «information_schema.role_table_grants»,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alguien firma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evidencia. Sin cuentas compartidas: si tres personas entran como «recepcion1», la auditoria no puede decir quien cancelo la cita.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5. Probar que el permiso NO esta.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hace falta otra conexion (aqui hay un solo usuario con login): «SET ROLE recepcion;» cambia el rol efectivo, y ahi «DELETE FROM cita ...» debe responder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permission denied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Se cierra con «RESET ROLE;». Si el entorno no deja cambiar de rol, se documenta el intento: eso es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brecha de verificacion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entregable.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en el navegador + Google Docs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con CREATE ROLE/GRANT/REVOKE en la plataforma del curso, verificados con information_schema.role_table_grants.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aml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331" y="1847087"/>
            <a:ext cx="1220724" cy="12207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la plataforma del curso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PostgreSQL: aqui corre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5485" y="1847087"/>
            <a:ext cx="1220724" cy="12207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Matriz y politica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640" y="1847087"/>
            <a:ext cx="1220724" cy="12207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59251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Alterno: SQL suelto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oracle_livesq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5485" y="4311396"/>
            <a:ext cx="1220724" cy="122072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356506" y="5623560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Solo contraste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seguridad de VetCare DB es un criterio de la rúbrica, y la evidencia son los roles y su matriz — no una promesa.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Mínimo privilegio evita que Recepción borre historia clínica: cancelar una cita es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UPDATE de 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nunca un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«GRANT» de hoy corren de verdad y se auditan con «information_schema»: la matriz que entregas tiene que decir lo mismo que ejecutó el motor.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de VetCare creados y verificados, más la matriz rol x objeto y la política de altas y bajas.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Los 4 roles creados, con sus GRANT y el REVOKE explícito de DELETE.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matriz real consultada con «information_schema.role_table_grants».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Vista «v_agenda_recepcion» sin el email + «GRANT SELECT (id_dueno, nombre)».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Matriz de 10 objetos x 4 roles, sin celdas vacías y consistente con los GRANT.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Política de 1 página con las 5 secciones, cada una con responsable y plazo.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Entrega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Esquema de VetCare ya creado y poblado: 8 tablas, y los dos procedimientos («sp_agendar_cita», «sp_facturar») como objetos de la matriz.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Roles a crear: «admin_bd» · «recepcion» · «veterinario_rol» · «auditor» (minúsculas; el del veterinario lleva «_rol» porque «veterinario» ya es una tabla).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Motor: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PostgreSQL dentro de la plataforma del curso. Los GRANT son reales, y el permiso negado se comprueba con «SET ROLE» en la misma sesión: no hay una segunda conexión.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matriz y la política se escriben en Google Docs y se pegan en la plataforma del curso; la plantilla en blanco de las dos está en este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Crear los 4 roles (admin_bd, recepcion, veterinario_rol, auditor) con GRANT/REVOKE que corran.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Recortar la superficie: vista v_agenda_recepcion + privilegio por columna sobre dueno.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Matriz rol x objeto x privilegio de los 10 objetos, justificando privilegio minimo.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1 pagina: politica de altas/bajas de usuarios, con la prueba negativa (SET ROLE) corrida y su mensaje de error.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¿Los 4 roles con el nombre exacto, en minúscula y con «veterinario_rol»?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¿«recepcion» sin DELETE en ninguna tabla, y el REVOKE escrito aunque sea redundante?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¿«auditor» solo con SELECT?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291840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38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438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3383280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vista deja fuera el email, y «column_privileges» devuelve exactamente 2 filas?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68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4114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114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4059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matriz tiene las 10 filas llenas y los «sp_» con E, no con S ni I?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645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791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791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4736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¿La política dice quién aprueba y en cuánto tiempo, y trae la prueba negativa con «SET ROLE»?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Documento Roles_VetCare + script GRANT/REVOKE ejecutado en la plataforma del curso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la plataforma del curso.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Entrega en la plataforma del curso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en la fecha que indique el docente.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Plan de roles/privilegios de VetCare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 el docente asigna taller esta semana, él indica el canal y la fecha.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Plan de roles/privilegios de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Documento Roles_VetCare + script GRANT/REVOKE ejecutado en la plataforma del curso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