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ejecutado en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GRANT no es todo-o-nada: se puede recortar la superficie con una vista (CREATE VIEW deja fuera filas y…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`admin`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-- 1) La vista deja fuera el email y las citas canceladas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VIEW v_agenda_recepcion 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d.nombre AS dueno, d.telefono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JOIN dueno d ON d.id_dueno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c.estado &lt;&gt; 'CANCELADA';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v_agenda_recepcion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SELECT ON dueno FROM recepcion;   -- solo llega por la vista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-- 2) O se recorta la tabla columna por columna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 ON dueno TO veterinario_rol;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4 roles de VetCare con CREATE ROLE/GRANT/REVOKE en ExamLab, verificados con information_schema.role_table_grants.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y politica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SQL suelto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roles son evidencia de administración.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Least privilege evita que Recepción borre historial.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playground no persiste usuarios, la matriz igual se documenta: es el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de roles/privilegios VetCare (&gt;=4 roles).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&gt;=4 roles.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Matriz privilegio x objeto.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 least privilege.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 página política.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Roles: ADMIN_BD, RECEPCION, VETERINARIO, AUDITOR.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Live SQL /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4 roles (admin_bd, recepcion, veterinario_rol, auditor) con GRANT/REVOKE que corran.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Recortar la superficie: vista v_agenda_recepcion + privilegio por columna sobre dueno.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rol x objeto x privilegio de los 10 objetos, justificando privilegio minimo.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 y limite del entorno.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Recepción con DELETE historial? (no)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Auditor solo SELECT?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DDL separado?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Roles_VetCare + script GRANT/REVOKE ejecutado en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ejecutado en ExamLab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