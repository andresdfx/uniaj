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terminos que se confunden todo el tiempo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Administrar una base de datos es decidir y hacer cumplir quien puede hacer que sobre cada objeto, y dejar rastro de quien lo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llegar a la sintaxis conviene fijar cuatro terminos que se usan sueltos y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objeto de base de datos es cualquier cosa que el motor guarda y a la que se le puede poner nombre: una tabla como cita, una vista, un procedimiento, una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esquema es un contenedor con nombre donde viven esos objetos; en PostgreSQL, que es el motor de esta clase, el esquema por omision se llama public y el nombre completo de la tabla es public.cita.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desactivar una confusion que traen quienes vieron Oracle: alli esquema y usuario son practicamente lo mismo y se escribe VETCARE.MASCOTA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terminos que se confunden todo el tiempo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en PostgreSQL son cosas separadas, un mismo usuario puede tener objetos en varios esquemas y un esquema puede contener objetos de varios propietarios.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Autenticacion es probar quien es usted, con usuario y clave o con un certificado.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Autorizacion es decidir que puede hacer una vez que ya esta 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etapas distintas, se controlan con mecanismos distintos, y un usuario puede autenticarse perfectamente y no tener permiso para leer ni una sola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se dicta en sesion virtual sincrona, en el bloque normal de 120 minutos: hay explicacion en vivo, taller acompanado y espacio para preguntar, asi que este texto es el material con el que el docente dicta y no una lectura que sustituya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Privilegio: la unidad atomica, y la frontera DDL/DML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privilegio es un permiso atomico: la unidad mas pequena de autorizacion que el motor sabe otorgar o quitar.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hay que distinguir dos cosas que los estudiantes mezclan.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privilegios de objeto habilitan acciones sobre un objeto concreto y son los que se escriben con GRANT: SELECT, INSERT, UPDATE, DELETE, TRUNCATE, REFERENCES y TRIGGER sobre una tabla o una vista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EXECUTE sobre una funcion o un procedimiento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USAGE sobre un esquema o una secuencia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CONNECT y TEMPORARY sobre la base de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rol son otra cosa: LOGIN, CREATEDB, CREATEROLE y SUPERUSER no se otorgan con GRANT sino que se escriben en el CREATE ROLE o se cambian con ALTER ROLE, y son el equivalente de lo que en Oracle se llama privilegio de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Privilegio: la unidad atomica, y la frontera DDL/DML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distincion practica que hay que dejar clara es la que separa DDL de DML.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DDL, Data Definition Language, son las sentencias que cambian la estructura: CREATE, ALTER, DROP, TRUNCATE.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DML, Data Manipulation Language, son las que leen o cambian los datos sin tocar la estructura: SELECT, INSERT, UPDATE,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recepcionista de la clinica Huellitas necesita DML sobre unas pocas tablas y nunca necesita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su cuenta puede ejecutar DROP TABLE cita, un error de copiar y pegar borra la agenda completa, y ningun respaldo de la noche anterior devuelve las citas que se agendaron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Rol: por que existe, con la aritmetica en el tablero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rol es un paquete de privilegios con nombre propio, que se otorga a un usuario en un solo paso.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Existe por una razon aritmetica que conviene poner en el tablero con los numeros de VetCare.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tiene ocho tablas (dueno, mascota, veterinario, cita, consulta, insumo, factura y detalle_factura) y, contando los dos procedimientos que llegaran en la Clase 3, diez objetos que hay que decidir.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Sobre cada uno hay hasta cinco acciones posibles, asi que la matriz completa tiene cincuenta celdas.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clinica tiene doce empleados y los permisos se otorgan cuenta por cuenta, el administrador escribe del orden de cientos de sentencias GRANT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problema grave no es el volumen: es que cuando cambie una regla, por ejemplo que recepcion ya no pueda anular facturas, tendra que recordar tocar doce cuentas sin olvidar ninguna.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roles se define una sola vez el conjunto de privilegios de recepcion y se ejecutan doce sentencias GRANT recepcion TO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cambiar la regla se hace un REVOKE sobre el rol y los doce usuarios quedan corregidos en el mismo instante, sin excepciones y sin listas de verificacion.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PostgreSQL usuario y rol son lo mismo, y por eso hoy se escribe NOLOGIN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del motor que hay que decir temprano porque de lo contrario el taller se vuelve incomprensible: en PostgreSQL usuario y rol son la misma entidad.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CREATE USER no es un comando distinto, es un alias de CREATE ROLE...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LOGIN.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rol con el atributo LOGIN es lo que llamamos usuario, porque puede iniciar sesion; un rol sin LOGIN es un paquete de permisos que nadie usa para conectarse.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 eso los cuatro roles del taller se crean con CREATE ROLE recepcion NOLOGIN: son bolsas de privilegios, no identidades.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persona viene despues, como CREATE ROLE ana_gomez LOGIN PASSWORD '...', y recibe la bolsa con GRANT recepcion TO ana_gomez.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herencia es la que hace que al modificar el rol se corrijan todas las personas a la vez.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PostgreSQL usuario y rol son lo mismo, y por eso hoy se escribe NOLOGIN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segundo detalle, este de convencion y no de motor: el rol del veterinario se llama veterinario_rol y no veterinario.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Tecnicamente no hay ninguna obligacion, porque en PostgreSQL los roles son globales al cluster y las tablas viven en un esquema, de modo que un rol llamado veterinario y una tabla llamada veterinario pueden coexistir sin conflicto alguno.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es de legibilidad para quien audita: en la linea GRANT SELECT ON cita TO veterinario no se puede saber a simple vista si veterinario es un rol o si alguien se equivoco de sintaxis, mientras que veterinario_rol se lee sin ambiguedad.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 aplicado a VetCare: la matriz defendible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principio de minimo privilegio dice que cada rol recibe exactamente lo que necesita para cumplir su funcion y ni un privilegio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Aplicado a VetCare deja una matriz muy concreta y defendible.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recepcion necesita SELECT sobre mascota, dueno y veterinario para poder buscar y agendar, y SELECT, INSERT y UPDATE sobre cita para agendar y reprogramar; nada mas.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necesita leer consulta, porque el historial clinico es informacion sensible del paciente que la recepcion no requiere para hacer su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veterinario_rol necesita SELECT sobre cita y mascota, y SELECT, INSERT y UPDATE sobre consulta, porque es quien documenta la atencion.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auditor recibe unicamente SELECT, y jamas una escritura.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 aplicado a VetCare: la matriz defendible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admin_bd es el unico con privilegios amplios, y es el que sostiene el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Notese que DELETE no aparece en ninguna fila operativa, y eso no es descuido: en un sistema clinico las cosas no se borran, se marcan.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cita cancelada lleva estado = 'CANCELADA' y una mascota que ya no se atiende lleva activa = 'N', que es exactamente como quedo el DDL de la Clase 1, con CHAR(1) y CHECK (activa IN ('S','N')).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se llama borrado logico, y hace que el privilegio DELETE sea innecesario para casi todos los usuarios, lo que a su vez elimina de raiz la posibilidad de una perdida accidental de informacion.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Separacion de funciones: el ejemplo de la factura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Separacion de funciones, o segregation of duties, es la practica de repartir un proceso sensible entre dos o mas personas para que ninguna pueda completarlo sola sin dejar rastro.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terminos de base de datos significa que quien disena y modifica el esquema no debe ser la misma cuenta que opera los datos del dia a dia, y que quien audita solo debe leer.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VetCare es facil de contar: si la misma cuenta que emite una factura puede tambien borrarla, entonces una persona puede cobrar en efectivo y hacer desaparecer el registro, y no queda evidencia de que la factura existio.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Separando funciones, emitir una factura es un INSERT permitido a un rol, y anular una factura es un UPDATE de estado permitido a un rol distinto, y ese UPDATE deja fecha, usuario y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primera pregunta previsible del estudiante: «no es mas facil darle todo al jefe y ya?».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alguien roba la sesion del recepcionista, con minimo privilegio el atacante ve agendas y datos de contacto; con privilegios de administrador, borra la base completa.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permiso no mide cuanto se quiere a un empleado, mide cuanto se puede perder.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 a escribir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GRANT otorga y REVOKE retira, y ambos operan igual sobre usuarios y sobre roles.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de las sentencias reales, que el estudiante debe poder escribir de memoria al terminar la lectura, es esta: CREATE ROLE recepcion NOLOGIN; luego GRANT SELECT, INSERT, UPDATE ON cita TO recepcion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GRANT SELECT ON dueno, mascota, veterinario TO recepcion, aprovechando que PostgreSQL acepta varias tablas en un mismo GRANT; y finalmente GRANT recepcion TO ana_gomez.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retirar un permiso: REVOKE DELETE ON cita FROM recepcion.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tres detalles operativos que evitan la mitad de los tropiezos del taller.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un rol recien creado no tiene ningun privilegio sobre las tablas ajenas: no hace falta revocar nada para «empezar limpio», el punto de partida ya es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 explica por que el REVOKE de DELETE que pide el taller es, tecnicamente, redundante; se escribe de todos modos porque es la evidencia documental de una decision de diseno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 a escribir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revise el script tiene que poder ver que la ausencia de DELETE fue deliberada y no un olvido.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para que un rol pueda usar los objetos del esquema necesita USAGE sobre el esquema; en public eso viene concedido por omision, asi que hoy no estorba, pero en un servidor con esquemas propios es la causa numero uno del GRANT que «no surtio efecto».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existe la forma masiva GRANT SELECT ON ALL TABLES IN SCHEMA public TO auditor, comoda y peligrosa a la vez: aplica a las tablas que existen en ese momento y no a las futuras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tabla que se cree la semana entrante quedara fuera y nadie se dara cuenta; para eso existe ALTER DEFAULT PRIVILEGES, que vale nombrar sin desarrollar.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WITH GRANT OPTION y PUBLIC: los dos que hacen dano sin avisar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mecanismos que conviene conocer porque hacen dano en silencio.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clausula WITH GRANT OPTION permite que quien recibio el privilegio lo vuelva a otorgar a otros; suena comodo y es una mala idea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administrador pierde el control de la cadena de permisos y, al hacer REVOKE, se produce una revocacion en cascada con efectos que nadie previo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hecho PostgreSQL rechaza el REVOKE si hay privilegios dependientes y obliga a escribir CASCADE, que es el motor avisando que la operacion va a tocar mas de lo que se le pidio.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rol especial PUBLIC, al que pertenecen todos los roles existentes y futuros: un GRANT SELECT ON consulta TO PUBLIC entrega el historial clinico a cualquiera que pueda conectarse, incluido el proximo usuario que se cree manana.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y quitar privilegios otorgados a PUBLIC, con REVOKE ALL ON &lt;tabla&gt; FROM PUBLIC, es una tarea real de endurecimiento en bases de datos heredadas, y vale la pena nombrarla para que el estudiante entienda que estos conceptos no son escolares.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 privilegio por columna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esta el concepto que hace la diferencia entre una matriz de aficionado y una defendible, y es la parte que el taller evalua con veinte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GRANT sobre una tabla es todo o nada en filas y columnas: quien tiene SELECT sobre dueno ve las seis columnas y las seis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la recepcionista solo necesita el nombre y el telefono para identificar a quien llama, y no tiene por que ver el correo electronico de los clientes.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mecanismos para recortar esa superficie y hay que saber cuando usar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primero es la vista.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vista es una consulta guardada con nombre, que se usa como si fuera una tabla; se crea con CREATE VIEW v_agenda_recepcion AS SELECT... y se le otorga SELECT al rol.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hace que funcione, y es el punto que el estudiante no cree hasta que lo ve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que la consulta de la vista se ejecuta con los privilegios de su PROPIETARIO y no con los de quien la consulta: por eso se puede dar SELECT sobre la vista a recepcion y al mismo tiempo hacer REVOKE SELECT ON dueno FROM recepcion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 privilegio por columna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rol sigue viendo el telefono del dueno a traves de la vista pero no puede consultar la tabla directamente.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recorta las dos dimensiones a la vez: filas, con un WHERE estado &lt;&gt; 'CANCELADA', y columnas, con solo dejar el email fuera del SELECT.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mecanismo es el privilegio por columna: GRANT SELECT (id_dueno, nombre) ON dueno TO veterinario_rol otorga lectura de dos columnas y de ninguna otra, sin crear ningun objeto nuevo.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una consecuencia que hay que advertir en clase porque genera un error confuso: ese rol ya no puede escribir SELECT * FROM dueno, porque el asterisco pide todas las columnas y dos de ellas le estan negadas; tiene que nombrar las columnas explicitamente.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elegir es simple: si el recorte necesita filtrar filas o cruzar tablas, se hace con vista; si es puramente por columna y no se quiere mantener un objeto mas, con privilegio por columna.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verificable: information_schema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Una matriz de permisos que solo existe en un documento es una intencion; la matriz se vuelve un hecho cuando se puede consultar en el motor.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PostgreSQL expone esa informacion en el esquema estandar information_schema y hay dos vistas que hay que saber usar.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primera es role_table_grants, con SELECT grantee, table_name, privilege_type FROM information_schema.role_table_grants WHERE grantee IN ('admin_bd','recepcion','veterinario_rol','auditor') ORDER BY grantee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Table_name, privilege_type: devuelve una fila por cada combinacion de rol, tabla y privilegio realmente otorgado.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La segunda es column_privileges, que agrega la columna column_name y es la unica forma de evidenciar que el privilegio por columna quedo aplicado.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Vale explicar por que se usa role_table_grants y no table_privileges, que es la que aparece primero al buscar: table_privileges solo muestra los privilegios en los que el usuario actual es quien otorga o quien recibe</a:t>
            </a:r>
          </a:p>
          <a:p>
            <a:pPr>
              <a:spcAft>
                <a:spcPts val="800"/>
              </a:spcAft>
            </a:pPr>
            <a:r>
              <a:rPr sz="1900" b="0" i="0">
                <a:solidFill>
                  <a:srgbClr val="333333"/>
                </a:solidFill>
                <a:latin typeface="Calibri"/>
              </a:rPr>
              <a:t>–   Mientras que role_table_grants incluye los de cualquier rol que este habilitado en la sesion, que es justamente lo que necesita el propietario para auditar lo que reparti.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parte del entregable es la politica de altas y bajas, que documenta el ciclo de vida de una cuenta: quien autoriza que se cree, con que rol nace, que pasa cuando alguien cambia de funcion, y en cuanto tiempo se desactiva cuando se va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diapositiva trae las cinco secciones en el mismo orden en que el taller las va a pedir, asi que se dicta recorriendola de arriba 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plazo que se compromete habitualmente en la industria es el mismo dia del retiro, y por convencion se revisan las cuentas activas cada tres o seis meses; ninguno de esos dos numeros es una regla dura del motor, son practicas de gobierno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politica vale precisamente porque fija responsables y plazos concretos en lugar de generalidades.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que resuelve es la cuenta huerfana: la del pasante que se fue hace un ano y cuya clave sigue funcionando.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reglas la cierran.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nunca cuentas compartidas: si tres recepcionistas entran con la cuenta recepcion1, la tabla de auditoria dira que recepcion1 cancelo la cita y no habra forma de saber quien fue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trazabilidad se pierde de manera irrecuperable y con ella cualquier investigacion posterior.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los permisos no se acumulan: al cambiar de rol se revoca el anterior con REVOKE recepcion FROM ana_gomez, porque quien pasa de recepcion a auditoria y conserva ambos roles termina pudiendo modificar justamente lo que audita.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la pena senalar el detalle tecnico de la baja: en PostgreSQL no se puede hacer DROP ROLE de un rol que todavia posee objetos, hay que reasignarlos primero con REASSIGN OWNED BY ana_gomez TO admin_bd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 eso la politica tiene que decir que pasa con lo que la persona era dueno.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cuarta seccion, la revision periodica, se apoya en la consulta de information_schema que acaba de verse: la evidencia de la auditoria es su salida, y la politica dice cada cuanto se corre y quien la firma.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quinta seccion es el limite de este entorno, y se desarrolla completa en «El motor de hoy es PostgreSQL» un poco mas abajo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califica ahi no es que la prueba negativa exista, sino que el estudiante sepa nombrarla como brecha de verificacion de su propia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dictar la politica conviene bajarla a nombres propios de Huellitas en lugar de dejarla en abstracto: quien autoriza el alta es la administradora de la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que entra nace con el rol recepcion y con nada mas, y la baja del pasante se hace el mismo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politica que no dice quien firma ni en cuanto tiempo no es una politica, es una intencion, y asi esta escrita la rubrica.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punto hay que decirlo con precision porque una version anterior de esta guia decia lo contrario y costaria puntos repetirla.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taller se resuelve y se califica en la plataforma del curso, que ejecuta PostgreSQL dentro del navegador.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Ahi CREATE ROLE, GRANT, REVOKE, CREATE VIEW, los privilegios por columna y las consultas a information_schema funcionan todos: son DDL real y son verificables, asi que la evidencia del taller es la salida del motor y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puede hacer es abrir una segunda conexion: el entorno tiene un solo usuario con login y una sola sesion, asi que nadie va a conectarse como recepcion en otra pestana mientras el docente mira desde la suya.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Esa es la limitacion real, y hay que nombrarla con esa precision, porque la version anterior de esta guia decia algo mas fuerte y falso: que por eso la prueba negativa era imposible.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lo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ver el permiso negado no hace falta otra conexion, hace falta cambiar el rol EFECTIVO dentro de la misma sesion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eso es lo que hace SET ROLE recepcion; a partir de esa linea los privilegios que el motor revisa son los del rol y no los del propietario, de modo que DELETE FROM cita WHERE id_cita = 1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Devuelve permission denied for table cita y SELECT nombre, email FROM dueno; tambien, si ya se revoco el SELECT de la tabla.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cierra con RESET ROLE; y conviene no olvidarlo, porque todo lo que venga despues se seguiria ejecutando con los permisos recortados.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advertencias para la demo.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esas dos lineas TIENEN que fallar, asi que se ejecutan una por una: un runner que aborta al primer error se llevaria las siguientes.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si el entorno del dia no permite cambiar de rol, no hay que esconderlo — se muestra el mensaje, y entonces si aparece la brecha de verificacion que la pregunta 5 pide nombrar.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entre las dos cosas es justamente lo que el estudiante tiene que entender: SET ROLE cambia con que permisos se evalua lo que escribo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conectarse como otro usuario cambia quien esta conectado; para probar que un privilegio falta, basta lo primero.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y DB Fiddle siguen en el kit, pero cambian de papel: DB Fiddle sirve para probar SQL suelto y Live SQL solo como contraste de sintaxis, porque alli se escribe CREATE USER...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IDENTIFIED BY, se otorga GRANT CREATE SESSION y el esquema es el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mencionarlo, porque muchos se van a encontrar Oracle en el trabajo; no vale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calificacion ocurre en PostgreSQL y todo minuto invertido en sintaxis del otro motor es un minuto que el estudiante no dedica a lo que se le va a evaluar.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es el entregable, no el script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central de hoy no es el script sino la matriz rol por objeto por privilegio, y conviene explicar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es la traduccion mecanica de una decision; la matriz es 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con los objetos en las filas, los roles en las columnas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cada celda las acciones permitidas con la notacion abreviada que pide el taller: S para SELECT, I para INSERT, U para UPDATE, D para DELETE, E para EXECUTE y un guion cuando no hay ninguno.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exigible para VetCare son los diez objetos por los cuatro roles, sin celdas vacias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 calidad es que la matriz sea consistente con los GRANT que se ejecutaron en la primera pregunta: si el script no le dio DELETE a nadie, en la matriz no puede aparecer una 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es el entregable, no el script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procedimientos van con E y nunca con S ni con I, y eso no es un detalle de notacion: es el patron que la Clase 3 va a construir y la Clase 12 va a usar, en el que la aplicacion no escribe en las tablas sino que invoca la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Debajo de la matriz van cuatro a seis lineas justificando tres decisiones concretas, y ahi la regla es que una X sin texto no es una celda completa: «auditor sobre cita: solo S, porque auditar es verificar, no corregir» si lo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isla, y decirlo en voz alta le da sentido al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modelo y las claves primarias que hoy se protegen.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introduce procedimientos almacenados y con ellos el patron mas fino de todos: no dar INSERT sobre cita al rol recepcion, sino EXECUTE sobre sp_agendar_cita, de modo que el usuario solo pueda escribir a traves de la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agrega disparadores de auditoria y el plan de respaldo, que son el otro componente de este mismo criterio de rubrica.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reutiliza estos roles para definir la cuenta de servicio con la que la aplicacion se conecta.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rubrica del PI, seguridad y respaldo valen 15 de los 100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«Ejecute el GRANT y no surtio efecto»: en el noventa por ciento de los casos es una de cuatro cosas.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otorgo al rol pero no se otorgo el rol a la persona, y falta el GRANT recepcion TO ana_gomez.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se esta probando en la misma sesion del propietario, que pasa por encima de todos los permisos y por lo tanto nunca ve un error, lo cual hace imposible «comprobar» nada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el rol no tiene USAGE sobre el esquema.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se escribio el nombre del rol distinto, y conviene recordar que PostgreSQL pasa los identificadores sin comillas a minusculas, de modo que RECEPCION y recepcion son el mismo rol, pero "Recepcion" entre comillas dobles es otro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le doy SELECT solo a la vista, no necesita tambien SELECT sobre dueno?»: no, y es lo mas importante de la clase: la vista se ejecuta con los privilegios de su propietario.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comprobar que a recepcion le rebota el DELETE?»: si, y no hace falta otra conexion: SET ROLE recepcion; luego el DELETE, que debe devolver permission denied, y RESET ROLE; para 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no se puede es conectarse como recepcion en una segunda sesion, porque el entorno tiene un solo usuario con login.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navegador no permite el cambio de rol, se documenta el intento: ahi si hay una brecha de verificacion.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«Rol y usuario son lo mismo?»: en PostgreSQL si, un usuario es un rol con LOGIN.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auditor no tiene UPDATE ni sobre la tabla de auditoria?»: porque quien puede corregir el registro de lo que hizo puede borrar la evidencia de lo que hizo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entonces la auditoria no prueba nada; esa tabla llega en la Clase 4 y la respuesta se mantiene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«admin»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-- 1) La vista deja fuera el email y las citas canceladas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VIEW v_agenda_recepcion 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d.nombre AS dueno, d.telefono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JOIN dueno d ON d.id_dueno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c.estado &lt;&gt; 'CANCELADA';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v_agenda_recepcion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SELECT ON dueno FROM recepcion;   -- solo llega por la vista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-- 2) O se recorta la tabla columna por columna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 ON dueno TO veterinario_rol;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 de una cuenta: alta, cambio, baja,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flecha del ciclo es un GRANT o un REVOKE. La politica es lo que le pone responsable y plazo a cada uno: son las 5 secciones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Alta.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Quien solicita y quien aprueba; la cuenta nace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con credencial temporal que caduca en el primer ingreso.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Cambio de rol.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«GRANT» del nuevo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«REVOKE» del anterior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permisos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acumulan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Quien pasa de recepcion a auditoria y conserva los dos termina auditando lo que el mismo modifica.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Baja: el mismo dia.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Revocar los roles, dejar la cuenta sin login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reasignar los objetos antes de borrar el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(«REASSIGN OWNED BY ... TO admin_bd»): PostgreSQL no deja hacer «DROP ROLE» de un rol que todavia posee objetos. Lo que esto evita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cuenta huerfana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Revision periodica.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3 a 6 meses se audita la matriz con «information_schema.role_table_grants»,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alguien firma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evidencia. Sin cuentas compartidas: si tres personas entran como «recepcion1», la auditoria no puede decir quien cancelo 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Probar que el permiso NO esta.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hace falta otra conexion (aqui hay un solo usuario con login): «SET ROLE recepcion;» cambia el rol efectivo, y ahi «DELETE FROM cita ...» debe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permission denied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Se cierra con «RESET ROLE;». Si el entorno no deja cambiar de rol, se documenta el intento: eso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brecha de verificacion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entregable.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con CREATE ROLE/GRANT/REVOKE en la plataforma del curso, verificados con information_schema.role_table_grants.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y politica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SQL suelto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seguridad de VetCare DB es un criterio de la rúbrica, y la evidencia son los roles y su matriz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Mínimo privilegio evita que Recepción borre historia clínica: cancelar una cita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UPDATE de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nunca un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«GRANT» de hoy corren de verdad y se auditan con «information_schema»: la matriz que entregas tiene que decir lo mismo que ejecutó 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creados y verificados, más la matriz rol x objeto y la política de altas y bajas.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creados, con sus GRANT y el REVOKE explícito de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real consultada con «information_schema.role_table_grants».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Vista «v_agenda_recepcion» sin el email + «GRANT SELECT (id_dueno, nombre)».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Matriz de 10 objetos x 4 roles, sin celdas vacías y consistente con los GRANT.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Política de 1 página con las 5 secciones, cada una con responsable y plazo.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8 tablas, y los dos procedimientos («sp_agendar_cita», «sp_facturar») como objetos de la matriz.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Roles a crear: «admin_bd» · «recepcion» · «veterinario_rol» · «auditor» (minúsculas; el del veterinario lleva «_rol» porque «veterinario» ya es una tabla).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Los GRANT son reales, y el permiso negado se comprueba con «SET ROLE» en la misma sesión: no hay una segunda conexión.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y la política se escriben en Google Docs y se pegan en la plataforma del curso; la plantilla en blanco de las dos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4 roles (admin_bd, recepcion, veterinario_rol, auditor) con GRANT/REVOKE que corran.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Recortar la superficie: vista v_agenda_recepcion + privilegio por columna sobre dueno.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rol x objeto x privilegio de los 10 objetos, justificando privilegio minimo.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usuarios, con la prueba negativa (SET ROLE) corrida y su mensaje de error.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roles con el nombre exacto, en minúscula y con «veterinario_rol»?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¿«recepcion» sin DELETE en ninguna tabla, y el REVOKE escrito aunque sea redundante?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¿«auditor» solo con SELECT?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vista deja fuera el email, y «column_privileges» devuelve exactamente 2 filas?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matriz tiene las 10 filas llenas y los «sp_» con E, no con S ni I?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política dice quién aprueba y en cuánto tiempo, y trae la prueba negativa con «SET ROLE»?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ejecutado en la plataforma del curso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