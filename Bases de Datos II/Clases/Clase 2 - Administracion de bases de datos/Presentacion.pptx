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playground no persiste usuarios, la matriz igual se documenta: es el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