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unico usuario 'admin' que todos comparten (rompe la…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 sobre historial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inmediata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Matriz rol x objeto x privilegio sobre tablas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GRANT/roles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playground no persiste usuarios, la matriz igual se documenta: es el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Definir &gt;=4 roles (ADMIN_BD, RECEPCION, VETERINARIO, AUDITOR).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SELECT/INSERT/UPDATE/DELETE/EXECUTE por objeto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privilegio minimo (least privilege).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(o plan equivalente)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