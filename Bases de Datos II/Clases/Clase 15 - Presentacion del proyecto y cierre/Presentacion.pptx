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sustentacion y cierre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 / entrega final del PI (20% Corte 3)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(Proyectos) + slides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Cierre: evidencias completas segun rubrica (100 pts -&gt; 20%).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Sustentacion breve alineada a criterios del enunciado.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Autoevaluacion del proceso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(Proyectos) + slides del equipo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final de empaquetado del ZIP.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Paquete final +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ZIP/PDF Campus.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Sustentacion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Entregar paquete final en ExamLab (modulo Proyectos).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5-8 min (sincrono o asincrono).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Todos hablan?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ZIP/PDF final + video o Meet segun indique docente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/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En la sustentación VetCare, lo mínimo a demostrar es: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hablar sin demo',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Modelo + operaciones clave + evidencias de rúbrica',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el Campus Virtual',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AWS de pago',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El PI (20% Corte 3):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Reemplaza el Parcial 3',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No sustituye el Parcial 3',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Elimina asistencia',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Es sin rúbrica',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Mostrar secretos/credenciales en pantalla durante la demo es aceptable.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La demo debe usar el dominio VetCare del equipo (no otro caso improvisado).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Orden razonable de pitch: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Problema → modelo → ops/demo → decisiones → cierre',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Solo memes',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Leer 40 diapositivas de teoría',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Empezar por la factura AWS',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Un fallo controlado explicado (rollback/validación) puede reforzar el diseño.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Liste las evidencias que proyectarán (archivos/URLs) en la sustentación.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Trade-off principal que defenderán (1–2 frases).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/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+ video o Meet segun indique docente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