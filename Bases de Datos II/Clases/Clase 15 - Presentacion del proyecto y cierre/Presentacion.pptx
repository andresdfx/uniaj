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Presentacion PI · Cierre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Sustentacion en vivo del PI · cierre del curso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cerramos el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Sustentacion en vivo y entrega final del PI (20% Corte 3)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sustentaciones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turnos consecutivos.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Sube el paquete a la plataforma del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turno: presentando no se sube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sustentación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con preguntas: no se reemplaza por video grabado.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9044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3667658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sorteo del orden de turnos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16298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2018" y="2587752"/>
            <a:ext cx="3667658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Sustentaciones: 5-8 min de pitch + Q&amp;A por turno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0864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5396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110-120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1116" y="2587752"/>
            <a:ext cx="3667658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del curso · autoevaluacion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una base de datos no es recorrer el diagrama entidad-relacion nombrando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Describir es decir que hay: «tenemos Dueno, Mascota, Cita, Veterinario, Insumo y Factura».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es responder por que quedo asi y que alternativa se descarto.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por la que esto importa mas en bases de datos que en casi cualquier otra parte del software es el costo de revertir: cambiar el texto de un boton cuesta minutos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partir en dos una tabla que ya tiene cien mil filas y seis procedimientos apuntando a ella cuesta una migracion, una ventana de mantenimiento y el riesgo real de perder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decision de modelado es, por definicion, una decision costosa de deshacer.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convierte cada eleccion del ER en algo que se debe poder defender, y es exactamente lo que un evaluador (o un lider tecnico en una entrevista) va a probar con dos o tres preguntas bien elegidas.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de hoy no trae tema nuevo: trae la teoria de como se comunica y se empaqueta un trabajo tecnico para que un tercero pueda evaluarlo, reproducirlo y usarlo sin hablar con quien lo hizo.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preguntas de por que que se hacen casi siempre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cuatro preguntas de por que que se hacen casi siempre, y el estudiante debe llegar con las cuatro respondidas.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que esa normalizacion: la respuesta esperada es que el modelo esta en tercera forma normal, es decir que cada atributo depende de la clave completa y de nada mas, y por eso el telefono del dueno vive en la tabla Dueno y no repetido en cada fila de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 continuacion se declara la desnormalizacion deliberada si existe: «guardamos el total en Factura aunque se pueda calcular sumando el detalle, porque el total es un valor historico que no debe cambiar si manana sube el precio del insumo».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segunda mitad es la que distingue al estudiante que entendio, porque normalizar no es un dogma sino un punto de partida del que se sale con razones escritas.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preguntas de por que que se hacen casi siempre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que ese indice: la respuesta debe nombrar la consulta concreta que lo aprovecha, por ejemplo un indice sobre (id_veterinario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Fecha_hora) porque la busqueda de agenda filtra por veterinario y ordena por hora, y debe venir con la medicion de antes y despues.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que ese tipo de dato: por que la fecha de la cita es DATE o TIMESTAMP y no VARCHAR, y por que el telefono es VARCHAR y no numerico, porque con telefonos no se hace aritmetica y porque un tipo numerico pierde los ceros iniciales.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cuarta pregunta, la que mas se falla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cuarta pregunta merece parrafo propio porque es la que mas se falla: por que esa regla esta en un disparador y no en la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disparador, o trigger, es un bloque de codigo que el motor ejecuta automaticamente cuando ocurre un evento sobre una tabla, sin que nadie lo invoque.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argumento a favor, y el unico que vale en una sustentacion, es la cobertura: el disparador se ejecuta no importa quien escriba.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regla «el stock de un insumo nunca queda negativo» vive en el disparador, se cumple cuando escribe la aplicacion, cuando escribe un script de carga masiva y cuando alguien se conecta con un cliente SQL a corregir un dato 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vive en la aplicacion, los dos ultimos caminos la evaden sin esfuerzo.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cuarta pregunta, la que mas se falla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mismo aplica al disparador de auditoria de precios: si se quiere saber quien cambio el precio de una vacuna, ese registro tiene que escribirse dentro de la base, porque quien edita a mano no lo va a escribir por cortesia.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dar tambien el contra-argumento, porque un evaluador atento lo va a pedir: los disparadores son logica invisible, no aparecen en el codigo de la aplicacion, sorprenden a quien depura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disparan en cascada si uno modifica una tabla que a su vez tiene otro disparador.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la convencion sana, que el estudiante puede citar como criterio propio, es reservarlos para invariantes de integridad y auditoria, y dejar el flujo de negocio en procedimientos que se invocan explicitamente.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Reproducible: un tercero llega a la misma base sin hablar con el autor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Un entregable de base de datos es reproducible si un tercero, con solo el archivo comprimido y sin hablar con el autor, obtiene la misma base funcionando.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La estructura que la garantiza es una carpeta con archivos numerados en el orden exacto de ejecucion: 00_LEEME.txt, 01_ddl.sql, 02_datos_prueba.sql, 03_roles.sql, 04_procedimientos.sql, 05_funciones.sql, 06_triggers.sql, 07_optimizacion.sql y 08_pruebas.sql.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El orden no es estetico, es una dependencia real: una tabla con clave foranea no se puede crear antes que la tabla a la que apunta, y un disparador no compila si su tabla todavia no existe.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Los datos de prueba tampoco son triviales, porque con dos filas por tabla no se demuestra nada: el minimo razonable para VetCare es tres duenos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Cinco mascotas, dos veterinarios, diez citas repartidas en varios dias, cinco insumos con stock y tres facturas con su detalle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Incluyendo deliberadamente los casos borde que los procedimientos deben rechazar, es decir una mascota marcada como inactiva y un insumo con stock en uno, porque sin esas dos filas el estudiante no puede demostrar su manejo de errores.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Uno, no declarar motor y version: el SQL no es un solo idioma, porque una columna autoincremental se escribe SERIAL en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Reproducible: un tercero llega a la misma base sin hablar con el autor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AUTO_INCREMENT en MySQL e IDENTITY o una secuencia en Oracle y SQL Server, el texto variable es VARCHAR en unos y VARCHAR2 en Oracle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fecha actual es NOW() en unos y SYSDATE en Oracle; un script sin la linea «probado en PostgreSQL 15 en DB Fiddle» o «probado en Oracle 19c en Oracle Live SQL» obliga al evaluador a adivinar, y si adivina mal falla en la primera sentencia.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scripts que asumen un estado previo: quien ejecuta debe poder empezar desde una base vacia.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Tres, falta de idempotencia: si el script no se puede correr dos veces porque falla al encontrar que la tabla ya existe, se pierde tiempo en cada intento, y anteponer DROP TABLE IF EXISTS en orden inverso al de creacion lo resuelve.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Cuatro, el LEEME ausente o inutil; uno que sirve tiene cuatro cosas y cabe en media pagina: motor y version exactos, el orden de ejecucion de los archivos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verificar que quedo bien (una consulta cuyo resultado se conoce, por ejemplo SELECT COUNT(*) FROM cita devolviendo 10) y las limitaciones conocidas.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 de los 5 a 8 minutos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sustentacion dura de 5 a 8 minutos y ese limite obliga a decidir que se deja fuera.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El reparto que funciona, y que es convencion y no regla dura, es: 45 segundos para el problema de la clinica Huellitas en lenguaje de negocio, sin una sola tabla en pantalla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90 segundos para el modelo, mostrando el ER y justificando dos decisiones y no las quince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60 segundos para seguridad, con la matriz de roles y una frase sobre por que recepcion no ve el historial clinico; 90 segundos para la automatizacion, ejecutando un procedimiento con su caso valido y su caso invalido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60 segundos para la optimizacion, con el plan de ejecucion antes y despues; 45 segundos para la integracion y el punto debil declarado; y 30 de cierre.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Y conviene ser explicito sobre el formato, porque de eso depende como se prepara el estudiante: la Clase 15 se dicta el 16 de noviembre en la ultima sesion del semestre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Dedicada por completo a sustentaciones EN VIVO, con turnos consecutivos y preguntas del docente al cierre de cada uno.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No es clase autonoma y la defensa no se reemplaza por un video grabado, porque el Q&amp;A dirigido al azar es lo unico que permite verificar que el modelo y los procedimientos son de quien los presenta.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 de los 5 a 8 minutos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si hay que exigir dentro del turno es la ejecucion real: que el estudiante corra el procedimiento en el playground, con su caso valido y su caso invalido, en vez de proyectar capturas fijas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una consulta ejecutandose delante del evaluador es la evidencia mas dificil de fingir y la mas rapida de calificar.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paquete, en cambio, se sube al modulo de Proyectos de la plataforma del curso ANTES del turno: quien llega a subir archivos consume su propio tiempo de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criterio de dominio es el mismo trabajando solo o en equipo autorizado: quien sustenta debe poder explicar cualquier parte en 60 segundos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hubo equipo, cualquier integrante debe poder hacerlo con cualquier parte, no solo con la suya, porque el Q&amp;A se dirige al azar y porque si solo una persona entiende el modelo el evaluador no tiene forma de atribuir el trabajo a los demas.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de modelado, con las respuestas listas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El Q&amp;A sobre modelado tiene preguntas que se repiten, y conviene que el docente tenga las respuestas listas para poder calificarlas y para poder formularlas.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«Por que nombre y apellido separados y no un solo campo nombre_completo?»: porque se necesita ordenar y buscar por apellido, y separar despues un campo unido es un trabajo sucio y lleno de errores con nombres compuestos.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«Que pasa si un dueno tiene dos mascotas llamadas Pelusa?»: nada, porque la identidad la da id_mascota y no el nombre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Y si se quisiera prohibirlo habria que declarar UNIQUE (id_dueno, nombre), decision que el estudiante debe poder defender en cualquiera de los dos sentidos.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«Por que no borran las citas canceladas?»: porque el historial de cancelaciones es informacion de negocio, ya que permite ver que dueno cancela siempre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Y porque borrar filas referenciadas por facturas rompe la integridad referencial; se usa borrado logico con un campo de estado.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Y la pregunta que desarma a quien no midio: «cuanto mejoro esa consulta?».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Inventar un numero, en cambio, se cae con la siguiente pregunta y cuesta mucho mas que admitir el limite.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Evaluar con rubrica: puntos a evidencia observable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Evaluar con rubrica es asignar puntos a evidencia observable y no a impresion general.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100 puntos del PI VetCare DB se reparten en 20 por modelo y DDL coherente, 15 por seguridad y respaldo, 25 por procedimientos, funciones y disparadores con casos de prueba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15 por optimizacion con antes y despues, 10 por la integracion aplicacion-base de datos documentada como contrato, y 15 por informe y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Leer ese reparto en voz alta al abrir la sesion, antes del primer turno, evita el reclamo mas comun: los 15 puntos de sustentacion son solo la sexta parte del total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la sustentacion es el instrumento con el que el evaluador verifica que los otros 85 son de su autor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Evaluar con rubrica: puntos a evidencia observable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modelo excelente que nadie sabe defender abre una duda de autoria que ningun documento cierra.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 el recordatorio de pesos: estos 100 puntos valen 20% del Corte 3, el Parcial 3 de la Clase 14 (virtual sincrono por Meet y escrito, el 9 de noviembre) vale 15%, y la asistencia 5%.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no reemplaza ni compensa el parcial: son dos evaluaciones distintas del mismo corte, y confundirlas produce reclamos que se evitan diciendolo una sola vez, hoy, con los numeros a la vista.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el trabajo real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cierre del curso debe conectar lo hecho con el trabajo real, porque de eso depende que el estudiante conserve los scripts en vez de borrarlos al terminar 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el estudiante produjo (un ER justificado, un DDL con restricciones declarativas, una matriz de privilegios, procedimientos con manejo de errores, disparadores de auditoria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analisis de plan de ejecucion y un contrato de operaciones) es literalmente el contenido de las tareas de un desarrollador de base de datos o de un administrador junior en su primer ano de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Leer un plan de ejecucion y decidir si un indice sobra es una habilidad que se paga.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el trabajo real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SQL que se escribio ahi es el mismo que corre en un servidor de produccion; lo que cambia en un entorno profesional es el volumen de datos y las consecuencias de un error, no la sintaxis.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autoevaluacion del taller conviene pedirla con una consigna concreta en vez de una reflexion vaga: nombren la decision de modelado que mas les costo revertir y en que clase se dieron cuenta de que estaba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respuesta es la que mejor predice si aprendieron, y ademas le da al docente material real para ajustar el curso el proximo semestre.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ordena la sesion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en este bloque: no se reemplaza por video grabado.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Turnos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5–8 min de pitch + Q&amp;A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el orden se sortea al empezar.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Ten listo: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tu turno muestra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ejecución real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(procedimiento OK + caso rechazado), no solo capturas.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otros presentan, escuchas: el cierre del curso se hace con todo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final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final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segun rúbrica 20% Corte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confundir con Parcial 3 (Clase 14).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Paquete final entregado + sustentacion en vivo de 5-8 min con Q&amp;A.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ZIP/PDF en la plataforma del curso ANTES del turno.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Sustentacion en vivo de 5-8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Q&amp;A respondido en vivo (preguntas al azar).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Autoevaluacion.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Checklist empaquetado del enunciado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Turnos consecutivos en el bloque; el orden se sortea al abrir la sesion.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el paquete final a la plataforma del curso (modulo Proyectos) ANTES de su turno.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Sustentar en vivo 5-8 min con el ER y una ejecucion real en pantalla.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Responder el Q&amp;A en vivo del docente (preguntas al azar sobre su modelo).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Autoevaluacion: que harian distinto.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Cierre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Falta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Cubre todos los bloques (y todos hablan, si hay equipo)?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PI != P3?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 ejecutable en pantalla durante tu turno (no solo capturas).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Puedes explicar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cualquier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parte de tu modelo en 60 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Sustentacion en vivo y entrega final del PI (20% Corte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 y rubrica: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El PI vale 20% del Corte 3 y NO reemplaza el Parcial 3, que ya se aplico en su propia sesion.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 VetCare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Sustentacion en vivo y entrega final del PI (20% Corte 3)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ZIP/PDF final subido antes del turno + sustentacion en vivo 5-8 min + Q&amp;A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paquete (ER, DDL, roles, procs, triggers, optimizacion)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Sustentar es justificar decisiones, no describir tablas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