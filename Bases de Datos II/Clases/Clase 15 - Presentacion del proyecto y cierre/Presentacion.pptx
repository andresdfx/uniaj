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Presentacion PI · Cierre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Sustentacion en vivo del PI · cierre del curso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cerramos el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Sustentacion en vivo y entrega final del PI (20% Corte 3)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Sesión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síncrona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sustentaciones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turnos consecutivos.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ZIP/PDF final subido antes del turno + sustentacion en vivo 5-8 min + Q&amp;A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Sube el paquete a la plataforma del curso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tu turno: presentando no se sube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sustentación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con preguntas: no se reemplaza por video grabado.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9044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37590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3667658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sorteo del orden de turnos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16298" y="1353312"/>
            <a:ext cx="37590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10-110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2018" y="2587752"/>
            <a:ext cx="3667658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Sustentaciones: 5-8 min de pitch + Q&amp;A por turno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0864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5396" y="1353312"/>
            <a:ext cx="37590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110-120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1116" y="2587752"/>
            <a:ext cx="3667658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del curso · autoevaluacion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Cierre: evidencias completas segun rubrica (100 pts -&gt; 20%).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Sustentacion breve alineada a criterios del enunciado.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Autoevaluacion del propio proceso de trabajo.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se ordena la sesion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Sustentación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en este bloque: no se reemplaza por video grabado.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Turnos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5–8 min de pitch + Q&amp;A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el orden se sortea al empezar.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Ten listo: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ZIP/PDF final subido antes del turno + sustentacion en vivo 5-8 min + Q&amp;A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tu turno muestra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ejecución real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(procedimiento OK + caso rechazado), no solo capturas.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Mientras otros presentan, escuchas: el cierre del curso se hace con todo el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Informe final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ER final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racle_live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Demo 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Sustentacion del PI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 segun rúbrica 20% Corte 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confundir con Parcial 3 (Clase 14).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Sustentacion del PI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Paquete final entregado + sustentacion en vivo de 5-8 min con Q&amp;A.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ZIP/PDF en la plataforma del curso ANTES del turno.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Sustentacion en vivo de 5-8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Q&amp;A respondido en vivo (preguntas al azar).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Autoevaluacion.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Sustentacion del PI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Checklist empaquetado del enunciado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Turnos consecutivos en el bloque; el orden se sortea al abrir la sesion.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Sustentacion del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Subir el paquete final a la plataforma del curso (modulo Proyectos) ANTES de su turno.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Sustentar en vivo 5-8 min con el ER y una ejecucion real en pantalla.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Responder el Q&amp;A en vivo del docente (preguntas al azar sobre su modelo).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Autoevaluacion: que harian distinto.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Cierre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Sustentacion del PI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Falta evidencia?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Cubre todos los bloques (y todos hablan, si hay equipo)?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PI != P3?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ZIP/PDF final subido antes del turno + sustentacion en vivo 5-8 min + Q&amp;A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 ejecutable en pantalla durante tu turno (no solo capturas).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Puedes explicar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cualquier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parte de tu modelo en 60 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tu turno.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Cierre del 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Sustentacion en vivo y entrega final del PI (20% Corte 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 y rubrica: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El PI vale 20% del Corte 3 y NO reemplaza el Parcial 3, que ya se aplico en su propia sesion.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15 · cierre de VetCare DB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Sustentacion en vivo y entrega final del PI (20% Corte 3)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ZIP/PDF final subido antes del turno + sustentacion en vivo 5-8 min + Q&amp;A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Conserva el paquete (ER, DDL, roles, procs, triggers, optimizacion) como portafolio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Sustentar es justificar decisiones, no describir tablas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