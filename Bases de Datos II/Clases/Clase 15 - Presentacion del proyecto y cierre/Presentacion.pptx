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Presentacion PI · Cierre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autonoma · sustentacion y cierre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Sustentacion / entrega final del PI (20% Corte 3)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 (Proyectos) + slides del equipo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ZIP/PDF final + video o Meet segun indique docente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el paquete VetCare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autonoma (festivo)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Cierre: evidencias completas segun rubrica (100 pts -&gt; 20%).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Sustentacion breve alineada a criterios del enunciado.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Autoevaluacion del proceso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ExamLab (Proyectos) + slides del equipo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Checklist final de empaquetado del ZIP.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Informe final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ER final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oracle_livesq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Demo SQL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 segun rúbrica 20% Corte 3.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confundir con Parcial 3 (Clase 14).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Paquete final + sustentacion 5-8 min.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ZIP/PDF en ExamLab.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Sustentacion 5-8 min.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Autoevaluacion.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Cierre.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Checklist empaquetado del enunciado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Entregar paquete final en ExamLab (modulo Proyectos).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Sustentar 5-8 min (sincrono o asincrono).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Autoevaluacion: que harian distinto.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Cierre del curso.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Falta evidencia?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Todos hablan?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PI != P3?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ZIP/PDF final + video o Meet segun indique docente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Sustentacion / entrega final del PI (20% Corte 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(https://examlab.lovable.app/):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15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Sustentacion / entrega final del PI (20% Corte 3)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ZIP/PDF final + video o Meet segun indique docente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