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sustentacion y cierre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/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(Proyectos) + slides propias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propio proceso de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(Proyectos) + slides propias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final de empaquetado del ZIP.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+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en ExamLab.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Entregar paquete final en ExamLab (modulo Proyectos).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5-8 min (sincrono o asincrono).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/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/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+ video o Meet segun indique docente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