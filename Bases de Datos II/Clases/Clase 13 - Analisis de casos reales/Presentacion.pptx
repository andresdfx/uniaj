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Analisis de casos reales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lecciones para 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de caso -&gt; mejoras concretas al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1-2 pag.: caso + 3 mejoras aplicables a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Caso 1 — falta de backup real: una organizacion que 'hacia backup' copiando el archivo de datos una vez al…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Caso 2 — indices mal disenados: un sistema con un indice sobre CADA columna 'por si acaso', que volvia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Caso 3 — inyeccion SQL: una aplicacion que concatenaba directamente el texto escrito por el usuario dentro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Estructura para analizar cualquier caso real: (1) contexto — que sistema era y que se suponia que hacia bien…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Esta clase es autonoma (sin encuentro sincrono) precisamente porque no introduce tecnica nueva: aplica en…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Plantilla: contexto -&gt; fallo -&gt; leccion -&gt; cambio en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Caso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Leccion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Opcional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lecciónes accionables.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Autónoma: 1 caso -&gt; 3 mejoras.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Caso real -&gt; 3 mejoras VetCare.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Caso elegido.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Resumen.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3 mejoras.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Plantilla: contexto-&gt;fallo-&gt;lección-&gt;cambio.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Elegir 1 caso (backup, rendimiento o seguridad).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Resumir en media pagina que paso.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3 mejoras concretas a su VetCare.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Actualizar informe PI con lecciones de casos.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Mejoras accionables?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Conectan al PI?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Evidencia de lectura?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1-2 pag.: caso + 3 mejoras aplicables a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Informe de caso -&gt; mejoras concretas al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Informe de caso -&gt; mejoras concretas al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1-2 pag.: caso + 3 mejoras aplicables a VetCare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