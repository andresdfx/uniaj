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Analisis de casos reales · VetCare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Clase autonoma · lecciones para el PI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de caso -&gt; mejoras concretas al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Teoría breve · Taller PI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Gratis + navegador · free tier · sin software de pago obligatorio.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teoría no es un tema aislado: alimenta evidencias de la rúbrica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salir: avance concreto en su paquete VetCare.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· clase autonoma (festivo) · VetCare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10-35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Teoría Core breve (al servicio del PI)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35-55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con la herramienta del día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55-105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tarea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· cierre · dudas del 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 (breve)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1 — falta de backup real: una organizacion que 'hacia backup' copiando el archivo de datos una vez al…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2 — indices mal disenados: un sistema con un indice sobre CADA columna 'por si acaso', que volvia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Caso 3 — inyeccion SQL: una aplicacion que concatenaba directamente el texto escrito por el usuario dentro de…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Estructura para analizar cualquier caso real: (1) contexto — que sistema era y que se suponia que hacia bien…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Esta clase es autonoma (sin encuentro sincrono) precisamente porque no introduce tecnica nueva: aplica en…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Plantilla: contexto -&gt; fallo -&gt; leccion -&gt; cambio en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Sigan el mismo dominio VetCare (no inventen otro caso).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Al final de la demo: dejar enlace/script compartible al grupo.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navegador o free tier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oogle_do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3329" y="1847087"/>
            <a:ext cx="1252728" cy="1252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Caso real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draw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9483" y="1847087"/>
            <a:ext cx="1252728" cy="125272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Leccion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dbfidd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5638" y="1847087"/>
            <a:ext cx="1252728" cy="125272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3191256"/>
            <a:ext cx="3478682" cy="62179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DB Fiddle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Opcional SQL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contexto /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qué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lecciónes accionables.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Autónoma: 1 caso -&gt; 3 mejoras.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objetivo y criterios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Objetivo: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real -&gt; 3 mejoras VetCare.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Caso elegido.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Resumen.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3 mejoras.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Informe.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escenario / datos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Plantilla: contexto-&gt;fallo-&gt;lección-&gt;cambio.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554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860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860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645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Elegir 1 caso (backup, rendimiento o seguridad).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697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3003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3003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788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Resumir en media pagina que paso.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40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146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4146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931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Proponer 3 mejoras concretas a su VetCare.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4983480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52898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52898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5074920"/>
            <a:ext cx="10271455" cy="886968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Actualizar informe PI con lecciones de casos.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Actividad autonoma — pistas (checklist vacio)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Mejoras accionables?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Conectan al PI?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□ Evidencia de lectura?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Informe 1-2 pag.: caso + 3 mejoras aplicables a VetCare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Evidencia en playground (enlace) o archivo SQL/PNG propio.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Actualizar checklist PI (que criterio de rubrica avanzo).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(https://uniaj.examlab.workers.dev/) — domingo 23:59 cuando aplique taller.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Informe de caso -&gt; mejoras concretas al PI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 DB).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Taller de la semana en ExamLab (https://uniaj.examlab.workers.dev/): domingo 23:59 (regla del Acuerdo) cuando aplique.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Informe de caso -&gt; mejoras concretas al PI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Informe 1-2 pag.: caso + 3 mejoras aplicables a VetCare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continuar el hilo del PI segun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breve · practica = PI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