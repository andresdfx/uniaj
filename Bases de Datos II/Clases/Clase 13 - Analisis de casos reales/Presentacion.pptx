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el informe describa el caso ajeno sin conectar ninguna…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al VetCare del equipo.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