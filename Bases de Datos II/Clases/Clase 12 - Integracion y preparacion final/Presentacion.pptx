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Integracion app &lt;-&gt; BD · Prep. presentacion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Contrato de operaciones + ensayo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integracion + preparacion de entrega/sustentacion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+ Live SQL +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regular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Integrar app&lt;-&gt;BD significa que la aplicacion NUNCA arma SQL dinamico contra las tablas directamente; llama…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contrato de integracion documenta, por cada operacion: nombre del proc, parametros de entrada con su tipo…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Manejo de errores en la frontera app-BD: la app no deberia mostrar al usuario final un error crudo de base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Autenticacion/autorizacion en este punto es conceptual, no de implementacion: la app se conecta con una…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Preparar la sustentacion no es 'hacer diapositivas bonitas': es organizar la evidencia tecnica 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que la app consume (no SQL suelto)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sp_agendar_cita(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p_id_cita   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p_id_mascota  IN  NUMBER,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p_fecha       IN  TIMESTAMP,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p_msg         OUT VARCHAR2   -- 'OK: ...' | 'ERROR: ...'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app llama el proc con parametros tipados: por eso no hay inyeccion SQL.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+ Live SQL +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 contrato sp_agendar_cita + storyboard 6 slides.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Contrato app-BD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acle_live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Oracle Live SQL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raw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Flujo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boceto a ExamLab (diagrama)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El diagrama se entrega como codigo Mermaid dentro de ExamLab, no como imagen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59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965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965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751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Disena visual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Dibuja el diagrama como quieras en Excalidraw o draw.io: es mas rapido arrastrar cajas que escribir codigo, y ahi es donde piensas el modelo.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802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108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3108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94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Traduce con IA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Copia o describe tu boceto a una IA y pidele el codigo Mermaid: «convierte este diagrama a Mermaid usando sequenceDiagram». Revisa el resultado: la IA acierta la sintaxis, no tu modelo.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45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4251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251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037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Pega y renderiza en ExamLab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Pega ese codigo en la caja de texto de la pregunta y mira como lo dibuja la plataforma. Si no renderiza, corrige ahi mismo: lo que se califica es el diagrama renderizado dentro de ExamLab.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08863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53949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949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180076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Guarda el PNG para tu PI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Exporta tambien la imagen a la carpeta de tu Proyecto Integrador. Esa copia es para tu informe; no reemplaza la respuesta en la plataforma.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app llama contrato, no SQL suelto.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Preparar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&gt;=3 ops + outline pitch 5-8 min.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Contrato 3 ops.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Parametros/errores/ejemplo.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Outline pitch.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Borrador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 sp_agendar_cita / consulta / facturar.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Redactar contrato de &gt;=3 operaciones.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Diagrama flujo app-&gt;BD (Excalidraw) opcional.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Outline presentacion 5-8 min + quien habla que.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Empaquetar borrador entrega final.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VetCare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&gt;=3 ops?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Errores esperados?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Outline completo?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Contrato app&lt;-&gt;BD + outline de slides de sustentacion (5-8 min)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Evidencia: el SQL y su salida quedan guardados en cada pregunta de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Conserva copia en tu carpeta del PI (los .sql que pide el entregable).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Contrato integracion + preparacion de entrega/sustentacion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Contrato integracion + preparacion de entrega/sustentacion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Contrato app&lt;-&gt;BD + outline de slides de sustentacion (5-8 min)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