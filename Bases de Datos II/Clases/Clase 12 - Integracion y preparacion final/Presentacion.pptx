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Integracion app &lt;-&gt; BD · Prep. presentacion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Contrato de operaciones + ensayo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integracion + preparacion de entrega/sustentacion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 +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app&lt;-&gt;BD significa que la aplicacion NUNCA arma SQL dinamico contra las tablas directamente; llama…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contrato de integracion documenta, por cada operacion: nombre del proc, parametros de entrada con su tipo…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en la frontera app-BD: la app no deberia mostrar al usuario final un error crudo de base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Autenticacion/autorizacion en este punto es conceptual, no de implementacion: la app se conecta con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Preparar la sustentacion no es 'hacer diapositivas bonitas': es organizar la evidencia tecnica en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dejar que la 'integracion' quede como una idea abstracta sin contrato…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que la app consume (no SQL suelto)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sp_agendar_cita(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p_id_cita   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p_id_mascota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p_fecha       IN  TIMESTAMP,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p_msg         OUT VARCHAR2   -- 'OK: ...' | 'ERROR: ...'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app llama el proc con parametros tipados: por eso no hay inyeccion 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 +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 contrato sp_agendar_cita + storyboard 6 slides.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app-BD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Flujo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app llama contrato, no SQL suelto.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Preparar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&gt;=3 ops + outline pitch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3 ops.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Parametros/errores/ejemplo.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Outline pitch.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Borrador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 sp_agendar_cita / consulta / facturar.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contrato de &gt;=3 operaciones.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Diagrama flujo app-&gt;BD (Excalidraw)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Outline presentacion 5-8 min + quien habla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Empaquetar borrador entrega final.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&gt;=3 ops?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Errores esperados?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Outline completo?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Contrato integracion + preparacion de entrega/sustentacion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Contrato integracion + preparacion de entrega/sustentacion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Contrato app&lt;-&gt;BD + outline de slides de sustentacion (5-8 min)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