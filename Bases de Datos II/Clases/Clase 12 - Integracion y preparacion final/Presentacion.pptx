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Contrato integracion + preparacion de entrega/sustentacion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a:p>
            <a:pPr>
              <a:spcAft>
                <a:spcPts val="800"/>
              </a:spcAft>
            </a:pPr>
            <a:r>
              <a:rPr sz="2000" b="0" i="0">
                <a:solidFill>
                  <a:srgbClr val="333333"/>
                </a:solidFill>
                <a:latin typeface="Calibri"/>
              </a:rPr>
              <a:t>–   Porque 1=1 es verdadero para toda fila y el doble guion comenta el resto de la linea, incluida la comilla que quedo sobrando.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nombre = 'ENTRADA'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 y tiene seis partes que hay que exigir en el entregable de hoy.</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En VetCare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un ORA-00942 tabla o vista no existe le regala al atacante el nombre de los objetos y al recepcionista no le dice nada</a:t>
            </a:r>
          </a:p>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Un SELECT bien indexado sobre Cita se resuelve en 2 o 3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VetCare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Cinco, contraer: eliminar lo viejo solo cuando ninguna version desplegada lo use.</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Mascota ADD (fecha_inactivacion DATE NULL)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sp_agendar_cita(</a:t>
            </a:r>
          </a:p>
          <a:p>
            <a:pPr>
              <a:spcAft>
                <a:spcPts val="400"/>
              </a:spcAft>
            </a:pPr>
            <a:r>
              <a:rPr sz="1400" b="0" i="0">
                <a:solidFill>
                  <a:srgbClr val="FFFFFF"/>
                </a:solidFill>
                <a:latin typeface="Calibri"/>
              </a:rPr>
              <a:t>   p_id_cita     IN  NUMBER,</a:t>
            </a:r>
          </a:p>
          <a:p>
            <a:pPr>
              <a:spcAft>
                <a:spcPts val="400"/>
              </a:spcAft>
            </a:pPr>
            <a:r>
              <a:rPr sz="1400" b="0" i="0">
                <a:solidFill>
                  <a:srgbClr val="FFFFFF"/>
                </a:solidFill>
                <a:latin typeface="Calibri"/>
              </a:rPr>
              <a:t>   p_id_mascota  IN  NUMBER,</a:t>
            </a:r>
          </a:p>
          <a:p>
            <a:pPr>
              <a:spcAft>
                <a:spcPts val="400"/>
              </a:spcAft>
            </a:pPr>
            <a:r>
              <a:rPr sz="1400" b="0" i="0">
                <a:solidFill>
                  <a:srgbClr val="FFFFFF"/>
                </a:solidFill>
                <a:latin typeface="Calibri"/>
              </a:rPr>
              <a:t>   p_fecha       IN  TIMESTAMP,</a:t>
            </a:r>
          </a:p>
          <a:p>
            <a:pPr>
              <a:spcAft>
                <a:spcPts val="400"/>
              </a:spcAft>
            </a:pPr>
            <a:r>
              <a:rPr sz="1400" b="0" i="0">
                <a:solidFill>
                  <a:srgbClr val="FFFFFF"/>
                </a:solidFill>
                <a:latin typeface="Calibri"/>
              </a:rPr>
              <a:t>   p_msg         OUT VARCHAR2   -- 'OK: ...' | 'ERROR: ...'</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app llama el proc con parametros tipados: por eso no hay inyeccion SQL.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Contrato app-BD</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acle_livesql.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Ops</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rawio.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Flujo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codigo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app llama contrato, no SQL suelto.</a:t>
            </a:r>
          </a:p>
          <a:p>
            <a:pPr>
              <a:spcAft>
                <a:spcPts val="800"/>
              </a:spcAft>
            </a:pPr>
            <a:r>
              <a:rPr sz="2000" b="0" i="0">
                <a:solidFill>
                  <a:srgbClr val="333333"/>
                </a:solidFill>
                <a:latin typeface="Calibri"/>
              </a:rPr>
              <a:t>–   Preparar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Contrato &gt;=3 ops + outline pitch 5-8 min.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Contrato 3 ops.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Parametros/errores/ejemplo.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Outline pitch.</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Borrador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sp_agendar_cita / consulta / facturar.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Redactar contrato de &gt;=3 operaciones.</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Diagrama flujo app-&gt;BD (Excalidraw) opcional.</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Outline presentacion 5-8 min + quien habla que.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Empaquetar borrador entrega final.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&gt;=3 ops?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Errores esperados?</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Outline completo?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Contrato integracion + preparacion de entrega/sustentacion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Contrato integracion + preparacion de entrega/sustentacion</a:t>
            </a:r>
          </a:p>
          <a:p>
            <a:pPr algn="ctr">
              <a:spcAft>
                <a:spcPts val="600"/>
              </a:spcAft>
            </a:pPr>
            <a:r>
              <a:rPr sz="1600" b="0" i="0">
                <a:solidFill>
                  <a:srgbClr val="333333"/>
                </a:solidFill>
                <a:latin typeface="Calibri"/>
              </a:rPr>
              <a:t>Entregable: Contrato app&lt;-&gt;BD + outline de slides de sustentacion (5-8 min)</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