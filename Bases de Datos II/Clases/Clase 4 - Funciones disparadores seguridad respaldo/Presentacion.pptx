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+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Seguridad y respaldo van juntos: seguridad evita que datos se corrompan o se filtren; respaldo (backup) asume…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RPO (Recovery Point Objective) = cuantos datos se puede permitir perder, medido en tiempo ('maximo 1 hora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presentar el backup como 'copiar el archivo de vez en cuando' sin…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Trigger de auditoria: nadie tiene que acordarse de registrarlo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OR REPLACE TRIGGER trg_audit_cancelacion_cita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AFTER UPDATE ON cita FOR EACH ROW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WHEN (NEW.estado = 'CANCELADA')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auditoria_cita(id_cita, estado_ant, estado_new, usuario,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VALUES (:NEW.id_cita, :OLD.estado, :NEW.estado, USER, SYSDATE);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 dispara solo. Riesgo: es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+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fn_precio_consulta + trg_audit_cancelacion_cita + outline backup.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Fn/trigger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backup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integridad + RAA1.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Trigger evita inconsistencias silenciosas.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&gt;=1 funcion + &gt;=1 trigger + plan backup.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Funcion util.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Trigger auditoria/stock.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Plan backup 1 pag.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Ej: fn_precio_consulta; trg_audit_cancelacion.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funcion util al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&gt;=1 trigger (auditoria o stock no negativo).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 de respaldo: frecuencia, retencion, restore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checklist PI: seguridad/respaldo en progreso.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Trigger con propósito?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Backup con restore?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SQL?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Scripts funcion/trigger + Plan_Backup_VetCare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Scripts funcion/trigger + Plan_Backup_VetCare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