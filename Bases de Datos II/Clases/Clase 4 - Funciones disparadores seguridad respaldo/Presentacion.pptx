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+ 2 triggers corriendo en ExamLab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PostgreSQL un trigger son SIEMPRE dos objetos, no uno: la funcion y la asociacion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BEFORE o AFTER no es un detalle de estilo: un trigger que VALIDA va BEFORE, porque tiene que abortar antes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ExamLab, y el esqueleto del plan de respaldo.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ExamLab,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ExamLab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+ 2 triggers corriendo en ExamLab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ExamLab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