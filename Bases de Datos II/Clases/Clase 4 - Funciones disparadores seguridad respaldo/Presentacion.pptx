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Funciones · Triggers · Seguridad y respaldo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Integridad + RAA1 del PI VetCare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&gt;=1 funcion + &gt;=1 trigger + borrador plan de respaldo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Oracle Live SQL + Google Docs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Scripts funcion/trigger + Plan_Backup_VetCare (1 pag.)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el paquete VetCare del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· quiz/cierre · duda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Funcion (Clase 3 vio procedimiento): retorna un valor y se usa DENTRO de una expresion SQL, ej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Trigger (disparador): bloque de codigo que el motor ejecuta AUTOMATICAMENTE cuando ocurre un evento…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Riesgo real de los triggers: son invisibles en el codigo de la app (un desarrollador que solo mira el INSERT…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Seguridad y respaldo van juntos: seguridad evita que datos se corrompan o se filtren; respaldo (backup) asume…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RPO (Recovery Point Objective) = cuantos datos se puede permitir perder, medido en tiempo ('maximo 1 hora de…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de docente que no domina el tema: presentar el backup como 'copiar el archivo de vez en cuando' sin…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Trigger de auditoria: nadie tiene que acordarse de registrarlo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OR REPLACE TRIGGER trg_audit_cancelacion_cita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AFTER UPDATE ON cita FOR EACH ROW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WHEN (NEW.estado = 'CANCELADA')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BEGIN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INSERT INTO auditoria_cita(id_cita, estado_ant, estado_new, usuario, fecha)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VALUES (:NEW.id_cita, :OLD.estado, :NEW.estado, USER, SYSDATE);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END;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Se dispara solo. Riesgo: es invisible para quien solo lee el codigo de la app.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Oracle Live SQL +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fn_precio_consulta + trg_audit_cancelacion_cita + outline backup.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oracle_livesq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Fn/trigger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bfidd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Pruebas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Plan backup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integridad + RAA1.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Trigger evita inconsistencias silenciosas.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&gt;=1 funcion + &gt;=1 trigger + plan backup.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Funcion util.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Trigger auditoria/stock.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Plan backup 1 pag.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Checklist 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Ej: fn_precio_consulta; trg_audit_cancelacion.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Crear &gt;=1 funcion util al PI.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Crear &gt;=1 trigger (auditoria o stock no negativo).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Redactar plan de respaldo: frecuencia, retencion, restore de prueba.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Actualizar checklist PI: seguridad/respaldo en progreso.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Trigger con propósito?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Backup con restore?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Evidencia SQL?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Scripts funcion/trigger + Plan_Backup_VetCare (1 pag.)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(Talleres)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&gt;=1 funcion + &gt;=1 trigger + borrador plan de respaldo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Quiz rapido (cierre)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Individual · 8–10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Función vs procedimiento en el PI: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('A) Son idénticos',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('B) Función retorna valor usable en SQL; proc orquesta acciones',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('C) Proc no puede validar',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('D) Función borra tablas siempre',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Un trigger de cancelación/auditoría sirve para: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('A) Decoración',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('B) Auditar cambios sensibles sin depender solo de la app',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('C) Eliminar backups',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('D) Quitar FK',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RPO = cantidad máxima de dato que se acepta perder (punto de recuperación).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('( ) Verdadero    ( ) Falso',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RTO mide el tiempo objetivo para volver a operación tras un incidente.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('( ) Verdadero    ( ) Falso', 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Quiz rapido (cierre) · cont.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Individual · 8–10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Evidencia de respaldo mínima razonable en el PI: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('A) «Ya lo hacemos» sin archivo',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('B) Plan RPO/RTO + script/export de prueba',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('C) Solo meme',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('D) Apagar el playground',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6.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La seguridad del PI termina al crear un usuario; no hace falta auditar cambios sensibles.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('( ) Verdadero    ( ) Falso',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7.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Proponga un trigger VetCare (evento + tabla + qué registra).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('Respuesta corta: ____________________________',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8.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Indique RPO y RTO objetivo cualitativos para VetCare del equipo.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('Respuesta corta: ____________________________', 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4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&gt;=1 funcion + &gt;=1 trigger + borrador plan de respaldo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Scripts funcion/trigger + Plan_Backup_VetCare (1 pag.)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