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Funciones · Triggers · Seguridad y respaldo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Integridad + RAA1 del PI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&gt;=1 funcion + &gt;=1 trigger + borrador plan de respaldo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+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Scripts funcion/trigger + Plan_Backup_VetCare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 (Clase 3 vio procedimiento): retorna un valor y se usa DENTRO de una expresion SQL, ej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Trigger (disparador): bloque de codigo que el motor ejecuta AUTOMATICAMENTE cuando ocurre un evento…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Riesgo real de los triggers: son invisibles en el codigo de la app (un desarrollador que solo mira el INSERT…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Seguridad y respaldo van juntos: seguridad evita que datos se corrompan o se filtren; respaldo (backup) asume…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RPO (Recovery Point Objective) = cuantos datos se puede permitir perder, medido en tiempo ('maximo 1 hora de…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Trigger de auditoria: nadie tiene que acordarse de registrarlo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TRIGGER trg_audit_cancelacion_cita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AFTER UPDATE ON cita FOR EACH ROW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WHEN (NEW.estado = 'CANCELADA')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auditoria_cita(id_cita, estado_ant, estado_new, usuario, fecha)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VALUES (:NEW.id_cita, :OLD.estado, :NEW.estado, USER, SYSDATE);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Se dispara solo. Riesgo: es invisible para quien solo lee el codigo de la app.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+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fn_precio_consulta + trg_audit_cancelacion_cita + outline backup.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Fn/trigger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Plan backup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integridad + RAA1.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Trigger evita inconsistencias silenciosas.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&gt;=1 funcion + &gt;=1 trigger + plan backup.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Funcion util.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Trigger auditoria/stock.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Plan backup 1 pag.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Ej: fn_precio_consulta; trg_audit_cancelacion.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&gt;=1 funcion util al 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&gt;=1 trigger (auditoria o stock no negativo).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plan de respaldo: frecuencia, retencion, restore de prueba.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checklist PI: seguridad/respaldo en progreso.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Trigger con propósito?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Backup con restore?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Evidencia SQL?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Scripts funcion/trigger + Plan_Backup_VetCare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funcion + &gt;=1 trigger + borrador plan de respaldo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funcion + &gt;=1 trigger + borrador plan de respaldo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Scripts funcion/trigger + Plan_Backup_VetCare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