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Funciones · Triggers · Seguridad y respaldo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Integridad + RAA1 del PI VetCare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&gt;=1 funcion + &gt;=1 trigger + borrador plan de respaldo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PostgreSQL en el navegador + Google Docs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fn_precio_consulta + 2 triggers corriendo en la plataforma del curso + Plan_Backup_VetCare con sus 6 secciones (1 pag.)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salir: avance concreto en su paquete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Funcion y procedimiento: se distinguen por su papel, no por su sintaxis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procedimiento se invoca para que HAGA algo y se llama con CALL; una funcion se invoca para que DEVUELVA un valor, y ese valor se usa dentro de una expresion SQL, como en AS tarifa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molde es el mismo de la Clase 3 con una linea mas: RETURNS NUMERIC LANGUAGE plpgsql IMMUTABLE AS $fn$... $fn$;.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Nada de RETURN NUMBER IS: eso es Oracle y aqui no compila.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palabra que hay que desempacar es IMMUTABLE, porque es una de las tres categorias de volatilidad que PostgreSQL define y el estudiante no las conoce.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IMMUTABLE promete que con los mismos argumentos la funcion devuelve siempre lo mismo y que no lee ni escribe la base; el motor puede entonces evaluarla una sola vez y reutilizar el resultado, e incluso resolverla al planificar.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Funcion y procedimiento: se distinguen por su papel, no por su sintaxis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STABLE promete que el resultado no cambia DENTRO de una misma sentencia, y es lo que corresponde a una funcion que consulta tablas.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VOLATILE es el valor por omision y significa que puede devolver cualquier cosa cada vez. fn_precio_consulta es IMMUTABLE porque solo depende de sus dos parametros.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contraejemplo util es fn_edad_mascota calculando la edad con now() por dentro: no es inmutable, porque manana devuelve otro numero para la misma mascota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por eso no puede sostener un indice sobre expresion de los que se veran en la Clase 7; la correccion es de una linea, pasar la fecha de referencia como parametro.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Vale advertir que declarar IMMUTABLE una funcion que si lee tablas no produce un error, produce algo peor: resultados obsoletos que el motor considera correctos.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Funcion y procedimiento: se distinguen por su papel, no por su sintaxis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un segundo efecto que hay que dimensionar con numeros porque conecta con la Clase 6: una funcion invocada dentro de un SELECT se ejecuta una vez por fila evaluada.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fn_saldo_factura(p_id_factura) hace un SUM sobre detalle_factura y la consulta recorre diez mil facturas, el motor ejecuta diez mil consultas internas; el resultado es correcto y el tiempo es inaceptable.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alternativa es una consulta con GROUP BY, y esa comparacion es material directo de la Clase 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Funcion y procedimiento: se distinguen por su...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m.nombre, fn_precio_consulta(m.especie, FALSE)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FROM mascota m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WHERE m.activa = 'S'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OR REPLACE FUNCTION fn_precio_consulta(p_especie TEXT, p_urgencia BOOLEAN)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tres detalles de fn_precio_consulta que valen puntos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funcion del taller tiene tres decisiones pequenas que la rubrica mira, y conviene dictarlas porque ninguna es evidente.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 es UPPER sobre la especie.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escribe CASE UPPER(p_especie) WHEN 'CANINO' THEN 45000 WHEN 'FELINO' THEN 40000 ELSE 35000 END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ELSE no es pereza: es la definicion de negocio de que cualquier otra especie tarifa 35000, de modo que la funcion nunca devuelve nulo por una especie que nadie previo.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 es COALESCE sobre la urgencia.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escribe IF COALESCE(p_urgencia, FALSE) THEN, que traduce ausencia de dato a no urgente.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tres detalles de fn_precio_consulta que valen puntos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Vale decir en voz alta el criterio general, porque reaparece todo el semestre: en SQL, nulo no significa falso, significa desconocido, y toda comparacion con nulo devuelve nulo.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tercera es el recargo como multiplicacion y no como suma escrita a mano: v_base:= v_base * 1.35 en lugar de sumar un valor calculado aparte.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45000 el resultado es 60750 exactos, y conviene proyectar ese numero porque es el que el estudiante va a comparar contra su propia salida.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tipo de retorno es NUMERIC y no FLOAT por la razon de la Clase 1: el dinero no se representa en binario.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trigger: el unico que nadie invoca, y en PostgreSQL son DOS objetos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trigger se distingue de todo lo anterior en que nadie lo llama: se declara una vez y el motor lo ejecuta cuando ocurre el evento declarado, un INSERT, un UPDATE o un DELETE sobre una tabla.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aqui esta la pieza de sintaxis que decide la mitad de los puntos del dia: en PostgreSQL un trigger son SIEMPRE dos objetos separados, no uno.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Primero la funcion, RETURNS TRIGGER LANGUAGE plpgsql AS $fn$... $fn$;, que no recibe parametros declarados y cuyo tipo de retorno es literalmente TRIGGER.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existe la forma de Oracle con el cuerpo dentro del CREATE TRIGGER, y hay que decirlo tal cual porque es el error que la rubrica penaliza expresamente.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trigger: el unico que nadie invoca, y en PostgreSQL son DOS objetos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Dos notas de sintaxis que ahorran tiempo: dentro de la funcion las filas se leen como NEW y OLD SIN los dos puntos —NEW.estado, no:NEW.estado, que aqui es un error de sintaxis—, y en la asociacion se escribe EXECUTE FUNCTION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detalle que cambia todo el analisis, y que rara vez se dice, es que el trigger corre dentro de la misma transaccion de la sentencia que lo activo.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trigger: el unico que nadie invoca, y en...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OR REPLACE FUNCTION fn_trg_audit_cita()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TRIGGER trg_audit_cita AFTER UPDATE OF estado ON cita FOR EACH ROW EXECUTE FUNCTION fn_trg_audit_cita()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BEFORE o AFTER, y que significa el valor que se retorna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BEFORE y AFTER no son estilos alternativos, tienen capacidades distintas, y en PostgreSQL la diferencia se expresa a traves del valor de retorno de la funcion, que es la parte que el estudiante no adivina.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un trigger BEFORE de fila, la fila aun no esta escrita y lo que la funcion retorna es lo que se va a guardar: si retorna NEW, se guarda tal cual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retorna una version modificada de NEW, por ejemplo tras hacer NEW.estado:= UPPER(NEW.estado), se guarda la version modificada; y si retorna NULL, la operacion se cancela en silencio, sin error y sin mensaje.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ultimo caso hay que nombrarlo como trampa: cancelar retornando NULL parece elegante y deja a la aplicacion creyendo que guardo, asi que para RECHAZAR se usa RAISE EXCEPTION y no un RETURN NULL.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BEFORE o AFTER, y que significa el valor que se retorna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un trigger AFTER de fila la fila ya esta escrita y el valor de retorno se ignora; se escribe RETURN NEW por convencion.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Sin esa clausula el trigger es de sentencia, corre una sola vez y no tiene OLD ni NEW.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numero hace palpable la diferencia: un UPDATE que toca quinientas citas ejecuta un trigger de fila quinientas veces y uno de sentencia una sola vez.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Poner AFTER en el trigger de stock es el error mas comun del dia, y conviene explicar por que es un error y no solo un descuento: un AFTER que lanza excepcion tambien deshace la transaccion, asi que el dato malo no queda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Pero el motor ya hizo el trabajo de escribirlo y, sobre todo, con AFTER no se puede corregir el valor, solo abortar.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la clase de matiz que separa saber la regla de entenderla.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auditoria: donde el trigger brilla, y el WHEN que cambia el resultado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auditoria es el uso donde los triggers brillan, porque es el unico mecanismo que no se puede evitar olvidandose de llamarlo.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WHEN (OLD.estado IS DISTINCT FROM NEW.estado) es la pieza que decide el resultado de la prueba: hace que tres UPDATE dejen DOS filas de auditoria y no tres, porque el tercero asigna a la cita el estado que ya tenia.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que explicar tambien por que se escribe IS DISTINCT FROM y no el operador de desigualdad: si uno de los dos lados es nulo, la desigualdad devuelve nulo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un WHEN que evalua a nulo NO dispara; una cita que pasa de estado nulo a 'PROGRAMADA' se quedaria sin auditar.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IS DISTINCT FROM trata el nulo como un valor mas y devuelve verdadero o falso siempre.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Sobre el diseno de la tabla de auditoria hay un criterio exigible: una fila debe responder quien, cuando, que, y de que a que.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auditoria: donde el trigger brilla, y el WHEN que cambia el resultado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Registrar solo que la cita cambio no sirve para investigar 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columnas del taller son id_cita, accion con el texto 'CAMBIO_ESTADO', valor_anterior y valor_nuevo tomados de OLD.estado y NEW.estado, y dos que se llenan solas con DEFAULT: usuario_bd con current_user y fecha_evento con now().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Ninguna de las dos columnas se pasa desde el trigger: se dejan al DEFAULT, porque un dato de auditoria que el codigo puede escribir es un dato que el codigo puede falsear.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 ultimo, el identificador va SERIAL y no calculado con el maximo mas uno: dos sesiones simultaneas leen el mismo maximo y una pierde, y el porque completo se estudia en la Clase 10.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trigger que impide: el hueco que el CHECK no tapa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 mitad del taller es el trigger que rechaza, y la demostracion se monta sobre un hueco real.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esquema de la Clase 1 trae CHECK (stock &gt;= 0) sobre insumo, asi que la primera reaccion sensata del grupo es que el trigger no hace falta.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demo retira la restriccion a proposito con ALTER TABLE insumo DROP CONSTRAINT, ejecuta UPDATE insumo SET stock = stock - 10 WHERE id_insumo = 2 sobre un insumo que tiene tres unidades, y muestra el stock en menos siete.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numero es el argumento entero de la clase: sin defensa, la base guarda un imposible fisico.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que ser preciso al comparar los dos mecanismos, porque decir que el trigger es mejor seria falso.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CHECK es mas barato, no se puede olvidar, lo aplica el motor sin una linea de codigo y se documenta solo al leer el DDL: si la regla cabe en un CHECK, no se hace trigger.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trigger que impide: el hueco que el CHECK no tapa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CHECK solo puede fallar; no puede explicar.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asociacion va BEFORE UPDATE OF stock ON insumo FOR EACH ROW, y el mensaje es parte del entregable, igual que en la Clase 3: es lo que la aplicacion va a mostrar y lo que la prueba va a verificar.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prueba tambien tiene dos mitades y las dos importan: el descuento invalido rechazado, y el descuento legitimo que sigue funcionando.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se bloqueo la operacion, se bloqueo el resultado invalido, y sin la segunda mitad nadie puede saber que el trigger no rompio nada mas.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cuatro capas, y en cual vive cada regla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Primero lo declarativo de una fila: NOT NULL, CHECK y DEFAULT resuelven todo lo que se puede decidir mirando los valores finales de una sola fila —stock no negativo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Precio positivo, estado dentro de una lista—, y son lo mas barato y lo mas dificil de saltarse.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Segundo lo declarativo entre filas y entre tablas: UNIQUE y las claves foraneas.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Aqui hay un ejemplo que hay que dar porque es el que el estudiante resuelve mal: la regla de que un veterinario no puede tener dos citas en la misma franja es UNIQUE (id_veterinario, fecha_hora) y no un trigger.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Tercero el trigger, cuando la regla necesita comparar OLD con NEW, mirar otra tabla o escribir en una segunda tabla; la auditoria entra aqui por definicion, porque escribir en audit_cita no cabe en ninguna restriccion.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cuatro capas, y en cual vive cada regla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Cuarto la aplicacion, y solo para lo que la base no puede saber: el formato del correo, el permiso de la pantalla, el idioma del mensaje.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criterio para decidir si algo pertenece a la aplicacion se dice en una frase y conviene escribirla en el tablero: una validacion que solo vive en la app se salta conectandose por otra via, como hizo la Clase 2 con SET ROLE.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Merece un parrafo la trampa que el estudiante intentara, porque la respuesta correcta es contraintuitiva y depende del motor.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 idea de todo el mundo para impedir la doble reserva es un trigger que haga SELECT COUNT(*) FROM cita WHERE id_veterinario = NEW.id_veterinario AND fecha_hora = NEW.fecha_hora.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cuatro capas, y en cual vive cada regla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Oracle ese trigger simplemente no funciona, porque un trigger de fila no puede consultar la tabla en mutacion.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PostgreSQL SI corre, y ahi esta el peligro: parece funcionar en la demo y no protege de nada cuando hay concurrencia, porque cada transaccion ve su propia foto de la tabla y ninguna ve la cita que la otra acaba de insertar sin confirmar.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Decir esto hoy es lo que evita que en la Clase 10 el estudiante defienda un trigger que ya escribio.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cuatro capas, y en cual vive cada regla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ALTER TABLE cita ADD CONSTRAINT uq_vet_franja UNIQUE (id_veterinario, fecha_hora)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Cuando NO se usa un trigger, y lo que un trigger no ve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lo anterior se deduce cuando no usar un trigger, y esta es probablemente la parte mas util de la clase.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se usa cuando una restriccion declarativa resuelve el problema.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se usa cuando la regla pertenece al flujo de la aplicacion y debe admitir excepciones, como un descuento autorizado por el administrador: un trigger no distingue casos autorizados y termina obligando a trucos para desactivarlo.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se usa cuando el efecto es pesado o depende de algo externo, como enviar un correo o llamar un servicio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eso corre dentro de la transaccion, alarga los bloqueos y convierte una demora ajena en demora de la base de datos, tema que se retoma en las Clases 8 y 10.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Cuando NO se usa un trigger, y lo que un trigger no ve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no se usa cuando la logica tiene varios pasos y decisiones, porque para eso existe el procedimiento de la Clase 3, que se invoca a proposito y se puede probar solo.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primero es la invisibilidad: quien lee la aplicacion ve un UPDATE cita SET estado = 'CANCELADA' y no ve que ademas se escribio en audit_cita; el comportamiento del sistema deja de estar en el codigo que se lee.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no hay ninguna senal en el SQL, asi que la unica defensa es documentarlo, que es parte del entregable.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segundo es el encadenamiento: si el trigger de cita inserta en audit_cita y audit_cita tiene su propio trigger, se forma una cadena, y si alguno acaba modificando la tabla que lo activo hay recursion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Cuando NO se usa un trigger, y lo que un trigger no ve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tercero es un limite que hay que nombrar porque es exactamente lo que la seccion 6 del plan de respaldo pide: hay operaciones que un trigger de fila no ve.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convencion que conviene fijar para VetCare, como criterio y no como norma del motor, es a lo sumo uno o dos triggers por tabla y solo para dos usos: auditoria de cambios sensibles e invariantes que no se puedan declarar.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entregable pide dos triggers, no cinco, y esa cifra es deliberada.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Seguridad y respaldo: dos preguntas complementarias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Seguridad y respaldo van en la misma sesion porque responden a preguntas complementarias: la seguridad intenta que nada malo pase, el respaldo asume que igual pasara.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que separar dos familias de copia que se confunden todo el tiempo.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respaldo logico exporta objetos y datos, como sentencias o en un formato propio del motor; en PostgreSQL la herramienta es pg_dump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comando concreto que el plan tiene que nombrar es pg_dump -Fc -d vetcare -f vetcare_AAAAMMDD.dump, donde -Fc pide el formato comprimido propio, que es el que permite restaurar selectivamente con pg_restore.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portable entre versiones y maquinas, permite restaurar una sola tabla y se puede inspeccionar; en cambio es lento de restaurar en volumenes grandes y no captura un instante exacto de la base entera.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Seguridad y respaldo: dos preguntas complementarias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Aqui hay un hueco que casi nadie ve y que la rubrica busca: pg_dump respalda UNA base de datos y NO respalda los roles, porque los roles son objetos del cluster y no de la base.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cuatro roles de la Clase 2 se van con pg_dumpall --globals-only.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ese comando falta en el plan, se restaura la base y ningun rol tiene permisos: el sistema esta ahi y nadie puede entrar.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Vale decirlo asi, porque es el tipo de detalle por el que un plan de respaldo real falla.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respaldo fisico copia los archivos del motor y los registros de transaccion, con pg_basebackup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es lo que se usa en produccion porque permite recuperar a un punto exacto en el tiempo aplicando el registro de escritura anticipada, el WAL; exige acceso al sistema de archivos y, en general, la misma version y plataforma.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Seguridad y respaldo: dos preguntas complementarias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esa base se ordenan las estrategias con numeros: un dump diario deja una perdida potencial de veinticuatro horas, y agregar archivado de WAL la baja al orden de minutos; son ejemplos, no valores obligatorios.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consecuencia para este curso hay que decirla sin rodeos y esta en la seccion siguiente: nada de esto se puede EJECUTAR en la plataforma del curso.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RPO y RTO: dos siglas que solo sirven con un numero acordado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RPO es cuanta informacion se acepta perder, medida en tiempo.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Huellitas atiende del orden de cuarenta citas por dia en un horario de lunes a sabado de 7:00 a 19:00, perder cuatro horas de datos son entre quince y veinte citas con sus consultas clinicas y sus facturas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quien decide si eso es tolerable es el dueno de la clinica, no el administrador de la base; esa asignacion de responsabilidad es regla, no matiz.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RTO es cuanto tiempo puede estar caida la base antes de restaurar: si el sistema se cae un sabado a las diez de la manana con la sala llena, un RTO de ocho horas equivale a cerrar el dia y devolver pacientes.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RPO y RTO: dos siglas que solo sirven con un numero acordado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ventana del respaldo se justifica con el mismo horario: un dump a las 20:30 se defiende porque la facturacion cierra a las 20:00, mientras que «diario» a secas no se defiende.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Uno, restaurar en un entorno distinto del original, nunca encima del que funciona, porque una prueba que destruye el dato bueno es un incidente y no una prueba.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Dos, cronometrar desde que se decide restaurar hasta que una consulta de la aplicacion devuelve datos correctos, porque ese intervalo, y no el tiempo de copiar un archivo, es el RTO medido.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Tres, verificar con comprobaciones de negocio, y esto es lo que convierte «restaure» en «restaure bien»: los conteos de cita, consulta y factura, y el maximo de fecha_hora en cita, comparados contra los valores del origen al momento del corte.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RPO y RTO: dos siglas que solo sirven con un numero acordado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una sexta seccion que el estudiante siempre omite y que vale puntos: que NO cubre el plan, y cual es el riesgo residual que se asume.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dump diario no protege del borrado por error que se descubre tres dias despues si la retencion es de dos copias; un respaldo logico no protege de la corrupcion del propio archivo si nunca se restaura.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Nombrar el limite es lo que separa un plan de una lista de comandos, y es lo que un evaluador pregunta primero.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 que la plataforma del curso si puede demostrar, y lo que se documenta en papel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que ser preciso aqui porque es la parte del taller que se puede entregar mal por una expectativa equivocada.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taller se resuelve y se califica en la plataforma del curso, que ejecuta PostgreSQL dentro del navegador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ahi funciona todo el codigo del dia: CREATE FUNCTION con IMMUTABLE, las dos partes del trigger, RAISE EXCEPTION y RAISE NOTICE, los bloques DO de la Clase 3, current_user, now() e IS DISTINCT FROM.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evidencia de las cuatro primeras preguntas es la salida del motor.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numero que salga, por ejemplo tres minutos, es un RTO honesto y medido, y la consulta de validacion posterior es exactamente la que el plan tiene que traer escrita.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Oracle sigue en el kit solo como contraste: alla las herramientas se llaman Data Pump y RMAN, y el trigger se escribe con el cuerpo adentro y con:NEW y:OLD.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Como amarra con las clases vecinas y con la rubrica del PI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de hoy cierra el Corte 1 y conviene decir como.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1 dejo el esquema, el CHECK de stock que hoy se retira a proposito para mostrar el hueco, y la restriccion de unicidad que hoy se defiende como la respuesta correcta a la doble reserva.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2 dejo los roles, y hoy reaparecen en dos puntos: current_user es lo que la columna de auditoria guarda, y pg_dumpall --globals-only es lo que los respalda.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3 dejo el procedimiento y la bateria de bloques DO, que es la tecnica con la que hoy se prueban los dos triggers.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Como amarra con las clases vecinas y con la rubrica del PI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Hacia adelante, el Parcial 1 de la Clase 5 evalua justamente procedimientos, seguridad y este contenido; la Clase 8 retoma la transaccion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es el marco dentro del cual corre todo trigger; la Clase 10 explica por que el trigger de conteo no protege de la doble reserva; y la Clase 12 conecta la aplicacion, que es cuando la invisibilidad del trigger deja de ser un concepto.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rubrica del PI, seguridad y respaldo valen 15 de los 100 puntos del proyecto.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grupo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«Cree el trigger y no pasa nada»: la causa mas frecuente es que la funcion existe pero la asociacion no, porque el estudiante escribio solo el CREATE FUNCTION; la segunda es que la asociacion dice UPDATE OF otra columna, o que el WHEN nunca se cumple.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«Puede una funcion modificar datos»: en PostgreSQL si puede, y es una diferencia importante con Oracle, que lo prohibe cuando la funcion se invoca desde una consulta.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pueda no significa que deba: el planificador decide cuantas veces evalua una funcion, de modo que un INSERT escondido en ella podria ejecutarse una vez, ninguna o diez mil, y ademas obliga a declararla VOLATILE.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grupo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hace falta modificar datos, es un procedimiento; si debe ocurrir automaticamente, es un trigger.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«Puedo poner toda la validacion en triggers y no escribir procedimientos»: se puede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sistema se vuelve imposible de razonar; el orden de preferencia que conviene memorizar es declarativo primero, procedimiento despues, trigger al final y solo para lo que los dos anteriores no pueden.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«Si ya tengo el trigger de auditoria, para que quiero respaldo»: porque cumplen funciones distintas; la auditoria cuenta que paso y quien lo hizo, el respaldo devuelve los datos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grupo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si el incidente afecta el esquema completo, audit_cita se pierde junto con todo lo demas y no reconstruye ni una cita.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«Por que la auditoria registro dos filas y no tres»: por la clausula WHEN, porque el tercer UPDATE asigno el estado que la cita ya tenia; si registra tres, falta el WHEN.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«Por que el trigger de stock deja pasar un TRUNCATE»: porque TRUNCATE no dispara triggers de fila, y eso va escrito en la seccion de lo que el plan no cubre.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funcion de tarifas, y por que IMMUTABLE importa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OR REPLACE FUNCTION fn_recargo_festivo(p_base DECIMAL, p_dia DATE)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RETURNS DECIMAL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LANGUAGE plpgsql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IMMUTABLE               -- mismo resultado para los mismos argumentos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AS $$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BEGIN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IF EXTRACT(DOW FROM p_dia) IN (0, 6) THEN   -- 0 domingo, 6 sabado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RETURN ROUND(p_base * 1.25, 2);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END IF;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RETURN ROUND(p_base, 2);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END;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$$;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IMMUTABLE permite indexar la expresion y cachear el resultado. Una funcion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que lee NOW() o una tabla NO es inmutable: seria STABLE o VOLATILE.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trigger son DOS objetos: la funcion y la asociacion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-- 1. la funcion, que devuelve trigger y ve OLD y NEW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CREATE OR REPLACE FUNCTION fn_trg_audit_cita()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RETURNS trigger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LANGUAGE plpgsql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AS $$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BEGIN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INSERT INTO auditoria_cita (id_cita, estado_ant, estado_nue, cambiado_en)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VALUES (OLD.id_cita, OLD.estado, NEW.estado, NOW());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RETURN NEW;          -- en AFTER el valor se ignora, pero no se omite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END;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$$;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-- 2. la asociacion, que dice CUANDO se dispara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CREATE TRIGGER trg_audit_cita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AFTER UPDATE OF estado ON cita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FOR EACH ROW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WHEN (OLD.estado IS DISTINCT FROM NEW.estado)   -- no auditar no-cambios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EXECUTE FUNCTION fn_trg_audit_cita();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BEFORE o AFTER: uno puede impedir, el otro solo registrar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BEFORE puede cambiar NEW o abortar. Es el que IMPIDE.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OR REPLACE FUNCTION fn_trg_stock_no_negativo()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RETURNS trigger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LANGUAGE plpgsql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AS $$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BEGIN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IF NEW.stock &lt; 0 THEN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RAISE EXCEPTION 'Stock negativo en el insumo % (%)', NEW.id_insumo, NEW.stock;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END IF;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RETURN NEW;          -- en BEFORE, devolver NULL cancela la operacion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END;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$$;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TRIGGER trg_stock_no_negativo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BEFORE UPDATE OF stock ON insumo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FOR EACH ROW EXECUTE FUNCTION fn_trg_stock_no_negativo();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cuatro capas, y en cual vive cada regla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-- 1. CHECK: mira SOLO columnas de su propia fila. Barato y siempre activo.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ALTER TABLE insumo ADD CONSTRAINT ck_precio_pos CHECK (precio &gt; 0);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-- 2. PROCEDIMIENTO: necesita consultar otra tabla. Solo aplica si se llama.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   IF NOT EXISTS (SELECT 1 FROM mascota WHERE ... AND activa='S') ...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-- 3. TRIGGER: necesita otra tabla Y tiene que aplicar aunque nadie llame.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   Es la unica capa que no se puede saltar por la puerta de atras.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-- 4. APLICACION: mensajes al usuario y reglas de pantalla. Nunca la ULTIMA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   linea de defensa: un psql abierto la deja en cero.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trigger son DOS objetos: la funcion y la asociacion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-- 1) La funcion: NEW y OLD SIN dos puntos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CREATE OR REPLACE FUNCTION fn_trg_audit_cita()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RETURNS TRIGGER LANGUAGE plpgsql AS $fn$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BEGIN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INSERT INTO audit_cita(id_cita, accion,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                     valor_anterior, valor_nuevo)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VALUES (NEW.id_cita, 'CAMBIO_ESTADO',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      OLD.estado, NEW.estado);   -- usuario y fecha: DEFAULT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RETURN NEW;                        -- obligatorio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END; $fn$;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-- 2) La asociacion: cuando se dispara y a quien llama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CREATE TRIGGER trg_audit_cita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AFTER UPDATE OF estado ON cita FOR EACH ROW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WHEN (OLD.estado IS DISTINCT FROM NEW.estado)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EXECUTE FUNCTION fn_trg_audit_cita();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«WHEN» es lo que hace que 3 UPDATE dejen 2 filas de auditoria. Se dispara solo: el riesgo es que sea invisible para quien solo lee el codigo de la app.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funcion de tarifas: RETURNS NUMERIC, CASE, COALESCE e IMMUTABLE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Son 20 de los 100 puntos, y se pierden casi siempre por tres cosas: un RETURNS TRIGGER copiado del trigger, el UPPER() olvidado y un IMMUTABLE que lee tablas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La firma decide todo lo demas.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«CREATE FUNCTION fn_precio_consulta(p_especie TEXT, p_urgencia BOOLEAN) RETURNS NUMERIC LANGUAGE plpgsql IMMUTABLE AS $fn$ ... $fn$;». Es «RETURNS NUMERIC»,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no «RETURNS TRIGGER»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: esta funcion no se asocia a ninguna tabla, se llama desde una consulta.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La tabla de tarifas es un «CASE».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«CASE UPPER(p_especie) WHEN 'CANINO' THEN 45000 WHEN 'FELINO' THEN 40000 ELSE 35000 END». El «UPPER()» es lo que hace la comparacion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insensible a mayusculas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: sin el, «canino» en minuscula cae en el «ELSE» y cobra 35000.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El «NULL» de la urgencia: hazlo explicito con «COALESCE».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«IF COALESCE(p_urgencia, FALSE) THEN v_base := v_base * 1.35; END IF;». Un «IF» a secas ya trata «NULL» como falso, pero en cuanto el booleano entra en una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cuenta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el «NULL» se propaga y la funcion devuelve «NULL».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«IMMUTABLE» es una promesa que el motor cobra: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misma entrada, misma salida, sin leer tablas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. Por eso el filtro «WHERE m.activa = 'S'» va en la consulta y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dentro de la funcion. Una funcion que consulta tablas seria «STABLE», nunca «IMMUTABLE».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Y se usa dentro del «SELECT», que es lo que la hace funcion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(el contraste de la Clase 3): «SELECT nombre, especie, fn_precio_consulta(especie, FALSE) AS tarifa_normal, fn_precio_consulta(especie, TRUE) AS tarifa_urgencia FROM mascota ORDER BY id_mascota;» — un canino en urgencia da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60750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(45000 × 1.35).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Donde vive cada validacion: CHECK, trigger o aplicacion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 pregunta 4 son 15 puntos y no pide codigo: pide ubicar cada validacion en su capa y justificar por que ahi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«CHECK»: una sola fila, una sola columna.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«stock &gt;= 0», «precio &gt; 0», «estado IN (...)». Es lo mas barato y lo mas dificil de saltarse, porque lo aplica el motor sin una linea de codigo.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Si la regla cabe en un CHECK, no se hace trigger.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«UNIQUE» y «FK»: la relacion entre filas o entre tablas.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«un veterinario no puede tener dos citas en la misma franja» es «UNIQUE (id_veterinario, fecha_hora)», no un trigger.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Trigger: cuando la regla necesita OTRA fila u OTRA tabla.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Comparar «OLD» con «NEW», mirar el stock de «insumo» mientras se actualiza otra tabla, 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escribir en una segunda tabla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(auditoria). Nada de eso cabe en un «CHECK».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Aplicacion: solo lo que la base no puede saber.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formato del correo, el permiso de la pantalla, la traduccion del mensaje. Y el criterio para decidir: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una validacion que solo vive en la app se salta conectandose por «psql»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BEFORE valida, AFTER audita.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 trigger que rechaza corre «BEFORE», porque despues el dato ya esta escrito; uno que registra un hecho consumado corre «AFTER». Poner «AFTER» en el de stock es el error mas comun del dia.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Plan de respaldo: 6 secciones y herramientas reales de PostgreSQL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Son 25 de los 100 puntos de la clase y se califican seccion por seccion. La plantilla en blanco esta en el Taller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1. Que se respalda y con que.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«pg_dump -Fc -d vetcare -f vetcare_AAAAMMDD.dump» para los datos, y «pg_dumpall --globals-only» para los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roles de la Clase 2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: «pg_dump» es de UNA base y los roles son del cluster, asi que no los respalda. Si falta, se restaura la base y ningun rol tiene permisos.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2. Frecuencia, con su razon.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No «diario»: ««pg_dump -Fc» a las 20:30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porque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la facturacion de Huellitas cierra a las 20:00». La hora se justifica con un hecho del negocio.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3. Retencion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—cuantas copias y donde: 7 diarias, 4 semanales, 12 mensuales, y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al menos una fuera del mismo servidor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— y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4. RPO y RTO en numeros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: cuantos datos se acepta perder («maximo 1 hora de citas») y cuanto puede estar caida la base. Un dump diario implica un RPO de 24 h: si no alcanza, hace falta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archivado de WAL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5. Restore de prueba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con «pg_restore» sobre una base vacia: fecha, duracion medida, la consulta que confirma el conteo, cada cuanto se ensaya y quien firma.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Un respaldo que nunca se restauro no es un respaldo: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es un archivo.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6. Que NO cubre el plan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y cual es el riesgo residual que se asume: el borrado por error que se descubre tres dias despues, la hora de citas que cabe en el RPO.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Es la seccion que separa un plan de una lista de comandos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, y la que mas se olvida.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PostgreSQL en el navegador + Google Docs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fn_precio_consulta + fn_trg_audit_cita con su CREATE TRIGGER ... EXECUTE FUNCTION, en la plataforma del curso, y el esqueleto del plan de respaldo.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final de la demo: dejar enlace/script compartible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xaml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 plataforma del curso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Funcion y triggers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Plan de respaldo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dbfidd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Alterno: PostgreSQL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oracle_livesq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5485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356506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Solo contraste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integridad y trazabilidad son criterios de la rúbrica, y la evidencia son el trigger corriendo y la fila de auditoría — no una promesa.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auditoría es el único mecanismo 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 se puede evitar olvidándose de llamarlo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nadie invoca un trigger, lo dispara el motor.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plan de respaldo es lo que un evaluador pregunta primero: cuánto se pierde y en cuánto tiempo se vuelve a operar,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números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Una función de tarifas y dos triggers —auditoría y stock— corriendo en la plataforma del curso, más el Plan_Backup_VetCare con sus 6 secciones.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«fn_precio_consulta» con «RETURNS NUMERIC», «IMMUTABLE», insensible a mayúsculas, recargo del 35 % y «NULL» tratado como falso (45000 →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60750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trigger de auditoría en sus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dos objetos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«fn_trg_audit_cita() RETURNS TRIGGER» + «CREATE TRIGGER ... EXECUTE FUNCTION». Cero «:NEW» / «:OLD».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Los 3 «UPDATE» dejan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 filas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«audit_cita» y el estudiante explica por qué la tercera no se auditó.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stock negativo (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-7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) evidenciado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del trigger, y el trigger «BEFORE UPDATE» con el mensaje literal de la rúbrica.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«Plan_Backup_VetCare» con las 6 secciones, RPO y RTO justificados contra el horario de la clínica, y la consulta de validación post-restore.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Entrega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Esquema de VetCare completo y poblado: 10 citas, con consultas ya registradas en las citas 2, 5, 7 y 10.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«insumo» fue creada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 propósito sin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«CHECK (stock &gt;= 0)»: el insumo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 (Vacuna triple felina) tiene stock 3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de ahí sale el -7 de la demostración.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Motor: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PostgreSQL dentro de la plataforma del curso. La función, los dos triggers y sus pruebas con bloques «DO» corren de verdad y ahí se califican.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Lo que NO se ejecuta: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«pg_dump», «pg_dumpall», «pg_basebackup» ni «pg_restore» —son programas que escriben archivos y la plataforma del curso corre en el navegador—. La pregunta 5 es un documento: se califica que nombre la herramienta correcta.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Escribir fn_precio_consulta(especie, urgencia) RETURNS NUMERIC en PL/pgSQL y probarla con SELECT sobre las 3 especies.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Crear la tabla audit_cita y el trigger de auditoria en sus dos objetos: fn_trg_audit_cita() RETURNS TRIGGER + CREATE TRIGGER ... EXECUTE FUNCTION.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Crear el trigger de stock no negativo (BEFORE UPDATE), evidenciando primero que sin el el stock llega a -7.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Decidir donde vive cada validacion: CHECK, trigger o aplicacion (pregunta 4).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Redactar Plan_Backup_VetCare con sus 6 secciones (plantilla en este documento): que se respalda y con que, frecuencia, retencion, RPO/RTO, restore de prueba con quien firma, y que NO cubre el plan.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¿La función es «IMMUTABLE» y un canino en urgencia da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60750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¿Creaste los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dos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objetos del trigger? Una función sola no dispara nada.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¿Está el «WHEN (OLD.estado IS DISTINCT FROM NEW.estado)», y «audit_cita» quedó con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2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filas?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291840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438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438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3383280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¿«usuario_bd» y «fecha_evento» se llenan por «DEFAULT», no desde el trigger?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968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4114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114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4059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¿Se ve el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-7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antes de crear el trigger, y el stock volvió a 3 para probarlo?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645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4791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4791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4736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¿El trigger de stock es «BEFORE», y el insumo 2 termina 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stock 1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321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5468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" y="5468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97280" y="5413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¿En la de selección múltiple revisaste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las seis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afirmaciones, preguntándote si la regla mira solo su propia fila y quién la garantiza cuando el SQL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viene de la aplicación?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99846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0080" y="614476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0080" y="614476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7280" y="608990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¿El plan trae RPO y RTO en números, «pg_dumpall» para los roles y la sección 6 de lo 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cubre?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fn_precio_consulta + 2 triggers corriendo en la plataforma del curso + Plan_Backup_VetCare con sus 6 secciones (1 pag.)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Evidencia: el SQL y su salida quedan guardados en cada pregunta de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Conserva copia en tu carpeta del PI (los .sql que pide el entregable).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la plataforma del curso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&gt;=1 funcion + &gt;=1 trigger + borrador plan de respaldo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 el docente asigna taller esta semana, él indica el canal y la fecha.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4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&gt;=1 funcion + &gt;=1 trigger + borrador plan de respaldo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fn_precio_consulta + 2 triggers corriendo en la plataforma del curso + Plan_Backup_VetCare con sus 6 secciones (1 pag.)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