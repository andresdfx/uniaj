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funcion y un procedimiento se parecen tanto en la escritura que conviene separarlos por su papel y no por su sintaxis.</a:t>
            </a:r>
          </a:p>
          <a:p>
            <a:r>
              <a:t>RETURNS declara el tipo del valor devuelto, y dentro del cuerpo tiene que haber al menos un RETURN, porque una funcion de PL/pgSQL que termina sin retornar lanza un error en ejecucion.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aplicacion de Huellitas puede mandar 'Canino', 'canino' o 'CANINO', y comparar el texto tal como llega significa que dos de las tres formas caen al precio de otra especie.</a:t>
            </a:r>
          </a:p>
          <a:p>
            <a:r>
              <a:t>Si la casilla de urgencia llega en nulo, que es lo que hace una interfaz donde el usuario no marco nada, entonces IF p_urgencia THEN no entra —nulo no es verdadero— pero cualquier aritmetica con nulo si contamina: v_base * p_urgencia daria nulo y la factura saldria vacia.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No existe la forma de Oracle con el cuerpo dentro del CREATE TRIGGER, y hay que decirlo tal cual porque es el error que la rubrica penaliza expresamente.</a:t>
            </a:r>
          </a:p>
          <a:p/>
          <a:p>
            <a:r>
              <a:t>Despues la asociacion,;, que dice cuando dispararla y a quien llamar.</a:t>
            </a:r>
          </a:p>
          <a:p>
            <a:r>
              <a:t>EXECUTE PROCEDURE todavia se acepta por compatibilidad, pero esta obsoleto y no conviene ensenarlo.</a:t>
            </a:r>
          </a:p>
          <a:p>
            <a:r>
              <a:t>De ahi salen sus dos caras: si el trigger falla, la sentencia original tambien falla y se deshace, que es exactamente lo que se quiere para un invariante como que el stock nunca quede negativo; y si el trigger es lento, la sentencia original se vuelve lenta, y si bloquea, bloquea al usuario que hizo el UPDATE.</a:t>
            </a:r>
          </a:p>
          <a:p>
            <a:r>
              <a:t>Conviene mencionar tambien las variables especiales que PL/pgSQL pone a disposicion dentro de una funcion de trigger, porque permiten escribir una sola funcion para varios eventos: TG_OP dice si fue INSERT, UPDATE o DELETE, TG_TABLE_NAME dice sobre que tabla, y TG_WHEN y TG_LEVEL dicen si es BEFORE o AFTER y de fila o de sentencia.</a:t>
            </a:r>
          </a:p>
          <a:p>
            <a:r>
              <a:t>Hoy no hacen falta, pero saber que existen evita que el estudiante escriba tres funciones casi identicas.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un trigger de DELETE se retorna OLD, porque NEW no existe en ese evento; simetricamente, en un INSERT no existe OLD.</a:t>
            </a:r>
          </a:p>
          <a:p>
            <a:r>
              <a:t>FOR EACH ROW indica que se ejecuta una vez por fila afectada y da acceso a OLD y NEW.</a:t>
            </a:r>
          </a:p>
          <a:p>
            <a:r>
              <a:t>La regla operativa, que es la que se califica en la pregunta 4, se dice en una frase: el que VALIDA va BEFORE, porque tiene que abortar antes de que el dato quede escrito y porque solo ahi puede corregirlo; el que AUDITA va AFTER, porque registra un hecho ya consumado.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leer la cabecera del trigger del proyecto palabra por palabra, porque cada pieza tiene razon.</a:t>
            </a:r>
          </a:p>
          <a:p>
            <a:r>
              <a:t>AFTER UPDATE OF estado ON cita limita el disparo a los cambios de esa columna y no a cualquier actualizacion de la fila, de modo que corregir el telefono no escribe una fila de auditoria.</a:t>
            </a:r>
          </a:p>
          <a:p>
            <a:r>
              <a:t>FOR EACH ROW da acceso a OLD y NEW.</a:t>
            </a:r>
          </a:p>
          <a:p>
            <a:r>
              <a:t>Sin WHEN, la auditoria se llena de eventos donde no cambio nada y deja de servir para investigar.</a:t>
            </a:r>
          </a:p>
          <a:p>
            <a:r>
              <a:t>Conviene detenerse en esos dos defaults porque tienen matices. current_user devuelve el rol EFECTIVO, es decir el que la Clase 2 cambiaba con SET ROLE, y no necesariamente quien inicio la sesion, que es session_user; para auditar interesa el efectivo.</a:t>
            </a:r>
          </a:p>
          <a:p>
            <a:r>
              <a:t>Y now() devuelve el instante de inicio de la transaccion, no el del reloj, asi que si una transaccion escribe cinco filas de auditoria las cinco llevan la misma marca de tiempo; si eso importa, existe clock_timestamp().</a:t>
            </a:r>
          </a:p>
          <a:p>
            <a:r>
              <a:t>Como referencia de dimensionamiento, si la clinica registra doscientos cambios auditables por dia, la tabla crece del orden de setenta y tres mil filas en doce meses, cifra que obliga a definir retencion en el mismo plan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un CHECK no puede hacer es mirar OTRA fila, OTRA tabla, o el valor ANTERIOR de la fila que se esta cambiando; solo ve los valores finales de la fila que se inserta o actualiza.</a:t>
            </a:r>
          </a:p>
          <a:p>
            <a:r>
              <a:t>Por eso el trigger de stock del taller no es un reemplazo del CHECK sino una demostracion de la capacidad extra: la funcion fn_trg_stock_no_negativo() puede escribir RAISE EXCEPTION 'ERROR: el stock de % no puede quedar negativo (resultado: %)', OLD.nombre, NEW.stock, es decir puede nombrar el insumo tomando el dato de OLD y el resultado de NEW en el mismo mensaje.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La asociacion va BEFORE UPDATE OF stock ON insumo FOR EACH ROW, y el mensaje es parte del entregable, igual que en la Clase 3: es lo que la aplicacion va a mostrar y lo que la prueba va 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4 vale quince puntos, no pide codigo y es la que mejor mide si el estudiante entendio el dia: hay que ubicar cada validacion en su capa y justificar por que ahi.</a:t>
            </a:r>
          </a:p>
          <a:p>
            <a:r>
              <a:t>Conviene dictar las cuatro capas en orden de preferencia, porque el orden es la respuesta.</a:t>
            </a:r>
          </a:p>
          <a:p>
            <a:r>
              <a:t>Las dos pasan la verificacion y las dos insertan.</a:t>
            </a:r>
          </a:p>
          <a:p>
            <a:r>
              <a:t>La respuesta correcta es declarativa ——, es mas rapida, mas clara y a prueba de concurrencia, y el porque completo llega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tres riesgos que conviene exponer con ejemplos y no como advertencia generica.</a:t>
            </a:r>
          </a:p>
          <a:p>
            <a:r>
              <a:t>PostgreSQL no la prohibe, la corta cuando se agota la pila, y eso ocurre en produccion y con datos reales, no durante la prueba.</a:t>
            </a:r>
          </a:p>
          <a:p>
            <a:r>
              <a:t>TRUNCATE no dispara triggers de fila, asi que un TRUNCATE insumo pasa por encima de la validacion de stock sin que se escriba una sola linea de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Y no hay ninguna senal en el SQL, asi que la unica defensa es documentarlo, que es parte del entregable.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y RTO dejan de ser siglas cuando se les pone un numero acordado con el negocio, y la rubrica pide precisamente el numero con su justificacion.</a:t>
            </a:r>
          </a:p>
          <a:p>
            <a:r>
              <a:t>Probar un restore de verdad tiene cuatro pasos y conviene dictarlos como procedimiento.</a:t>
            </a:r>
          </a:p>
          <a:p>
            <a:r>
              <a:t>Cuatro, dejar bitacora con fecha, responsable, resultado y RTO medido; si no hay bitacora, la prueba no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NO se puede ejecutar es pg_dump, pg_dumpall, pg_basebackup ni pg_restore, y la razon hay que decirla con precision en vez de dejarla en «la herramienta no sirve»: son programas de linea de comandos que leen y escriben archivos, y ahi no hay sistema de archivos ni servidor al que conectarse.</a:t>
            </a:r>
          </a:p>
          <a:p>
            <a:r>
              <a:t>Por eso la pregunta 5 es un documento y no una ejecucion: se califica que el plan nombre la herramienta correcta para cada cosa, no que el estudiante la haya corrido.</a:t>
            </a:r>
          </a:p>
          <a:p>
            <a:r>
              <a:t>Esa distincion hay que decirla en clase, porque un estudiante que intente ejecutar pg_dump en la consola de ExamLab va a perder veinte minutos y va a creer que hizo algo mal.</a:t>
            </a:r>
          </a:p>
          <a:p>
            <a:r>
              <a:t>Lo que si se puede ensayar de verdad, y conviene hacerlo, es el restore a escala de aula: borrar el esquema completo y volverlo a levantar pegando el propio guion del estudiante, con cronometro en mano.</a:t>
            </a:r>
          </a:p>
          <a:p>
            <a:r>
              <a:t>Vale un minuto senalarlo para quien se encuentre Oracle en el trabajo, y no vale mas, porque la calificacion ocurre en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En la rubrica del PI, seguridad y respaldo valen 15 de los 100 puntos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La pregunta 4 son 15 puntos y no pide codigo: pide ubicar cada validacion en su capa y justificar por que ahi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Son 25 de los 100 puntos de la clase y se califican seccion por seccion.</a:t>
            </a:r>
          </a:p>
          <a:p>
            <a:r>
              <a:t>- La plantilla en blanco esta en el Taller del 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Funciones · Triggers · Seguridad y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 la clase tiene tres decisiones pequenas, y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central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la forma de Oracle con el cuerpo dentro del CREATE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 audit_cita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tema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asociacion va BEFORE UPDATE OF stock ON insumo FOR EACH ROW.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VetCare,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vetcare -f vetcare_AAAAMMDD.dump,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Huellitas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casi siempre se omite: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PostgreSQL en el navegador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 la clase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ahi funciona todo el codigo del dia: CREATE FUNCTION con IMMUTABLE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tarifas, y por que IMMUTABLE importa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fn_recargo_festivo(p_base DECIMAL, 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DECIMAL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IMMUTABLE               -- mismo resultado para los mismos argumentos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EXTRACT(DOW FROM p_dia) IN (0, 6) THEN   -- 0 domingo, 6 sabado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ROUND(p_base * 1.25,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ROUND(p_base,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IMMUTABLE permite indexar la expresion y cachear el resultado. Una funcion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que lee NOW() o una tabla NO es inmutable: seria STABLE o VOLATILE.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-- 1. la funcion, que devuelve trigger y ve OLD y NEW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auditoria_cita (id_cita, estado_ant, estado_nue, cambiado_en)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(OLD.id_cita, OLD.estado, NEW.estado, NOW());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RETURN NEW;          -- en AFTER el valor se ignora, pero no se omite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-- 2. la asociacion, que dice CUANDO se dispara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AFTER UPDATE OF estado ON 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FOR EACH ROW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WHEN (OLD.estado IS DISTINCT FROM NEW.estado)   -- no auditar no-cambios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AFTER: uno puede impedir, el otro solo registrar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BEFORE puede cambiar NEW o abortar. Es el que IMPIDE.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fn_trg_stock_no_negativo()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NEW.stock &lt; 0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'Stock negativo en el insumo % (%)', NEW.id_insumo, NEW.stock;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-- en BEFORE, devolver NULL cancela la operacion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trg_stock_no_negativo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BEFORE UPDATE OF stock ON 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EACH ROW EXECUTE FUNCTION fn_trg_stock_no_negativo();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CHECK: mira SOLO columnas de su propia fila. Barato y siempre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insumo ADD CONSTRAINT ck_precio_pos CHECK (precio &gt;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PROCEDIMIENTO: necesita consultar otra tabla. Solo aplica si se llama.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IF NOT EXISTS (SELECT 1 FROM mascota WHERE ... AND activa='S')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TRIGGER: necesita otra tabla Y tiene que aplicar aunque nadie llame.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Es la unica capa que no se puede saltar por la puerta de atras.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APLICACION: mensajes al usuario y reglas de pantalla. Nunca la ULTIMA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linea de defensa: un psql abierto la deja en cero.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Funciones · Triggers · Seguridad y 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Funcion y procedimiento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detalles de fn_precio_consulta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