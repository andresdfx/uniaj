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funcion y un procedimiento se parecen tanto en la escritura que conviene separarlos por su papel y no por su sintaxis.</a:t>
            </a:r>
          </a:p>
          <a:p>
            <a:r>
              <a:t>RETURNS declara el tipo del valor devuelto, y dentro del cuerpo tiene que haber al menos un RETURN, porque una funcion de PL/pgSQL que termina sin retornar lanza un error en ejecucion.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aplicacion de la clínica puede mandar 'Canino', 'canino' o 'CANINO', y comparar el texto tal como llega significa que dos de las tres formas caen al precio de otra especie.</a:t>
            </a:r>
          </a:p>
          <a:p>
            <a:r>
              <a:t>Si la casilla de urgencia llega en nulo, que es lo que hace una interfaz donde el usuario no marco nada, entonces IF p_urgencia THEN no entra —nulo no es verdadero— pero cualquier aritmetica con nulo si contamina: v_base * p_urgencia daria nulo y la factura saldria vacia.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Despues la asociacion,;, que dice cuando dispararla y a quien llamar.</a:t>
            </a:r>
          </a:p>
          <a:p>
            <a:r>
              <a:t>No existe la forma de Oracle con el cuerpo dentro del CREATE TRIGGER.</a:t>
            </a:r>
          </a:p>
          <a:p>
            <a:r>
              <a:t>EXECUTE PROCEDURE todavia se acepta por compatibilidad, pero esta obsoleto y no conviene ensenarlo.</a:t>
            </a:r>
          </a:p>
          <a:p>
            <a:r>
              <a:t>De ahi salen sus dos caras: si el trigger falla, la sentencia original tambien falla y se deshace, que es exactamente lo que se quiere para un invariante como que el stock nunca quede negativo; y si el trigger es lento, la sentencia original se vuelve lenta, y si bloquea, bloquea al usuario que hizo el UPDATE.</a:t>
            </a:r>
          </a:p>
          <a:p>
            <a:r>
              <a:t>Conviene mencionar tambien las variables especiales que PL/pgSQL pone a disposicion dentro de una funcion de trigger, porque permiten escribir una sola funcion para varios eventos: TG_OP dice si fue INSERT, UPDATE o DELETE, TG_TABLE_NAME dice sobre que tabla, y TG_WHEN y TG_LEVEL dicen si es BEFORE o AFTER y de fila o de sentencia.</a:t>
            </a:r>
          </a:p>
          <a:p>
            <a:r>
              <a:t>Hoy no hacen falta, pero saber que existen evita que el estudiante escriba tres funciones casi identicas.</a:t>
            </a:r>
          </a:p>
          <a:p>
            <a:r>
              <a:t>Fuera de la lamina (habla de la practica):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un trigger de DELETE se retorna OLD, porque NEW no existe en ese evento; simetricamente, en un INSERT no existe OLD.</a:t>
            </a:r>
          </a:p>
          <a:p>
            <a:r>
              <a:t>FOR EACH ROW indica que se ejecuta una vez por fila afectada y da acceso a OLD y NEW.</a:t>
            </a:r>
          </a:p>
          <a:p>
            <a:r>
              <a:t>La regla operativa.</a:t>
            </a:r>
          </a:p>
          <a:p>
            <a:r>
              <a:t>Fuera de la lamina (habla de la practica): La regla operativa, que es la que se califica en la pregunta 4, se dice en una frase: el que VALIDA va BEFORE, porque tiene que abortar antes de que el dato quede escrito y porque solo ahi puede corregirlo; el que AUDITA va AFTER, porque registra un hecho ya consumado.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leer la cabecera del trigger del proyecto palabra por palabra, porque cada pieza tiene razon.</a:t>
            </a:r>
          </a:p>
          <a:p>
            <a:r>
              <a:t>AFTER UPDATE OF estado ON cita limita el disparo a los cambios de esa columna y no a cualquier actualizacion de la fila, de modo que corregir el telefono no escribe una fila de auditoria.</a:t>
            </a:r>
          </a:p>
          <a:p>
            <a:r>
              <a:t>FOR EACH ROW da acceso a OLD y NEW.</a:t>
            </a:r>
          </a:p>
          <a:p>
            <a:r>
              <a:t>Sin WHEN, la auditoria se llena de eventos donde no cambio nada y deja de servir para investigar.</a:t>
            </a:r>
          </a:p>
          <a:p>
            <a:r>
              <a:t>Conviene detenerse en esos dos defaults porque tienen matices. current_user devuelve el rol EFECTIVO, es decir el que la Clase 2 cambiaba con SET ROLE, y no necesariamente quien inicio la sesion, que es session_user; para auditar interesa el efectivo.</a:t>
            </a:r>
          </a:p>
          <a:p>
            <a:r>
              <a:t>Y now() devuelve el instante de inicio de la transaccion, no el del reloj, asi que si una transaccion escribe cinco filas de auditoria las cinco llevan la misma marca de tiempo; si eso importa, existe clock_timestamp().</a:t>
            </a:r>
          </a:p>
          <a:p>
            <a:r>
              <a:t>Como referencia de dimensionamiento, si la clinica registra doscientos cambios auditables por dia, la tabla crece del orden de setenta y tres mil filas en doce meses, cifra que obliga a definir retencion en el mismo plan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CHECK no puede hacer es mirar OTRA fila, OTRA tabla, o el valor ANTERIOR de la fila que se esta cambiando; solo ve los valores finales de la fila que se inserta o actualiza.</a:t>
            </a:r>
          </a:p>
          <a:p>
            <a:r>
              <a:t>Por eso el trigger de stock de la clase no es un reemplazo del CHECK sino una demostracion de la capacidad extra: la funcion fn_trg_stock_no_negativo() puede escribir RAISE EXCEPTION 'ERROR: el stock de % no puede quedar negativo (resultado: %)', OLD.nombre, NEW.stock, es decir puede nombrar el insumo tomando el dato de OLD y el resultado de NEW en el mismo mensaje.</a:t>
            </a:r>
          </a:p>
          <a:p>
            <a:r>
              <a:t>La asociacion va BEFORE</a:t>
            </a:r>
          </a:p>
          <a:p>
            <a:r>
              <a:t>Fuera de la lamina (habla de la practica): La asociacion va BEFORE UPDATE OF stock ON insumo FOR EACH ROW, y el mensaje es parte del entregable, igual que en la Clase 3: es lo que la aplicacion va a mostrar y lo que la prueba va a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 las cuatro capas en orden de preferencia, porque el orden es la respuesta.</a:t>
            </a:r>
          </a:p>
          <a:p>
            <a:r>
              <a:t>Las dos pasan la verificacion y las dos insertan.</a:t>
            </a:r>
          </a:p>
          <a:p>
            <a:r>
              <a:t>La respuesta correcta es declarativa ——, es mas rapida, mas clara y a prueba de concurrencia, y el porque completo llega en la Clase 10.</a:t>
            </a:r>
          </a:p>
          <a:p>
            <a:r>
              <a:t>Fuera de la lamina (habla de la practica): La pregunta 4 vale quince puntos, no pide codigo y es la que mejor mide si el estudiante entendio el dia: hay que ubicar cada validacion en su capa y justificar por que ahi.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tres riesgos que conviene exponer con ejemplos y no como advertencia generica.</a:t>
            </a:r>
          </a:p>
          <a:p>
            <a:r>
              <a:t>PostgreSQL no la prohibe, la corta cuando se agota la pila, y eso ocurre en produccion y con datos reales, no durante la prueba.</a:t>
            </a:r>
          </a:p>
          <a:p>
            <a:r>
              <a:t>TRUNCATE no dispara triggers de fila, asi que un TRUNCATE insumo pasa por encima de la validacion de stock sin que se escriba una sola linea de auditoria.</a:t>
            </a:r>
          </a:p>
          <a:p>
            <a:r>
              <a:t>Fuera de la lamina (habla de la practica): Y no hay ninguna senal en el SQL, asi que la unica defensa es documentarlo, que es parte del entregable.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y RTO dejan de ser siglas cuando se les pone un numero acordado con el negocio.</a:t>
            </a:r>
          </a:p>
          <a:p>
            <a:r>
              <a:t>Probar un restore de verdad tiene cuatro pasos y conviene dictarlos como procedimiento.</a:t>
            </a:r>
          </a:p>
          <a:p>
            <a:r>
              <a:t>Cuatro, dejar bitacora con fecha, responsable, resultado y RTO medido; si no hay bitacora, la prueba no existe.</a:t>
            </a:r>
          </a:p>
          <a:p>
            <a:r>
              <a:t>Fuera de la lamina (habla de la practica): RPO y RTO dejan de ser siglas cuando se les pone un numero acordado con el negocio, y la rubrica pide precisamente el numero con su justificacion.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NO se puede ejecutar es pg_dump, pg_dumpall, pg_basebackup ni pg_restore, y la razon hay que decirla con precision en vez de dejarla en «la herramienta no sirve»: son programas de linea de comandos que leen y escriben archivos, y ahi no hay sistema de archivos ni servidor al que conectarse.</a:t>
            </a:r>
          </a:p>
          <a:p>
            <a:r>
              <a:t>Esa distincion hay que decirla en clase, porque un estudiante que intente ejecutar pg_dump va a perder veinte minutos y va a creer que hizo algo mal.</a:t>
            </a:r>
          </a:p>
          <a:p>
            <a:r>
              <a:t>Lo que si se puede ensayar de verdad, y conviene hacerlo, es el restore a escala de aula: borrar el esquema completo y volverlo a levantar pegando el propio guion del estudiante, con cronometro en mano.</a:t>
            </a:r>
          </a:p>
          <a:p>
            <a:r>
              <a:t>Vale un minuto senalarlo para quien se encuentre Oracle en el trabajo, y no vale mas, porque la calificacion ocurre en PostgreSQL.</a:t>
            </a:r>
          </a:p>
          <a:p>
            <a:r>
              <a:t>Fuera de la lamina (habla de la practica): Por eso la pregunta 5 es un documento y no una ejecucion: se califica que el plan nombre la herramienta correcta para cada cosa, no que el estudiante la haya corrido.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En la rubrica del proyecto, seguridad y respaldo valen 15 de los 100 puntos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3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Relationship Id="rId3" Type="http://schemas.openxmlformats.org/officeDocument/2006/relationships/notesSlide" Target="../notesSlides/notesSlide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gif"/><Relationship Id="rId3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Relationship Id="rId3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gif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proyecto de la clínica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Funciones · Triggers · Seguridad y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 y procedimiento · Los tres detalles de fn_precio_consulta · El trigger · BEFORE o AFTER, y que significa el valor que se retorna.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ncion-o-procedimient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ncion-o-procedimiento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ncion-o-procedimiento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ncion-o-procedimient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n-precio-consulta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funcion de la clase tiene tres decisiones pequenas, y ninguna es evidente.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n-precio-consulta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n-precio-consulta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dos-objeto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aqui esta la pieza de sintaxis central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dos-objetos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dos-objetos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orden de creacion es fijo: primero la funcion RETURNS TRIGGER y despues el CREATE TRIGGER que la asocia a la tabla.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Mientras el trigger exista, la funcion no se puede borrar con un DROP FUNCTION simple: hace falta CASCADE, que elimina tambien el trigger.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fore-aft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fore-after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fore-after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toria-wh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toria-when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toria-when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columnas de audit_cita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que-impid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del tema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que-impide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gger-que-impide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OF stock ON insumo FOR EACH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capa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capas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capas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ndo-no-trigg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ndo-no-trigger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ndo-no-trigger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convencion que conviene fijar para la clínica,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triggers, no cinco, y esa cifra es deliberada.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guridad-respal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clinica -f clinica_AAAAMMDD.dump, donde -Fc pide el formato comprimido propio, que es el que permite restaurar selectivamente con pg_restore.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ver-room-data-ba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167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panumas nikhomkhai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Aqui hay un hueco que casi nadie ve: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guridad-respaldo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guridad-respaldo-mit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la clínica las dos se cruzan en un punto: un rol con DELETE de mas puede borrar la agenda, y solo un respaldo probado la recupera.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Sin privilegio minimo el respaldo se usa mas; sin respaldo, un error de privilegios es irreversible.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po-rt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Animación: se reproduce sola en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la clínica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ck-deadline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2891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Enikő Tóth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po-rto-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4111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hay una sexta seccion que casi siempre se omite: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PostgreSQL en el navegador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 la clase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ahi funciona todo el codigo del dia: CREATE FUNCTION con IMMUTABLE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zzle-pieces-conn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Diva Plavalaguna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zzle-pieces-conn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Diva Plavalaguna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zzle-pieces-conn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Diva Plavalaguna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proyecto esto es la seccion de seguridad y respaldo: roles, matriz, auditoria y plan de restauracion se presentan como una sola pieza.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en la Clase 12 la cuenta de servicio de la aplicacion es un rol mas de esta matriz, con EXECUTE sobre los procedimientos y sin acceso directo a las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asking-question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Max Fischer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asking-question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Max Fischer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1393" y="1216152"/>
            <a:ext cx="5413101" cy="5138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asking-question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53" y="1353312"/>
            <a:ext cx="5138781" cy="3427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8553" y="5943600"/>
            <a:ext cx="51387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Max Fischer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5589873" cy="5093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tres errores mas comunes: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regla tiene una capa natural: la que la garantiza aunque el SQL no venga de la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de respaldo dice cuanto se pierde, en cuanto se vuelve y como se comprueba que el restore sirvio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clinica -f clinica_AAAAMMDD.dump»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la clínica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UPDATE de estado dejan solo dos filas en audit_cita, porque el WHEN ignora el que no cambio el valor; y el trigger de stock rechaza el negativo.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Funciones · Triggers · Seguridad y respaldo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Funcion y procedimiento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detalles de fn_precio_consulta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