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funcion y un procedimiento se parecen tanto en la escritura que conviene separarlos por su papel y no por su sintaxis.</a:t>
            </a:r>
          </a:p>
          <a:p>
            <a:r>
              <a:t>RETURNS declara el tipo del valor devuelto, y dentro del cuerpo tiene que haber al menos un RETURN, porque una funcion de PL/pgSQL que termina sin retornar lanza un error en ejecucion.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aplicacion de Huellitas puede mandar 'Canino', 'canino' o 'CANINO', y comparar el texto tal como llega significa que dos de las tres formas caen al precio de otra especie.</a:t>
            </a:r>
          </a:p>
          <a:p>
            <a:r>
              <a:t>Si la casilla de urgencia llega en nulo, que es lo que hace una interfaz donde el usuario no marco nada, entonces IF p_urgencia THEN no entra —nulo no es verdadero— pero cualquier aritmetica con nulo si contamina: v_base * p_urgencia daria nulo y la factura saldria vacia.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Despues la asociacion,;, que dice cuando dispararla y a quien llamar.</a:t>
            </a:r>
          </a:p>
          <a:p>
            <a:r>
              <a:t>EXECUTE PROCEDURE todavia se acepta por compatibilidad, pero esta obsoleto y no conviene ensenarlo.</a:t>
            </a:r>
          </a:p>
          <a:p>
            <a:r>
              <a:t>De ahi salen sus dos caras: si el trigger falla, la sentencia original tambien falla y se deshace, que es exactamente lo que se quiere para un invariante como que el stock nunca quede negativo; y si el trigger es lento, la sentencia original se vuelve lenta, y si bloquea, bloquea al usuario que hizo el UPDATE.</a:t>
            </a:r>
          </a:p>
          <a:p>
            <a:r>
              <a:t>Conviene mencionar tambien las variables especiales que PL/pgSQL pone a disposicion dentro de una funcion de trigger, porque permiten escribir una sola funcion para varios eventos: TG_OP dice si fue INSERT, UPDATE o DELETE, TG_TABLE_NAME dice sobre que tabla, y TG_WHEN y TG_LEVEL dicen si es BEFORE o AFTER y de fila o de sentencia.</a:t>
            </a:r>
          </a:p>
          <a:p>
            <a:r>
              <a:t>Hoy no hacen falta, pero saber que existen evita que el estudiante escriba tres funciones casi identicas.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un trigger de DELETE se retorna OLD, porque NEW no existe en ese evento; simetricamente, en un INSERT no existe OLD.</a:t>
            </a:r>
          </a:p>
          <a:p>
            <a:r>
              <a:t>FOR EACH ROW indica que se ejecuta una vez por fila afectada y da acceso a OLD y NEW.</a:t>
            </a:r>
          </a:p>
          <a:p>
            <a:r>
              <a:t>La regla operativa, que es la que se califica en la pregunta 4, se dice en una frase: el que VALIDA va BEFORE, porque tiene que abortar antes de que el dato quede escrito y porque solo ahi puede corregirlo; el que AUDITA va AFTER, porque registra un hecho ya consumado.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leer la cabecera del trigger del proyecto palabra por palabra, porque cada pieza tiene razon.</a:t>
            </a:r>
          </a:p>
          <a:p>
            <a:r>
              <a:t>AFTER UPDATE OF estado ON cita limita el disparo a los cambios de esa columna y no a cualquier actualizacion de la fila, de modo que corregir el telefono no escribe una fila de auditoria.</a:t>
            </a:r>
          </a:p>
          <a:p>
            <a:r>
              <a:t>FOR EACH ROW da acceso a OLD y NEW.</a:t>
            </a:r>
          </a:p>
          <a:p>
            <a:r>
              <a:t>Sin WHEN, la auditoria se llena de eventos donde no cambio nada y deja de servir para investigar.</a:t>
            </a:r>
          </a:p>
          <a:p>
            <a:r>
              <a:t>Conviene detenerse en esos dos defaults porque tienen matices. current_user devuelve el rol EFECTIVO, es decir el que la Clase 2 cambiaba con SET ROLE, y no necesariamente quien inicio la sesion, que es session_user; para auditar interesa el efectivo.</a:t>
            </a:r>
          </a:p>
          <a:p>
            <a:r>
              <a:t>Y now() devuelve el instante de inicio de la transaccion, no el del reloj, asi que si una transaccion escribe cinco filas de auditoria las cinco llevan la misma marca de tiempo; si eso importa, existe clock_timestamp().</a:t>
            </a:r>
          </a:p>
          <a:p>
            <a:r>
              <a:t>Como referencia de dimensionamiento, si la clinica registra doscientos cambios auditables por dia, la tabla crece del orden de setenta y tres mil filas en doce meses, cifra que obliga a definir retencion en el mismo plan de respaldo.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un CHECK no puede hacer es mirar OTRA fila, OTRA tabla, o el valor ANTERIOR de la fila que se esta cambiando; solo ve los valores finales de la fila que se inserta o actualiza.</a:t>
            </a:r>
          </a:p>
          <a:p>
            <a:r>
              <a:t>Por eso el trigger de stock del taller no es un reemplazo del CHECK sino una demostracion de la capacidad extra: la funcion fn_trg_stock_no_negativo() puede escribir RAISE EXCEPTION 'ERROR: el stock de % no puede quedar negativo (resultado: %)', OLD.nombre, NEW.stock, es decir puede nombrar el insumo tomando el dato de OLD y el resultado de NEW en el mismo mensaje.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4 vale quince puntos, no pide codigo y es la que mejor mide si el estudiante entendio el dia: hay que ubicar cada validacion en su capa y justificar por que ahi.</a:t>
            </a:r>
          </a:p>
          <a:p>
            <a:r>
              <a:t>Conviene dictar las cuatro capas en orden de preferencia, porque el orden es la respuesta.</a:t>
            </a:r>
          </a:p>
          <a:p>
            <a:r>
              <a:t>Las dos pasan la verificacion y las dos insertan.</a:t>
            </a:r>
          </a:p>
          <a:p>
            <a:r>
              <a:t>La respuesta correcta es declarativa ——, es mas rapida, mas clara y a prueba de concurrencia, y el porque completo llega en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tres riesgos que conviene exponer con ejemplos y no como advertencia generica.</a:t>
            </a:r>
          </a:p>
          <a:p>
            <a:r>
              <a:t>PostgreSQL no la prohibe, la corta cuando se agota la pila, y eso ocurre en produccion y con datos reales, no durante la prueba.</a:t>
            </a:r>
          </a:p>
          <a:p>
            <a:r>
              <a:t>TRUNCATE no dispara triggers de fila, asi que un TRUNCATE insumo pasa por encima de la validacion de stock sin que se escriba una sola linea de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RPO y RTO dejan de ser siglas cuando se les pone un numero acordado con el negocio, y la rubrica pide precisamente el numero con su justificacion.</a:t>
            </a:r>
          </a:p>
          <a:p>
            <a:r>
              <a:t>Probar un restore de verdad tiene cuatro pasos y conviene dictarlos como procedimiento.</a:t>
            </a:r>
          </a:p>
          <a:p>
            <a:r>
              <a:t>Cuatro, dejar bitacora con fecha, responsable, resultado y RTO medido; si no hay bitacora, la prueba no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NO se puede ejecutar es pg_dump, pg_dumpall, pg_basebackup ni pg_restore, y la razon hay que decirla con precision en vez de dejarla en «la herramienta no sirve»: son programas de linea de comandos que leen y escriben archivos, y ahi no hay sistema de archivos ni servidor al que conectarse.</a:t>
            </a:r>
          </a:p>
          <a:p>
            <a:r>
              <a:t>Por eso la pregunta 5 es un documento y no una ejecucion: se califica que el plan nombre la herramienta correcta para cada cosa, no que el estudiante la haya corrido.</a:t>
            </a:r>
          </a:p>
          <a:p>
            <a:r>
              <a:t>Esa distincion hay que decirla en clase, porque un estudiante que intente ejecutar pg_dump en la consola de ExamLab va a perder veinte minutos y va a creer que hizo algo mal.</a:t>
            </a:r>
          </a:p>
          <a:p>
            <a:r>
              <a:t>Lo que si se puede ensayar de verdad, y conviene hacerlo, es el restore a escala de aula: borrar el esquema completo y volverlo a levantar pegando el propio guion del estudiante, con cronometro en mano.</a:t>
            </a:r>
          </a:p>
          <a:p>
            <a:r>
              <a:t>Vale un minuto senalarlo para quien se encuentre Oracle en el trabajo, y no vale mas, porque la calificacion ocurre en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Funciones · Triggers · Seguridad y respaldo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CALL; una funcion se invoca para que DEVUELVA un valor, y ese valor se usa dentro de una expresion SQL, como en AS tarifa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es el mismo de la Clase 3 con una linea mas: RETURNS NUMERIC LANGUAGE plpgsql IMMUTABLE AS $fn$... $fn$;.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de RETURN NUMBER IS: eso es Oracle y aqui no compila.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que hay que desempacar es IMMUTABLE, porque es una de las tres categorias de volatilidad que PostgreSQL define y el estudiante no las conoce.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IMMUTABLE promete que con los mismos argumentos la funcion devuelve siempre lo mismo y que no lee ni escribe la base; el motor puede entonces evaluarla una sola vez y reutilizar el resultado, e incluso resolverla al planificar.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STABLE promete que el resultado no cambia DENTRO de una misma sentencia, y es lo que corresponde a una funcion que consulta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VOLATILE es el valor por omision y significa que puede devolver cualquier cosa cada vez. fn_precio_consulta es IMMUTABLE porque solo depende de sus dos parametros.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contraejemplo util es fn_edad_mascota calculando la edad con now() por dentro: no es inmutable, porque manana devuelve otro numero para la misma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no puede sostener un indice sobre expresion de los que se veran en la Clase 7; la correccion es de una linea, pasar la fecha de referencia como parametro.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advertir que declarar IMMUTABLE una funcion que si lee tablas no produce un error, produce algo peor: resultados obsoletos que el motor considera correctos.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segundo efecto que hay que dimensionar con numeros porque conecta con la Clase 6: una funcion invocada dentro de un SELECT se ejecuta una vez por fila evaluada.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fn_saldo_factura(p_id_factura) hace un SUM sobre detalle_factura y la consulta recorre diez mil facturas, el motor ejecuta diez mil consultas internas; el resultado es correcto y el tiempo es inaceptable.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alternativa es una consulta con GROUP BY, y esa comparacion es material directo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m.nombre, fn_precio_consulta(m.especie, FALSE)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mascota 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m.activa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fn_precio_consulta(p_especie TEXT, p_urgencia BOOLEAN)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que valen puntos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funcion del taller tiene tres decisiones pequenas que la rubrica mira, y conviene dictarlas porque ninguna es evidente.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UPPER sobre la especie.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CASE UPPER(p_especie) WHEN 'CANINO' THEN 45000 WHEN 'FELINO' THEN 40000 ELSE 35000 END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ELSE no es pereza: es la definicion de negocio de que cualquier otra especie tarifa 35000, de modo que la funcion nunca devuelve nulo por una especie que nadie previo.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COALESCE sobre la urgencia.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IF COALESCE(p_urgencia, FALSE) THEN, que traduce ausencia de dato a no urgente.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que valen puntos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 en voz alta el criterio general, porque reaparece todo el semestre: en SQL, nulo no significa falso, significa desconocido, y toda comparacion con nulo devuelve nulo.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el recargo como multiplicacion y no como suma escrita a mano: v_base:= v_base * 1.35 en lugar de sumar un valor calculado aparte.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45000 el resultado es 60750 exactos, y conviene proyectar ese numero porque es el que el estudiante va a comparar contra su propia salida.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tipo de retorno es NUMERIC y no FLOAT por la razon de la Clase 1: el dinero no se representa en binario.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trigger se distingue de todo lo anterior en que nadie lo llama: se declara una vez y el motor lo ejecuta cuando ocurre el evento declarado, un INSERT, un UPDATE o un DELETE sobre una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la pieza de sintaxis que decide la mitad de los puntos del dia: en PostgreSQL un trigger son SIEMPRE dos objetos separados,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la funcion, RETURNS TRIGGER LANGUAGE plpgsql AS $fn$... $fn$;, que no recibe parametros declarados y cuyo tipo de retorno es literalmente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la forma de Oracle con el cuerpo dentro del CREATE TRIGGER, y hay que decirlo tal cual porque es el error que la rubrica penaliza expresamente.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notas de sintaxis que ahorran tiempo: dentro de la funcion las filas se leen como NEW y OLD SIN los dos puntos —NEW.estado, no:NEW.estado, que aqui es un error de sintaxis—, y en la asociacion se escribe EXECUTE FUNCTION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detalle que cambia todo el analisis, y que rara vez se dice, es que el trigger corre dentro de la misma transaccion de la sentencia que lo activo.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TRIGGER trg_audit_cita AFTER UPDATE OF estado ON cita FOR EACH ROW EXECUTE FUNCTION fn_trg_audit_cita()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BEFORE y AFTER no son estilos alternativos, tienen capacidades distintas, y en PostgreSQL la diferencia se expresa a traves del valor de retorno de la funcion, que es la parte que el estudiante no adivina.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trigger BEFORE de fila, la fila aun no esta escrita y lo que la funcion retorna es lo que se va a guardar: si retorna NEW, se guarda tal cual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retorna una version modificada de NEW, por ejemplo tras hacer NEW.estado:= UPPER(NEW.estado), se guarda la version modificada; y si retorna NULL, la operacion se cancela en silencio, sin error y sin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ultimo caso hay que nombrarlo como trampa: cancelar retornando NULL parece elegante y deja a la aplicacion creyendo que guardo, asi que para RECHAZAR se usa RAISE EXCEPTION y no un RETURN NULL.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trigger AFTER de fila la fila ya esta escrita y el valor de retorno se ignora; se escribe RETURN NEW por convencion.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esa clausula el trigger es de sentencia, corre una sola vez y no tiene OLD ni NEW.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hace palpable la diferencia: un UPDATE que toca quinientas citas ejecuta un trigger de fila quinientas veces y uno de sentencia una sola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AFTER en el trigger de stock es el error mas comun del dia, y conviene explicar por que es un error y no solo un descuento: un AFTER que lanza excepcion tambien deshace la transaccion, asi que el dato malo no queda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el motor ya hizo el trabajo de escribirlo y, sobre todo, con AFTER no se puede corregir el valor, solo abortar.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clase de matiz que separa saber la regla de entenderla.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auditoria es el uso donde los triggers brillan, porque es el unico mecanismo que no se puede evitar olvidandose de llamarlo.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WHEN (OLD.estado IS DISTINCT FROM NEW.estado) es la pieza que decide el resultado de la prueba: hace que tres UPDATE dejen DOS filas de auditoria y no tres, porque el tercero asigna a la cita el estado que ya tenia.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explicar tambien por que se escribe IS DISTINCT FROM y no el operador de desigualdad: si uno de los dos lados es nulo, la desigualdad devuelve nulo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WHEN que evalua a nulo NO dispara; una cita que pasa de estado nulo a 'PROGRAMADA' se quedaria sin auditar.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IS DISTINCT FROM trata el nulo como un valor mas y devuelve verdadero o falso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el diseno de la tabla de auditoria hay un criterio exigible: una fila debe responder quien, cuando, que, y de que a 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Registrar solo que la cita cambio no sirve para investigar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columnas del taller son id_cita, accion con el texto 'CAMBIO_ESTADO', valor_anterior y valor_nuevo tomados de OLD.estado y NEW.estado, y dos que se llenan solas con DEFAULT: usuario_bd con current_user y fecha_evento con now().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columnas se pasa desde el trigger: se dejan al DEFAULT, porque un dato de auditoria que el codigo puede escribir es un dato que el codigo puede falsear.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ultimo, el identificador va SERIAL y no calculado con el maximo mas uno: dos sesiones simultaneas leen el mismo maximo y una pierde, y el porque completo se estudia en la Clase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del taller es el trigger que rechaza, y la demostracion se monta sobre un hueco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esquema de la Clase 1 trae CHECK (stock &gt;= 0) sobre insumo, asi que la primera reaccion sensata del grupo es que el trigger no hace falta.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demo retira la restriccion a proposito con ALTER TABLE insumo DROP CONSTRAINT, ejecuta UPDATE insumo SET stock = stock - 10 WHERE id_insumo = 2 sobre un insumo que tiene tres unidades, y muestra el stock en menos siete.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numero es el argumento entero de la clase: sin defensa, la base guarda un imposible fisico.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al comparar los dos mecanismos, porque decir que el trigger es mejor seria falso.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 es mas barato, no se puede olvidar, lo aplica el motor sin una linea de codigo y se documenta solo al leer el DDL: si la regla cabe en un CHECK, no se hace trigger.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 solo puede fallar; no puede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asociacion va BEFORE UPDATE OF stock ON insumo FOR EACH ROW, y el mensaje es parte del entregable, igual que en la Clase 3: es lo que la aplicacion va a mostrar y lo que la prueba va a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tambien tiene dos mitades y las dos importan: el descuento invalido rechazado, y el descuento legitimo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bloqueo la operacion, se bloqueo el resultado invalido, y sin la segunda mitad nadie puede saber que el trigger no rompio nada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lo declarativo de una fila: NOT NULL, CHECK y DEFAULT resuelven todo lo que se puede decidir mirando los valores finales de una sola fila —stock no negativo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Precio positivo, estado dentro de una lista—, y son lo mas barato y lo mas dificil de saltarse.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 lo declarativo entre filas y entre tablas: UNIQUE y las claves foraneas.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un ejemplo que hay que dar porque es el que el estudiante resuelve mal: la regla de que un veterinario no puede tener dos citas en la misma franja es UNIQUE (id_veterinario, fecha_hora) y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 el trigger, cuando la regla necesita comparar OLD con NEW, mirar otra tabla o escribir en una segunda tabla; la auditoria entra aqui por definicion, porque escribir en audit_cita no cabe en ninguna restriccion.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 la aplicacion, y solo para lo que la base no puede saber: el formato del correo, el permiso de la pantalla, el idioma del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decidir si algo pertenece a la aplicacion se dice en una frase y conviene escribirla en el tablero: una validacion que solo vive en la app se salta conectandose por otra via, como hizo la Clase 2 con SET ROLE.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Merece un parrafo la trampa que el estudiante intentara, porque la respuesta correcta es contraintuitiva y depende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idea de todo el mundo para impedir la doble reserva es un trigger que haga SELECT COUNT(*) FROM cita WHERE id_veterinario = NEW.id_veterinario AND fecha_hora = NEW.fecha_hora.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ese trigger simplemente no funciona, porque un trigger de fila no puede consultar la tabla en mutacion.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SI corre, y ahi esta el peligro: parece funcionar en la demo y no protege de nada cuando hay concurrencia, porque cada transaccion ve su propia foto de la tabla y ninguna ve la cita que la otra acaba de insertar sin confirmar.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 esto hoy es lo que evita que en la Clase 10 el estudiante defienda un trigger que ya escribio.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 ADD CONSTRAINT uq_vet_franja UNIQUE (id_veterinario, fecha_hora)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lo anterior se deduce cuando no usar un trigger, y esta es probablemente la parte mas util de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una restriccion declarativa resuelve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la regla pertenece al flujo de la aplicacion y debe admitir excepciones, como un descuento autorizado por el administrador: un trigger no distingue casos autorizados y termina obligando a trucos para desactivarlo.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el efecto es pesado o depende de algo externo, como enviar un correo o llamar un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eso corre dentro de la transaccion, alarga los bloqueos y convierte una demora ajena en demora de la base de datos, tema que se retoma en las Clases 8 y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se usa cuando la logica tiene varios pasos y decisiones, porque para eso existe el procedimiento de la Clase 3, que se invoca a proposito y se puede probar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la invisibilidad: quien lee la aplicacion ve un UPDATE cita SET estado = 'CANCELADA' y no ve que ademas se escribio en audit_cita; el comportamiento del sistema deja de estar en el codigo que se lee.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hay ninguna senal en el SQL, asi que la unica defensa es documentarlo, que es parte del entregable.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el encadenamiento: si el trigger de cita inserta en audit_cita y audit_cita tiene su propio trigger, se forma una cadena, y si alguno acaba modificando la tabla que lo activo hay recursion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es un limite que hay que nombrar porque es exactamente lo que la seccion 6 del plan de respaldo pide: hay operaciones que un trigger de fila no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que conviene fijar para VetCare, como criterio y no como norma del motor, es a lo sumo uno o dos triggers por tabla y solo para dos usos: auditoria de cambios sensibles e invariantes que no se puedan declarar.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pide dos triggers, no cinco, y esa cifra es deliberada.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y respaldo van en la misma sesion porque responden a preguntas complementarias: la seguridad intenta que nada malo pase, el respaldo asume que igual pasara.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familias de copia que se confunden todo 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logico exporta objetos y datos, como sentencias o en un formato propio del motor; en PostgreSQL la herramienta es pg_dump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comando concreto que el plan tiene que nombrar es pg_dump -Fc -d vetcare -f vetcare_AAAAMMDD.dump, donde -Fc pide el formato comprimido propio, que es el que permite restaurar selectivamente con pg_restore.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portable entre versiones y maquinas, permite restaurar una sola tabla y se puede inspeccionar; en cambio es lento de restaurar en volumenes grandes y no captura un instante exacto de la base entera.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un hueco que casi nadie ve y que la rubrica busca: pg_dump respalda UNA base de datos y NO respalda los roles, porque los roles son objetos del cluster y no de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roles de la Clase 2 se van con pg_dumpall --globals-only.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ese comando falta en el plan, se restaura la base y ningun rol tiene permisos: el sistema esta ahi y nadie puede entrar.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asi, porque es el tipo de detalle por el que un plan de respaldo real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fisico copia los archivos del motor y los registros de transaccion, con pg_basebackup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lo que se usa en produccion porque permite recuperar a un punto exacto en el tiempo aplicando el registro de escritura anticipada, el WAL; exige acceso al sistema de archivos y, en general, la misma version y plataforma.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esa base se ordenan las estrategias con numeros: un dump diario deja una perdida potencial de veinticuatro horas, y agregar archivado de WAL la baja al orden de minutos; son ejemplos, no valores obligatorios.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para este curso hay que decirla sin rodeos y esta en la seccion siguiente: nada de esto se puede EJECUTAR en la plataforma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RPO es cuanta informacion se acepta perder, medida en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Huellitas atiende del orden de cuarenta citas por dia en un horario de lunes a sabado de 7:00 a 19:00, perder cuatro horas de datos son entre quince y veinte citas con sus consultas clinicas y sus facturas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decide si eso es tolerable es el dueno de la clinica, no el administrador de la base; esa asignacion de responsabilidad es regla, no matiz.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RTO es cuanto tiempo puede estar caida la base antes de restaurar: si el sistema se cae un sabado a las diez de la manana con la sala llena, un RTO de ocho horas equivale a cerrar el dia y devolver pacientes.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ventana del respaldo se justifica con el mismo horario: un dump a las 20:30 se defiende porque la facturacion cierra a las 20:00, mientras que «diario» a secas no se defiende.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Uno, restaurar en un entorno distinto del original, nunca encima del que funciona, porque una prueba que destruye el dato bueno es un incidente y no una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cronometrar desde que se decide restaurar hasta que una consulta de la aplicacion devuelve datos correctos, porque ese intervalo, y no el tiempo de copiar un archivo, es el RTO medido.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Tres, verificar con comprobaciones de negocio, y esto es lo que convierte «restaure» en «restaure bien»: los conteos de cita, consulta y factura, y el maximo de fecha_hora en cita, comparados contra los valores del origen al momento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sexta seccion que el estudiante siempre omite y que vale puntos: que NO cubre el plan, y cual es el riesgo residual que se asume.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dump diario no protege del borrado por error que se descubre tres dias despues si la retencion es de dos copias; un respaldo logico no protege de la corrupcion del propio archivo si nunca se restaura.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el limite es lo que separa un plan de una lista de comandos, y es lo que un evaluador pregunta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la plataforma del curso si puede demostrar, y lo que se documenta en papel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aqui porque es la parte del taller que se puede entregar mal por una expectativa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se resuelve y se califica en la plataforma del curso, que ejecuta PostgreSQL dentro del navegador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funciona todo el codigo del dia: CREATE FUNCTION con IMMUTABLE, las dos partes del trigger, RAISE EXCEPTION y RAISE NOTICE, los bloques DO de la Clase 3, current_user, now() e IS DISTINCT FROM.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evidencia de las cuatro primeras preguntas es la salida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salga, por ejemplo tres minutos, es un RTO honesto y medido, y la consulta de validacion posterior es exactamente la que el plan tiene que traer escrita.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sigue en el kit solo como contraste: alla las herramientas se llaman Data Pump y RMAN, y el trigger se escribe con el cuerpo adentro y con:NEW y:OLD.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cierra el Corte 1 y conviene decir como.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el CHECK de stock que hoy se retira a proposito para mostrar el hueco, y la restriccion de unicidad que hoy se defiende como la respuesta correcta a la doble reserva.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roles, y hoy reaparecen en dos puntos: current_user es lo que la columna de auditoria guarda, y pg_dumpall --globals-only es lo que los respalda.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el procedimiento y la bateria de bloques DO, que es la tecnica con la que hoy se prueban los dos triggers.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adelante, el Parcial 1 de la Clase 5 evalua justamente procedimientos, seguridad y este contenido; la Clase 8 retoma la transaccion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marco dentro del cual corre todo trigger; la Clase 10 explica por que el trigger de conteo no protege de la doble reserva; y la Clase 12 conecta la aplicacion, que es cuando la invisibilidad del trigger deja de ser un concepto.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rubrica del PI, seguridad y respaldo valen 15 de los 100 puntos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«Cree el trigger y no pasa nada»: la causa mas frecuente es que la funcion existe pero la asociacion no, porque el estudiante escribio solo el CREATE FUNCTION; la segunda es que la asociacion dice UPDATE OF otra columna, o que el WHEN nunca se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«Puede una funcion modificar datos»: en PostgreSQL si puede, y es una diferencia importante con Oracle, que lo prohibe cuando la funcion se invoca desde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pueda no significa que deba: el planificador decide cuantas veces evalua una funcion, de modo que un INSERT escondido en ella podria ejecutarse una vez, ninguna o diez mil, y ademas obliga a declararla VOLATILE.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hace falta modificar datos, es un procedimiento; si debe ocurrir automaticamente, es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poner toda la validacion en triggers y no escribir procedimientos»: se puede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sistema se vuelve imposible de razonar; el orden de preferencia que conviene memorizar es declarativo primero, procedimiento despues, trigger al final y solo para lo que los dos anteriores no pueden.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ya tengo el trigger de auditoria, para que quiero respaldo»: porque cumplen funciones distintas; la auditoria cuenta que paso y quien lo hizo, el respaldo devuelve los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incidente afecta el esquema completo, audit_cita se pierde junto con todo lo demas y no reconstruye ni una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la auditoria registro dos filas y no tres»: por la clausula WHEN, porque el tercer UPDATE asigno el estado que la cita ya tenia; si registra tres, falta el WHEN.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el trigger de stock deja pasar un TRUNCATE»: porque TRUNCATE no dispara triggers de fila, y eso va escrito en la seccion de lo que el plan no cubre.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tarifas, y por que IMMUTABLE importa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fn_recargo_festivo(p_base DECIMAL, p_dia DATE)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DECIMAL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IMMUTABLE               -- mismo resultado para los mismos argumentos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EXTRACT(DOW FROM p_dia) IN (0, 6) THEN   -- 0 domingo, 6 sabado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RETURN ROUND(p_base * 1.25, 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 ROUND(p_base, 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IMMUTABLE permite indexar la expresion y cachear el resultado. Una funcion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que lee NOW() o una tabla NO es inmutable: seria STABLE o VOLATILE.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-- 1. la funcion, que devuelve trigger y ve OLD y NEW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RETURNS trigger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auditoria_cita (id_cita, estado_ant, estado_nue, cambiado_en)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(OLD.id_cita, OLD.estado, NEW.estado, NOW());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RETURN NEW;          -- en AFTER el valor se ignora, pero no se omite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-- 2. la asociacion, que dice CUANDO se dispara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AFTER UPDATE OF estado ON 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FOR EACH ROW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WHEN (OLD.estado IS DISTINCT FROM NEW.estado)   -- no auditar no-cambios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AFTER: uno puede impedir, el otro solo registrar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BEFORE puede cambiar NEW o abortar. Es el que IMPIDE.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fn_trg_stock_no_negativo()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trigger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NEW.stock &lt; 0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RAISE EXCEPTION 'Stock negativo en el insumo % (%)', NEW.id_insumo, NEW.stock;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 NEW;          -- en BEFORE, devolver NULL cancela la operacion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TRIGGER trg_stock_no_negativo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BEFORE UPDATE OF stock ON insumo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FOR EACH ROW EXECUTE FUNCTION fn_trg_stock_no_negativo();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-- 1. CHECK: mira SOLO columnas de su propia fila. Barato y siempre activo.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insumo ADD CONSTRAINT ck_precio_pos CHECK (precio &gt;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-- 2. PROCEDIMIENTO: necesita consultar otra tabla. Solo aplica si se llama.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IF NOT EXISTS (SELECT 1 FROM mascota WHERE ... AND activa='S') 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-- 3. TRIGGER: necesita otra tabla Y tiene que aplicar aunque nadie llame.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Es la unica capa que no se puede saltar por la puerta de atras.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-- 4. APLICACION: mensajes al usuario y reglas de pantalla. Nunca la ULTIMA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linea de defensa: un psql abierto la deja en cero.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-- 1) La funcion: NEW y OLD SIN dos puntos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RETURNS TRIGGER LANGUAGE plpgsql AS $fn$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INSERT INTO audit_cita(id_cita, accion,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             valor_anterior, valor_nuevo)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VALUES (NEW.id_cita, 'CAMBIO_ESTADO',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OLD.estado, NEW.estado);   -- usuario y fecha: DEFAULT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RETURN NEW;                        -- obligatorio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END; $fn$;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-- 2) La asociacion: cuando se dispara y a quien llama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AFTER UPDATE OF estado ON cita FOR EACH ROW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WHEN (OLD.estado IS DISTINCT FROM NEW.estado)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«WHEN» es lo que hace que 3 UPDATE dejen 2 filas de auditoria. Se dispara solo: el riesgo es que sea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tarifas: RETURNS NUMERIC, CASE, COALESCE e IMMUTABLE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Son 20 de los 100 puntos, y se pierden casi siempre por tres cosas: un RETURNS TRIGGER copiado del trigger, el UPPER() olvidado y un IMMUTABLE que lee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firma decide todo lo demas.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fn_precio_consulta(p_especie TEXT, p_urgencia BOOLEAN) RETURNS NUMERIC LANGUAGE plpgsql IMMUTABLE AS $fn$ ... $fn$;». Es «RETURNS NUMERIC»,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 «RETURNS TRIGGER»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esta funcion no se asocia a ninguna tabla, se llama desde una consulta.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tabla de tarifas es un «CASE».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«CASE UPPER(p_especie) WHEN 'CANINO' THEN 45000 WHEN 'FELINO' THEN 40000 ELSE 35000 END». El «UPPER()» es lo que hace la comparacion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insensible a mayusculas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sin el, «canino» en minuscula cae en el «ELSE» y cobra 35000.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«NULL» de la urgencia: hazlo explicito con «COALESCE».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«IF COALESCE(p_urgencia, FALSE) THEN v_base := v_base * 1.35; END IF;». Un «IF» a secas ya trata «NULL» como falso, pero en cuanto el booleano entra en una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cuenta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«NULL» se propaga y la funcion devuelve «NULL».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«IMMUTABLE» es una promesa que el motor cobra: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entrada, misma salida, sin leer tablas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Por eso el filtro «WHERE m.activa = 'S'» va en la consulta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dentro de la funcion. Una funcion que consulta tablas seria «STABLE», nunca «IMMUTABLE».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Y se usa dentro del «SELECT», que es lo que la hace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(el contraste de la Clase 3): «SELECT nombre, especie, fn_precio_consulta(especie, FALSE) AS tarifa_normal, fn_precio_consulta(especie, TRUE) AS tarifa_urgencia FROM mascota ORDER BY id_mascota;» — un canino en urgencia da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(45000 × 1.35).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vive cada validacion: CHECK, trigger o aplicacion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pregunta 4 son 15 puntos y no pide codigo: pide ubicar cada validacion en su capa y justificar por que ahi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«CHECK»: una sola fila, una sola columna.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«stock &gt;= 0», «precio &gt; 0», «estado IN (...)». Es lo mas barato y lo mas dificil de saltarse, porque lo aplica el motor sin una linea de codigo.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«UNIQUE» y «FK»: la relacion entre filas o entre tablas.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«un veterinario no puede tener dos citas en la misma franja» es «UNIQUE (id_veterinario, fecha_hora)»,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Trigger: cuando la regla necesita OTRA fila u OTRA tabla.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Comparar «OLD» con «NEW», mirar el stock de «insumo» mientras se actualiza otra tabla, 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en una segunda tabla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(auditoria). Nada de eso cabe en un «CHECK».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Aplicacion: solo lo que la base no puede saber.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formato del correo, el permiso de la pantalla, la traduccion del mensaje. Y el criterio para decidir: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validacion que solo vive en la app se salta conectandose por «psql»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BEFORE valida, AFTER audita.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trigger que rechaza corre «BEFORE», porque despues el dato ya esta escrito; uno que registra un hecho consumado corre «AFTER». Poner «AFTER» en el de stock es el error mas comun del dia.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 de respaldo: 6 secciones y herramientas reales de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Son 25 de los 100 puntos de la clase y se califican seccion por seccion. La plantilla en blanco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1. Que se respalda y con que.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«pg_dump -Fc -d vetcare -f vetcare_AAAAMMDD.dump» para los datos, y «pg_dumpall --globals-only» para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roles de la Clase 2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«pg_dump» es de UNA base y los roles son del cluster, asi que no los respalda. Si falta, se restaura la base y ningun rol tiene permisos.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2. Frecuencia, con su razon.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No «diario»: ««pg_dump -Fc» a las 20:30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porque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facturacion de Huellitas cierra a las 20:00». La hora se justifica con un hecho del negocio.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3. Retencion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—cuantas copias y donde: 7 diarias, 4 semanales, 12 mensuales,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al menos una fuera del mismo servidor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—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4. RPO y RTO en numeros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cuantos datos se acepta perder («maximo 1 hora de citas») y cuanto puede estar caida la base. Un dump diario implica un RPO de 24 h: si no alcanza, hace falta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archivado de WAL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5. Restore de prueba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con «pg_restore» sobre una base vacia: fecha, duracion medida, la consulta que confirma el conteo, cada cuanto se ensaya y quien firma.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respaldo que nunca se restauro no es un respaldo: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 archivo.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6. Que NO cubre el plan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cual es el riesgo residual que se asume: el borrado por error que se descubre tres dias despues, la hora de citas que cabe en el RPO.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 la seccion que separa un plan de una lista de comandos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la que mas se olvida.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fn_trg_audit_cita con su CREATE TRIGGER ... EXECUTE FUNCTION, en la plataforma del curso, y el esqueleto del plan de respaldo.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Funciones · Triggers · Seguridad y respaldo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Funcion y procedimiento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Los tres detalles de fn_precio_consulta que valen puntos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trigger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