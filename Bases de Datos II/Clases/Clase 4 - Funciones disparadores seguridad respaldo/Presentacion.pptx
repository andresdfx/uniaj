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Funciones · Triggers · Seguridad y respaldo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Integridad + RAA1 del PI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&gt;=1 funcion + &gt;=1 trigger + borrador plan de respaldo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en el navegador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fn_precio_consulta + 2 triggers corriendo en la plataforma del curso + Plan_Backup_VetCare con sus 6 secciones (1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Funcion (Clase 3 vio procedimiento): retorna un valor y se usa DENTRO de una expresion SQL, ej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Trigger (disparador): bloque de codigo que el motor ejecuta AUTOMATICAMENTE cuando ocurre un evento…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un trigger son SIEMPRE dos objetos, no uno: la funcion y la asociacion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BEFORE o AFTER no es un detalle de estilo: un trigger que VALIDA va BEFORE, porque tiene que abortar antes de…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Riesgo real de los triggers: son invisibles en el codigo de la app (un desarrollador que solo mira el INSERT…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trigger son DOS objetos: la funcion y la asociacion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-- 1) La funcion: NEW y OLD SIN dos puntos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RETURNS TRIGGER LANGUAGE plpgsql AS $fn$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INSERT INTO audit_cita(id_cita, accion,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             valor_anterior, valor_nuevo)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VALUES (NEW.id_cita, 'CAMBIO_ESTADO',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OLD.estado, NEW.estado);   -- usuario y fecha: DEFAULT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RETURN NEW;                        -- obligatorio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END; $fn$;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-- 2) La asociacion: cuando se dispara y a quien llama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CREATE TRIGGER trg_audit_cita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AFTER UPDATE OF estado ON cita FOR EACH ROW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WHEN (OLD.estado IS DISTINCT FROM NEW.estado)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EXECUTE FUNCTION fn_trg_audit_cita();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«WHEN» es lo que hace que 3 UPDATE dejen 2 filas de auditoria. Se dispara solo: el riesgo es que sea invisible para quien solo lee el codigo de la app.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funcion de tarifas: RETURNS NUMERIC, CASE, COALESCE e IMMUTABLE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Son 20 de los 100 puntos, y se pierden casi siempre por tres cosas: un RETURNS TRIGGER copiado del trigger, el UPPER() olvidado y un IMMUTABLE que lee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firma decide todo lo demas.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«CREATE FUNCTION fn_precio_consulta(p_especie TEXT, p_urgencia BOOLEAN) RETURNS NUMERIC LANGUAGE plpgsql IMMUTABLE AS $fn$ ... $fn$;». Es «RETURNS NUMERIC»,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 «RETURNS TRIGGER»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esta funcion no se asocia a ninguna tabla, se llama desde una consulta.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tabla de tarifas es un «CASE».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«CASE UPPER(p_especie) WHEN 'CANINO' THEN 45000 WHEN 'FELINO' THEN 40000 ELSE 35000 END». El «UPPER()» es lo que hace la comparacion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insensible a mayusculas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sin el, «canino» en minuscula cae en el «ELSE» y cobra 35000.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«NULL» de la urgencia: hazlo explicito con «COALESCE».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«IF COALESCE(p_urgencia, FALSE) THEN v_base := v_base * 1.35; END IF;». Un «IF» a secas ya trata «NULL» como falso, pero en cuanto el booleano entra en una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cuenta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«NULL» se propaga y la funcion devuelve «NULL».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«IMMUTABLE» es una promesa que el motor cobra: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misma entrada, misma salida, sin leer tablas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Por eso el filtro «WHERE m.activa = 'S'» va en la consulta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dentro de la funcion. Una funcion que consulta tablas seria «STABLE», nunca «IMMUTABLE».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Y se usa dentro del «SELECT», que es lo que la hace funcion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(el contraste de la Clase 3): «SELECT nombre, especie, fn_precio_consulta(especie, FALSE) AS tarifa_normal, fn_precio_consulta(especie, TRUE) AS tarifa_urgencia FROM mascota ORDER BY id_mascota;» — un canino en urgencia da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(45000 × 1.35).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vive cada validacion: CHECK, trigger o aplicacion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pregunta 4 son 15 puntos y no pide codigo: pide ubicar cada validacion en su capa y justificar por que ahi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«CHECK»: una sola fila, una sola columna.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«stock &gt;= 0», «precio &gt; 0», «estado IN (...)». Es lo mas barato y lo mas dificil de saltarse, porque lo aplica el motor sin una linea de codigo.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la regla cabe en un CHECK, no se hace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«UNIQUE» y «FK»: la relacion entre filas o entre tablas.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«un veterinario no puede tener dos citas en la misma franja» es «UNIQUE (id_veterinario, fecha_hora)», no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Trigger: cuando la regla necesita OTRA fila u OTRA tabla.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Comparar «OLD» con «NEW», mirar el stock de «insumo» mientras se actualiza otra tabla, 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escribir en una segunda tabla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(auditoria). Nada de eso cabe en un «CHECK».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Aplicacion: solo lo que la base no puede saber.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formato del correo, el permiso de la pantalla, la traduccion del mensaje. Y el criterio para decidir: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validacion que solo vive en la app se salta conectandose por «psql»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BEFORE valida, AFTER audita.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trigger que rechaza corre «BEFORE», porque despues el dato ya esta escrito; uno que registra un hecho consumado corre «AFTER». Poner «AFTER» en el de stock es el error mas comun del dia.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 de respaldo: 6 secciones y herramientas reales de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Son 25 de los 100 puntos de la clase y se califican seccion por seccion. La plantilla en blanco esta en el Taller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1. Que se respalda y con que.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«pg_dump -Fc -d vetcare -f vetcare_AAAAMMDD.dump» para los datos, y «pg_dumpall --globals-only» para los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roles de la Clase 2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«pg_dump» es de UNA base y los roles son del cluster, asi que no los respalda. Si falta, se restaura la base y ningun rol tiene permisos.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2. Frecuencia, con su razon.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No «diario»: ««pg_dump -Fc» a las 20:30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porque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facturacion de Huellitas cierra a las 20:00». La hora se justifica con un hecho del negocio.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3. Retencion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—cuantas copias y donde: 7 diarias, 4 semanales, 12 mensuales,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al menos una fuera del mismo servidor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—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4. RPO y RTO en numeros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cuantos datos se acepta perder («maximo 1 hora de citas») y cuanto puede estar caida la base. Un dump diario implica un RPO de 24 h: si no alcanza, hace falta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archivado de WAL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5. Restore de prueba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con «pg_restore» sobre una base vacia: fecha, duracion medida, la consulta que confirma el conteo, cada cuanto se ensaya y quien firma.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 respaldo que nunca se restauro no es un respaldo: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 un archivo.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6. Que NO cubre el plan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y cual es el riesgo residual que se asume: el borrado por error que se descubre tres dias despues, la hora de citas que cabe en el RPO.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 la seccion que separa un plan de una lista de comandos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y la que mas se olvida.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en el navegador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fn_precio_consulta + fn_trg_audit_cita con su CREATE TRIGGER ... EXECUTE FUNCTION, en la plataforma del curso, y el esqueleto del plan de respaldo.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Funcion y triggers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Plan de respaldo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Alterno: PostgreSQL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racle_live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integridad y trazabilidad son criterios de la rúbrica, y la evidencia son el trigger corriendo y la fila de auditoría — no una promesa.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auditoría es el único mecanismo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se puede evitar olvidándose de llamarlo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nadie invoca un trigger, lo dispara 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plan de respaldo es lo que un evaluador pregunta primero: cuánto se pierde y en cuánto tiempo se vuelve a operar,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números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función de tarifas y dos triggers —auditoría y stock— corriendo en la plataforma del curso, más el Plan_Backup_VetCare con sus 6 secciones.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«fn_precio_consulta» con «RETURNS NUMERIC», «IMMUTABLE», insensible a mayúsculas, recargo del 35 % y «NULL» tratado como falso (45000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trigger de auditoría en sus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 objetos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«fn_trg_audit_cita() RETURNS TRIGGER» + «CREATE TRIGGER ... EXECUTE FUNCTION». Cero «:NEW» / «:OLD».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3 «UPDATE» dejan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 filas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«audit_cita» y el estudiante explica por qué la tercera no se auditó.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stock negativo (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-7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) evidenciado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trigger, y el trigger «BEFORE UPDATE» con el mensaje literal de la rúbrica.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«Plan_Backup_VetCare» con las 6 secciones, RPO y RTO justificados contra el horario de la clínica, y la consulta de validación post-restore.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Esquema de VetCare completo y poblado: 10 citas, con consultas ya registradas en las citas 2, 5, 7 y 10.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«insumo» fue creada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 propósito sin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«CHECK (stock &gt;= 0)»: el insumo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 (Vacuna triple felina) tiene stock 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de ahí sale el -7 de la demostración.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la plataforma del curso. La función, los dos triggers y sus pruebas con bloques «DO» corren de verdad y ahí se califican.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NO se ejecuta: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«pg_dump», «pg_dumpall», «pg_basebackup» ni «pg_restore» —son programas que escriben archivos y la plataforma del curso corre en el navegador—. La pregunta 5 es un documento: se califica que nombre la herramienta correcta.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fn_precio_consulta(especie, urgencia) RETURNS NUMERIC en PL/pgSQL y probarla con SELECT sobre las 3 especies.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la tabla audit_cita y el trigger de auditoria en sus dos objetos: fn_trg_audit_cita() RETURNS TRIGGER + CREATE TRIGGER ... EXECUTE FUNCTION.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el trigger de stock no negativo (BEFORE UPDATE), evidenciando primero que sin el el stock llega a -7.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Decidir donde vive cada validacion: CHECK, trigger o aplicacion (pregunta 4).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Plan_Backup_VetCare con sus 6 secciones (plantilla en este documento): que se respalda y con que, frecuencia, retencion, RPO/RTO, restore de prueba con quien firma, y que NO cubre el plan.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función es «IMMUTABLE» y un canino en urgencia 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¿Creaste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objetos del trigger? Una función sola no dispara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¿Está el «WHEN (OLD.estado IS DISTINCT FROM NEW.estado)», y «audit_cita» quedó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filas?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¿«usuario_bd» y «fecha_evento» se llenan por «DEFAULT», no desde el trigger?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¿Se ve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-7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antes de crear el trigger, y el stock volvió a 3 para probarlo?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trigger de stock es «BEFORE», y el insumo 2 termina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stock 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¿En la de selección múltiple revisaste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las seis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afirmaciones, preguntándote si la regla mira solo su propia fila y quién la garantiza cuando el SQL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viene de la aplicación?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98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6144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6144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6089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plan trae RPO y RTO en números, «pg_dumpall» para los roles y la sección 6 de lo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cubre?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fn_precio_consulta + 2 triggers corriendo en la plataforma del curso + Plan_Backup_VetCare con sus 6 secciones (1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funcion + &gt;=1 trigger + borrador plan de respaldo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funcion + &gt;=1 trigger + borrador plan de respaldo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fn_precio_consulta + 2 triggers corriendo en la plataforma del curso + Plan_Backup_VetCare con sus 6 secciones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