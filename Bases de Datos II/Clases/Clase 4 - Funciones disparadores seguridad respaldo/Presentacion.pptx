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funcion y un procedimiento se parecen tanto en la escritura que conviene separarlos por su papel y no por su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valor se usa dentro de una expresion SQL, como en SELECT m.nombre, fn_precio_consulta(m.especie, FALSE) AS tarifa FROM mascota m WHERE m.activa = 'S'.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CREATE OR REPLACE FUNCTION fn_precio_consulta(p_especie TEXT, p_urgencia BOOLEAN)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RETURNS declara el tipo del valor devuelto, y dentro del cuerpo tiene que haber al menos un RETURN, porque una funcion de PL/pgSQL que termina sin retornar lanza un error en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del taller tiene tres decisiones pequenas que la rubrica mira, y conviene dictarlas porque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aplicacion de Huellitas puede mandar 'Canino', 'canino' o 'CANINO', y comparar el texto tal como llega significa que dos de las tres formas caen al precio de otra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casilla de urgencia llega en nulo, que es lo que hace una interfaz donde el usuario no marco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IF p_urgencia THEN no entra —nulo no es verdadero— pero cualquier aritmetica con nulo si contamina: v_base * p_urgencia daria nulo y la factura saldria vacia.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que decide la mitad de los puntos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CREATE OR REPLACE FUNCTION fn_trg_audit_cita()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Despues la asociacion, CREATE TRIGGER trg_audit_cita AFTER UPDATE OF estado ON cita FOR EACH ROW EXECUTE FUNCTION fn_trg_audit_cita();, que dice cuando dispararla y a quien llamar.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la forma de Oracle con el cuerpo dentro del CREATE TRIGGER, y hay que decirlo tal cual porque es el error que la rubrica penaliza expresamente.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EXECUTE PROCEDURE todavia se acepta por compatibilidad, pero esta obsoleto y no conviene ensenarlo.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salen sus dos caras: si el trigger falla, la sentencia original tambien falla y se deshace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exactamente lo que se quiere para un invariante como que el stock nunca quede negativo; y si el trigger es lento, la sentencia original se vuelve lenta, y si bloquea, bloquea al usuario que hizo el UPDATE.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hacen falta, pero saber que existen evita que el estudiante escriba tres funciones casi identicas.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trigger de DELETE se retorna OLD, porque NEW no existe en ese evento; simetricamente, en un INSERT no existe 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EACH ROW indica que se ejecuta una vez por fila afectada y da acceso a OLD y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operativa, que es la que se califica en la pregunta 4, se dice en una frase: el que VALIDA va BEFORE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tiene que abortar antes de que el dato quede escrito y porque solo ahi puede corregirlo; el que AUDITA va AFTER, porque registra un hecho ya consumado.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leer la cabecera del trigger del proyecto palabra por palabra, porque cada pieza tiene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AFTER UPDATE OF estado ON cita limita el disparo a los cambios de esa columna y no a cualquier actualizacion de la fila, de modo que corregir el telefono no escribe una fila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EACH ROW da acceso a OLD y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WHEN, la auditoria se llena de eventos donde no cambio nada y deja de servir para investigar.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del taller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now() devuelve el instante de inicio de la transaccion, no el del reloj, asi que si una transaccion escribe cinco filas de auditoria las cinco llevan la misma marca de tiempo; si eso importa, existe clock_timestamp().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dimensionamiento, si la clinica registra doscientos cambios auditables por dia, la tabla crece del orden de setenta y tres mil filas en doce meses, cifra que obliga a definir retencion en el mismo plan de respaldo.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taller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un CHECK no puede hacer es mirar OTRA fila, OTRA tabla, o el valor ANTERIOR de la fila que se esta cambiando; solo ve los valores finales de la fila que se inserta o actualiza.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trigger de stock del taller no es un reemplazo del CHECK sino una demostracion de la capacidad extra: la funcion fn_trg_stock_no_negativo() puede escribir RAISE EXCEPTION 'ERROR: el stock de % no puede quedar negativo (resultado: %)'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OLD.nombre, NEW.stock, es decir puede nombrar el insumo tomando el dato de OLD y el resultado de NEW en el mismo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asociacion va BEFORE UPDATE OF stock ON insumo FOR EACH ROW, y el mensaje es parte del entregable, igual que en la Clase 3: es lo que la aplicacion va a mostrar y lo que la prueba va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4 vale quince puntos, no pide codigo y es la que mejor mide si el estudiante entendio el dia: hay que ubicar cada validacion en su capa y justificar por que ahi.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pasan la verificacion y las dos insertan.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correcta es declarativa —ALTER TABLE cita ADD CONSTRAINT uq_vet_franja UNIQUE (id_veterinario, fecha_hora)—, es mas rapida, mas clara y a prueba de concurrencia, y el porque completo llega en la Clase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riesgos que conviene exponer con ejemplos y no como advertencia generica.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documentarlo, que es parte del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no la prohibe, la corta cuando se agota la pila, y eso ocurre en produccion y con datos reales, no durante la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TRUNCATE no dispara triggers de fila, asi que un TRUNCATE insumo pasa por encima de la validacion de stock sin que se escriba una sola linea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VetCare,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pide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vetcare -f vetcare_AAAAMMDD.dump,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 y que la rubrica busca: pg_dump respalda UNA base de datos y NO respalda los roles, porque los roles son objetos del cluster y no de la 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 en la plataforma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RPO y RTO dejan de ser siglas cuando se les pone un numero acordado con el negocio, y la rubrica pide precisamente el numero con su justificacion.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Huellitas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Probar un restore de verdad tiene cuatro pasos y conviene dictarlos como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Cuatro, dejar bitacora con fecha, responsable, resultado y RTO medido; si no hay bitacora, la prueba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el estudiante siempre omite y que vale puntos: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la plataforma del curso si puede demostrar, y lo que se documenta en papel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del taller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funciona todo el codigo del dia: CREATE FUNCTION con IMMUTABLE,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puede ejecutar es pg_dump, pg_dumpall, pg_basebackup ni pg_restore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razon hay que decirla con precision en vez de dejarla en «la herramienta no sirve»: son programas de linea de comandos que leen y escriben archivos, y ahi no hay sistema de archivos ni servidor al que conectarse.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 pregunta 5 es un documento y no una ejecucion: se califica que el plan nombre la herramienta correcta para cada cosa, no que el estudiante la haya corrido.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la plataforma del curso si puede demostrar, y lo que se documenta en papel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distincion hay que decirla en clase, porque un estudiante que intente ejecutar pg_dump en la consola de la plataforma del curso va a perder veinte minutos y va a creer que hizo algo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si se puede ensayar de verdad, y conviene hacerlo, es el restore a escala de aula: borrar el esquema completo y volverlo a levantar pegando el propio guion del estudiante, con cronometro en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senalarlo para quien se encuentre Oracle en el trabajo, y no vale mas, porque la calificacion ocurre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la plataforma del curso,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Funcion y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de respaldo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integridad y trazabilidad son criterios de la rúbrica, y la evidencia son el trigger corriendo y la fila de auditoría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auditoría es el único mecanismo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evitar olvidándose de llamarlo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nadie invoca un trigger, lo dispara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de respaldo es lo que un evaluador pregunta primero: cuánto se pierde y en cuánto tiempo se vuelve a operar,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números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función de tarifas y dos triggers —auditoría y stock— corriendo en la plataforma del curso, más el Plan_Backup_VetCare con sus 6 secciones.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«fn_precio_consulta» con «RETURNS NUMERIC», «IMMUTABLE», insensible a mayúsculas, recargo del 35 % y «NULL» tratado como falso (45000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trigger de auditoría en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objetos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«fn_trg_audit_cita() RETURNS TRIGGER» + «CREATE TRIGGER ... EXECUTE FUNCTION». Cero «:NEW» / «:OLD».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3 «UPDATE» dejan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«audit_cita» y el estudiante explica por qué la tercera no se auditó.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stock negativo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 evidenciado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trigger, y el trigger «BEFORE UPDATE» con el mensaje literal de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«Plan_Backup_VetCare» con las 6 secciones, RPO y RTO justificados contra el horario de la clínica, y la consulta de validación post-restore.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completo y poblado: 10 citas, con consultas ya registradas en las citas 2, 5, 7 y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«insumo» fue creada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propósito sin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«CHECK (stock &gt;= 0)»: el insumo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(Vacuna triple felina) tiene stock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 ahí sale el -7 de la demostración.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La función, los dos triggers y sus pruebas con bloques «DO» corren de verdad y ahí se califican.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se ejecuta: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«pg_dump», «pg_dumpall», «pg_basebackup» ni «pg_restore» —son programas que escriben archivos y la plataforma del curso corre en el navegador—. La pregunta 5 es un documento: se califica que nombre la herramienta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fn_precio_consulta(especie, urgencia) RETURNS NUMERIC en PL/pgSQL y probarla con SELECT sobre las 3 especies.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la tabla audit_cita y el trigger de auditoria en sus dos objetos: fn_trg_audit_cita() RETURNS TRIGGER + CREATE TRIGGER ... EXECUTE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el trigger de stock no negativo (BEFORE UPDATE), evidenciando primero que sin el el stock llega a -7.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donde vive cada validacion: CHECK, trigger o aplicacion (pregunta 4).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Plan_Backup_VetCare con sus 6 secciones (plantilla en este documento): que se respalda y con que, frecuencia, retencion, RPO/RTO, restore de prueba con quien firma, y que NO cubre el plan.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función es «IMMUTABLE» y un canino en urgencia 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¿Creaste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objetos del trigger? Una función sola no dispara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 el «WHEN (OLD.estado IS DISTINCT FROM NEW.estado)», y «audit_cita» quedó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¿«usuario_bd» y «fecha_evento» se llenan por «DEFAULT», no desde el trigger?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¿Se ve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crear el trigger, y el stock volvió a 3 para probarlo?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trigger de stock es «BEFORE», y el insumo 2 termina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preguntándote si la regla mira solo su propia fila y quién la garantiza cuando el 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viene de la aplicación?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trae RPO y RTO en números, «pg_dumpall» para los roles y la sección 6 de lo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cubre?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fn_precio_consulta + 2 triggers corriendo en la plataforma del curso + Plan_Backup_VetCare con sus 6 secciones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