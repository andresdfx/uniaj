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presentar el backup como 'copiar el archivo de vez en cuando' sin…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