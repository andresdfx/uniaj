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valor, y ese valor se usa dentro de una expresion SQL, como en AS tarifa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el mismo de la Clase 3 con una linea mas: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m.nombre, fn_precio_consulta(m.especie, FALSE)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 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fn_precio_consulta(p_especie TEXT, p_urgencia BOOLEAN)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del taller tiene tres decisiones pequenas que la rubrica mira, y conviene dictarlas porque ninguna es evidente.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la pieza de sintaxis que decide la mitad de los puntos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funcion, RETURNS TRIGGER LANGUAGE plpgsql AS $fn$... $fn$;, que no recibe parametros declarados y cuyo tipo de retorno es literalmente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la forma de Oracle con el cuerpo dentro del CREATE TRIGGER, y hay que decirlo tal cual porque es el error que la rubrica penaliza expresamente.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 AFTER UPDATE OF estado ON cita FOR EACH ROW EXECUTE FUNCTION fn_trg_audit_cita()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columnas del taller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del taller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asociacion va BEFORE UPDATE OF stock ON insumo FOR EACH ROW, y el mensaje es parte del entregable, igual que en la Clase 3: es lo que la aplicacion va a mostrar y lo que la prueba va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uq_vet_franja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documentarlo, que es parte del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que conviene fijar para VetCare,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pide dos triggers, no cinco, y esa cifra es deliberada.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vetcare -f vetcare_AAAAMMDD.dump, donde -Fc pide el formato comprimido propio, que es el que permite restaurar selectivamente con pg_restore.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hueco que casi nadie ve y que la rubrica busca: pg_dump respalda UNA base de datos y NO respalda los roles, porque los roles son objetos del cluster y no de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 en la plataforma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Huellitas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sexta seccion que el estudiante siempre omite y que vale puntos: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la plataforma del curso si puede demostrar, y lo que se documenta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del taller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funciona todo el codigo del dia: CREATE FUNCTION con IMMUTABLE,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rubrica del PI, seguridad y respaldo valen 15 de los 100 puntos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4 son 15 puntos y no pide codigo: pide ubicar cada validacion en su capa y justificar por que 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25 de los 100 puntos de la clase y se califican seccion por seccion. La plantilla en blanco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en la plataforma del curso,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Funcion y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de respaldo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integridad y trazabilidad son criterios de la rúbrica, y la evidencia son el trigger corriendo y la fila de auditoría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auditoría es el único mecanismo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evitar olvidándose de llamarlo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nadie invoca un trigger, lo dispara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de respaldo es lo que un evaluador pregunta primero: cuánto se pierde y en cuánto tiempo se vuelve a operar,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números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función de tarifas y dos triggers —auditoría y stock— corriendo en la plataforma del curso, más el Plan_Backup_VetCare con sus 6 secciones.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«fn_precio_consulta» con «RETURNS NUMERIC», «IMMUTABLE», insensible a mayúsculas, recargo del 35 % y «NULL» tratado como falso (45000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trigger de auditoría en sus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objetos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«fn_trg_audit_cita() RETURNS TRIGGER» + «CREATE TRIGGER ... EXECUTE FUNCTION». Cero «:NEW» / «:OLD».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3 «UPDATE» dejan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«audit_cita» y el estudiante explica por qué la tercera no se auditó.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stock negativo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 evidenciado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trigger, y el trigger «BEFORE UPDATE» con el mensaje literal de la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«Plan_Backup_VetCare» con las 6 secciones, RPO y RTO justificados contra el horario de la clínica, y la consulta de validación post-restore.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completo y poblado: 10 citas, con consultas ya registradas en las citas 2, 5, 7 y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«insumo» fue creada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propósito sin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«CHECK (stock &gt;= 0)»: el insumo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(Vacuna triple felina) tiene stock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de ahí sale el -7 de la demostración.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La función, los dos triggers y sus pruebas con bloques «DO» corren de verdad y ahí se califican.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se ejecuta: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«pg_dump», «pg_dumpall», «pg_basebackup» ni «pg_restore» —son programas que escriben archivos y la plataforma del curso corre en el navegador—. La pregunta 5 es un documento: se califica que nombre la herramienta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fn_precio_consulta(especie, urgencia) RETURNS NUMERIC en PL/pgSQL y probarla con SELECT sobre las 3 especies.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la tabla audit_cita y el trigger de auditoria en sus dos objetos: fn_trg_audit_cita() RETURNS TRIGGER + CREATE TRIGGER ... EXECUTE FUNCTION.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el trigger de stock no negativo (BEFORE UPDATE), evidenciando primero que sin el el stock llega a -7.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donde vive cada validacion: CHECK, trigger o aplicacion (pregunta 4).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Plan_Backup_VetCare con sus 6 secciones (plantilla en este documento): que se respalda y con que, frecuencia, retencion, RPO/RTO, restore de prueba con quien firma, y que NO cubre el plan.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función es «IMMUTABLE» y un canino en urgencia 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¿Creaste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objetos del trigger? Una función sola no dispara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 el «WHEN (OLD.estado IS DISTINCT FROM NEW.estado)», y «audit_cita» quedó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filas?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¿«usuario_bd» y «fecha_evento» se llenan por «DEFAULT», no desde el trigger?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¿Se ve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crear el trigger, y el stock volvió a 3 para probarlo?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trigger de stock es «BEFORE», y el insumo 2 termina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preguntándote si la regla mira solo su propia fila y quién la garantiza cuando el 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viene de la aplicación?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trae RPO y RTO en números, «pg_dumpall» para los roles y la sección 6 de lo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cubre?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fn_precio_consulta + 2 triggers corriendo en la plataforma del curso + Plan_Backup_VetCare con sus 6 secciones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