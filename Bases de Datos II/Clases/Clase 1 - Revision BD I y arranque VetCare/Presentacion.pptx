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ExamLab.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ExamLab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PI (plantilla) + ER en Mermaid renderizado en ExamLab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ExamLab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