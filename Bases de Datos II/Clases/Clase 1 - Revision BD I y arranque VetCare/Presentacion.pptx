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proyecto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Nombrar y registrar su proyecto VetCare DB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proyecto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proyecto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