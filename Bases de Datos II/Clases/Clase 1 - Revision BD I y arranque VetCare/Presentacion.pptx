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del PI (plantilla) + ER en Mermaid renderizado en la plataforma del curso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 · Clínica Veterinaria «Huellitas»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Huellitas es la clínica (el cliente); VetCare DB es la base de datos que usted construye para 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Clínica Veterinaria «Huellitas»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(Cali): unas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150 citas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16 veterinarios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~5.000 mascotas de ~2.000 dueños — y todo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carpetas de papel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Duele en tres puntos: se extravían fichas, buscar un historial genera filas en la sala de espera, y no hay métricas.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personas van a usar el sistema, y esperan cosas distintas: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dueño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métricas,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recepcionista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agendar rápido,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veterinario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historial a la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intereses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entran en conflicto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más datos dan mejores métricas, pero hacen más lento el agendamiento. Ahí están las decisiones de diseño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Caso completo: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anexo «Caso de estudio Clínica Huellitas» en Clases/Proyecto Integrador — 8 entidades, 3 reglas y el elenco de nombres.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cliente: la clinica Huellitas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administracion reporta tres problemas y conviene enunciarlos tal cual, porque cada uno se traduce despues en una decision de esquema: se extravian fichas de pacientes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es la razon de que el expediente tenga que vivir en una fila con clave primaria y no en un papel; buscar un historial en el archivo fisico genera filas en la sala de espera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motivo por el que en la Clase 7 se habla de indices y no como un tema abstracto de rendimiento; y no hay metricas, no saben cuantas especies atienden al mes, que es exactamente la consulta agregada que aparece en el taller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cliente: la clinica Huellitas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es el SISTEMA que se le construye, y VetCare DB es concretamente la base de datos de ese sistema, que es lo que se hace en esta asignatura.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frontera de hoy conviene decirla de forma explicita para cortar la ansiedad: aqui no se pide la aplicacion ni la interfaz, se pide la capa de datos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entregable del semestre es un esquema con integridad, roles, procedimientos y un plan de ejecucion, no una pantalla.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esto no es Bases de Datos I, y el vocabulario minimo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Alla el objetivo era escribir consultas que devolvieran el resultado correcto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 disenar un esquema que siga siendo correcto cuando lo usen tres personas distintas, cuando tenga cien mil filas y cuando alguien meta datos malos, a veces por error y a veces a proposito.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tabla, o relacion, es un conjunto de entidades del mismo tipo: mascota guarda mascotas y nada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fila es una instancia concreta e irrepetible: la perra Luna de la duena Ana Perez.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esto no es Bases de Datos I, y el vocabulario minimo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columna es un atributo, y todo atributo tiene un dominio, el conjunto de valores que el motor considera legales: especie no acepta cualquier texto, acepta Canino, Felino, Ave u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estas tres nociones se monta el semestre: los roles de la Clase 2 se otorgan sobre tablas, los procedimientos de la Clase 3 validan columnas y los indices de la Clase 7 se crean sobre columnas concretas.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 conceptual y nivel fisico: dos vistas del mismo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conceptual nombra entidades y relaciones con vocabulario de negocio y sin comprometerse con ningun motor: Dueno posee Mascota, Veterinario atiende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fisico convierte esas entidades en tablas con columnas tipadas, longitudes, restricciones y claves: dueno.telefono VARCHAR(30) NOT NULL.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dos vistas del MISMO modelo, no dos modelos distintos, y esa es la razon de que la clase produzca dos artefactos: el diagrama ER es la vista conceptual, y el guion CREATE TABLE es la misma informacion en fisico.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operativo para saber si el conceptual esta completo es exactamente ese: si otra persona puede escribir el fisico mirandolo, sin preguntar nada, esta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primaria: natural o sustituta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primaria es la columna, o el conjunto de columnas, que identifica una fila sin ambiguedad: no se repite y no admite nulos.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diseno real no es si poner clave primaria, sino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natural es un atributo del mundo real que ya identifica la entidad: la cedula del dueno, el microchip de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sustituta, o surrogate, es un numero sin significado de negocio que la base genera: id_dueno 1, 2,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pasan las tres cosas: el dueno llega sin cedula a la mano, un microchip se digita mal y hay que corregirlo, y una mascota rescatada no tiene microchip.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citable, y es convencion de oficio, no regla dura: si el valor lo controla un tercero, el Estado o un fabricante, no lo use como clave primaria.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primaria: natural o sustituta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dueno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INT PRIMARY KEY,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cedula VARCHAR(20) UNIQUE,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VARCHAR(80)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telefono VARCHAR(30),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email VARCHAR(120)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Normalizacion 1FN-3FN: primero la enfermedad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normalizacion se dicta mejor al reves de como se suele dictar: primero la enfermedad.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actualizacion: cuando Ana Perez cambia de telefono hay que actualizar todas sus citas, y si una queda sin actualizar la base contiene dos verdades contradictorias.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insercion: no se puede registrar un dueno nuevo hasta que tenga una cita, porque el dato solo vive en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borrado: al eliminar la ultima cita desaparece el telefono.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Primera: nada de listas en una celda; guardar 3001112233 y 3159998877 juntos obliga a buscar con SUBSTR, no se puede indexar y no se sabe cual esta vigente, luego se crea telefono_dueno.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Segunda: en detalle_factura, con clave compuesta (id_factura, id_insumo), un atributo como nombre_insumo depende solo de id_insumo y sale hacia insumo; en cambio precio_unitario se queda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Normalizacion 1FN-3FN: primero la enfermedad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este matiz separa a quien entendio de quien memorizo, porque no es redundancia sino el precio historico del momento de la venta: si el total se recalcula con el precio actual, reimprimir una factura de hace seis meses da otra cifra.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Tercera: si cita guardara especialidad_veterinario, ese atributo depende de id_veterinario y no de id_cita, luego sale hacia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forma normal es el punto de parada practico en casi todo sistema transaccional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eso es convencion; se rompe a proposito cuando conviene, por ejemplo guardando el total ya calculado en factura, decision que se sostiene con un disparador de la Clase 4 y se justifica con planes de ejecucion en las Clases 6 y 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 basta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foranea apunta a la clave primaria de otra tabla y su efecto practico es que el motor se niega a guardar una referencia inventada.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intenta y la mascota 999 no existe, la sentencia falla y nombra la restriccion violada: eso es integridad referencial.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especifica nada, Oracle y PostgreSQL asumen el comportamiento restrictivo, y esa es regla dura del estandar, no convencion.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se decide entidad por entidad: mascota hacia dueno restrictivo, porque borrar un dueno no debe evaporar el historial clinico; consulta hacia cita restrictivo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 basta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consulta es el registro medico; detalle_factura hacia factura en cascada, porque una linea de detalle no significa nada sin su factura; detalle_factura hacia insumo restrictivo, porque no se puede borrar un insumo ya facturado.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conclusion honesta es que en produccion casi nada se borra: se marca inactivo con activa CHAR(1) DEFAULT 'S' CHECK (activa IN ('S','N')).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(id_cita, 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(101, 999, TIMESTAMP '2026-09-01 09:00:00', 'PROGRAMADA')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Baja logica: activa CHAR(1) en vez de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sistema real no se borran clientes ni pacientes: no se hace DELETE FROM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por integridad, porque la fila esta referenciada por citas, consultas y facturas y el motor lo va a impedir; segundo por trazabilidad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historial clinico y la facturacion de esa mascota tienen que seguir existiendo aunque la mascota ya no venga; y tercero porque un borrado es irreversible y una equivocacion de digitacion no deberia serlo.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vive en otra capa: un CHECK si solo mira columnas de la misma fila, un procedimiento almacenado si necesita consultar otra tabla (Clase 3), o un disparador si debe aplicarse aunque nadie llame al procedimiento (Clase 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separa un diagrama ER de un dibujo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falta distinguir un diagrama entidad-relacion de un dibujo, porque el entregable de hoy es un PNG y es facil entregar lo segundo creyendo que es lo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dibujo son cajas con nombres unidas por lineas.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bien hecho cumple cinco condiciones verificables: entidades en singular con su clave primaria marcada; cada atributo con tipo y longitud, no solo nombre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clave foranea senalada indicando a que entidad apunta; cada relacion con cardinalidad en los dos extremos, con maximo y minimo; y cada relacion con nombre verbal legible, Dueno posee Mascota, Veterinario atiende Cita.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separa un diagrama ER de un dibujo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aceptacion que conviene entregar es operativo: el diagrama esta bien si otra persona puede escribir el CREATE TABLE completo mirandolo, sin preguntar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opcionalidad es la parte que siempre se omite y la que mas cuesta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Consulta y Cita estan en relacion uno a uno pero no simetrica: una cita programada aun no tiene consulta, y una consulta no existe sin su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referencia de tamano, el modelo tiene ocho entidades y siete relaciones y debe caber legible en una hoja; si no cabe, se divide en vistas por subsistema, y eso es convencion, no norma.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Tipos de datos: donde se pagan las facturas mas caras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tipos parece trivial y es donde se pagan las facturas mas caras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telefono no es un numero: como NUMBER se pierden los ceros iniciales, no cabe el prefijo internacional ni una extension, asi que va VARCHAR(30).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fecha no es texto: si fecha_hora fuera VARCHAR(20), el ORDER BY seria alfabetico y no cronologico, no se podrian sumar treinta minutos para calcular el fin de la cita y el indice de la Clase 7 serviria de poco; va TIMESTAMP.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dinero no es flotante: FLOAT representa decimales en binario y arrastra errores que, sumados en cientos de lineas de detalle_factura, hacen que el total no cuadre con sus partes; va NUMBER(12,2) en Oracle o DECIMAL(12,2) en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Tipos de datos: donde se pagan las facturas mas caras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tentacion contraria, declarar todo VARCHAR(4000) por comodidad, renuncia a que la base valide algo y traslada la validacion entera a quien programe cada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Numeros de referencia como convencion del curso: nombre VARCHAR(80), email VARCHAR(120) porque el estandar de correo admite hasta 254 caracteres, telefono VARCHAR(30), especie VARCHAR(40).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de equivocarse no es reescribir una linea: la tabla ya tiene datos, el ALTER TABLE debe convertir cada valor, puede fallar por una sola fila invalida, bloquea la tabla mientras dura, y los procedimientos de las Clases 3 y 4 ya asumen el tipo antiguo.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Convenciones de nombres para que el DDL corra a la primera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en minusculas: PostgreSQL pliega a minuscula cualquier identificador sin comillas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escribir CREATE TABLE Mascota y despues consultarlo entrecomillado produce un error de tabla inexistente que cuesta veinte minutos de clase encontrar; la regla practica es no usar nunca comillas dobles en identificadores.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Nombres de tabla en singular y sin tildes ni enes: dueno, mascota, cita, veterinario, consulta, insumo, factura, detalle_factura.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tabla es un conjunto de entidades del mismo tipo, pero se nombra por lo que guarda cada fila, y el singular hace que la clave foranea se lea sola: cita.id_mascota apunta a mascota.id_mascota.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Convenciones de nombres para que el DDL corra a la primera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Palabras compuestas con guion bajo (detalle_factura, fecha_hora), nunca camelCase.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convencion que mas tiempo ahorra en el semestre: el mismo nombre en el diagrama, en el DDL y en el codigo Mermaid que se entrega; cuando los tres coinciden, revisar el taller de un estudiante es leer una sola vez.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dia y que se puede demostrar con cada 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lo que se puede demostrar con herramientas gratuitas conviene ser preciso, porque de eso depende que el taller no se atore.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Tambien se demuestra el borrado en cascada: DELETE FROM factura WHERE id_factura = 1 y verificar con SELECT COUNT(*) FROM detalle_factura que las lineas hijas desaparecieron.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ER dibujado al codigo Mermaid que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de hoy pide el modelo ER en la pregunta de tipo diagrama de la plataforma del curso, y esa pregunta NO recibe imagenes: recibe texto en sintaxis Mermaid (erDiagram) que la plataforma renderiza al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IA acierta la sintaxis; el modelo sigue siendo del estudiante, y por eso hay que revisar lo que devuelve: entidades completas, cardinalidades en el sentido correcto, PK y FK marcadas.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paso que nadie se puede saltar es pegar el codigo en la pregunta y mirarlo renderizado dentro de la plataforma del curso antes de enviar, porque un diagrama que no renderiza no se puede calificar.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Primera: si la pantalla muestra todo junto, por que no una sola tabla con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Segunda: la clave primaria tiene que ser el primer campo y autoincremental.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No: el orden fisico de las columnas es irrelevante para el motor, la clave primaria es una restriccion y no una posicion, y el autoincremento es solo una forma comoda de generar valores sustitutos.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la mas valiosa porque abre las clases siguientes: si pongo la clave foranea, ya no necesito validar en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foranea garantiza que el identificador exista, no que la regla de negocio se cumpla; la mascota inactiva tiene un identificador valido y la clave foranea la acepta sin chistar.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patron de tabla: PK, obligatorios y dominio cerrado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Mismo patron que pedira su DDL, sobre otra tabla del modelo.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veterinario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id_veterinario SERIAL PRIMARY KEY,      -- sustituta: la genera la base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tarjeta_prof   VARCHAR(30) UNIQUE,      -- natural: unica, pero puede faltar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    VARCHAR(80) NOT NULL,    -- obligatorio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especialidad   VARCHAR(40)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CHECK (especialidad IN ('GENERAL','CIRUGIA','DERMATOLOGIA')),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activo         CHAR(1) DEFAULT 'S'      -- baja logica, no DELETE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CHECK (activo IN ('S','N'))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clave foranea y que pasa al borrar el padre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insumo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id_insumo  SERIAL PRIMARY KEY,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VARCHAR(80)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stock      INT NOT NULL DEFAULT 0 CHECK (stock &gt;= 0),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precio     DECIMAL(12,2) NOT NULL CHECK (precio &gt; 0)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El comportamiento al borrar el padre SE ELIGE. Si no se declara,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PostgreSQL asume NO ACTION: se niega a borrar. Eso es del estandar.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detalle_factura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fk_detalle_insumo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FOREIGN KEY (id_insumo) REFERENCES insumo (id_insumo)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ON DELETE RESTRICT;   -- no se borra un insumo ya facturado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Integridad referencial: el error que devuelve el motor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Existe la mascota 1, no existe la 999.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(1, TIMESTAMP '2026-09-01 09:00:00',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INSERT 0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(999, TIMESTAMP '2026-09-01 10:00:00',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ERROR:  insert or update on table "cita" violates foreign key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     constraint "cita_id_mascota_fkey"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DETAIL:  Key (id_mascota)=(999) is not present in table "mascota".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JOIN de tres tablas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m.nombre    AS mascota,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d.nombre    AS dueno,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c.fecha_hora,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c.estado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dueno   d ON d.id_dueno   = m.id_dueno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c.fecha_hora &gt;= DATE '2026-09-01'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AND m.activa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c.fecha_hora;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el DDL NO puede defender solo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FK garantiza que el identificador EXISTA. No que el negocio lo quiera.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mascota SET activa = 'N' WHERE id_mascota = 1;   -- baja logica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(1, TIMESTAMP '2026-09-02 08:00:00',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INSERT 0 1   &lt;-- la acepta: para el motor la mascota 1 existe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Un CHECK tampoco: solo mira columnas de SU propia fila.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regla «una mascota inactiva no agenda» necesita consultar OTRA tabla,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y eso es un procedimiento (Clase 3) o un trigger (Clase 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93607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Fiddle, y cierre pasando el boceto a Mermaid con IA para pegarlo renderizado en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9331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del 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erma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xaml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1640" y="4311396"/>
            <a:ext cx="1220724" cy="12207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182660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cierras dominio + entidades mínimas + reglas de negocio propias.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DDL demo (Codigo/) es semilla; tu ER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nombrado y registrado.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Cliente: Clínica Veterinaria «Huellitas» · Sistema: VetCare DB (la base de datos).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 con plantilla fija: VetCare - [Apellido], alcance SI / NO y 3 reglas Condición → Acción.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Diagrama: boceto visual en Excalidraw o draw.io → código Mermaid (erDiagram) →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Nombres en minúscula y singular (dueno, mascota, cita) con id_&lt;entidad&gt;: iguales en ER, DDL y Mermaid.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Registrar el proyecto con el nombre exacto VetCare - [Apellido] (trabajo individual por defecto; equipo de 2-3 solo si el docente lo autoriza).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plantilla de la ficha del PI: alcance SI / alcance NO y 3 reglas de negocio propias en formato Condicion -&gt; Accion.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el ER borrador en Excalidraw o draw.io, pasarlo a Mermaid (erDiagram) con ayuda de una IA y pegarlo renderizado en la plataforma del curso.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Exportar tambien el PNG del ER a la carpeta del PI y verificar que los nombres coincidan con el DDL (minusculas, singular, id_&lt;entidad&gt;).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proyecto se llama VetCare - [Apellido]?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Las 3 reglas están escritas como Condición → Acción?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Mermaid renderiza dentro de la plataforma del curso (no basta el PNG)?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del PI (plantilla) + ER en Mermaid renderizado en la plataforma del curso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del PI (plantilla) + ER en Mermaid renderizado en la plataforma del curso (PNG para tu carpeta) + 3 reglas Condicion -&gt; Accion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