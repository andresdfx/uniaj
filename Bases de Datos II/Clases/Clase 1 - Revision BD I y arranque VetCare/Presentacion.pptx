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equipo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Modelo entidad-relacion: una tabla = conjunto de entidades del mismo tipo; cada fila es una instancia,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Reglas de negocio del PI que ya anticipan clases futuras: mascota inactiva no puede tener cita nueva (se…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equipo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cierran dominio + entidades mínimas + reglas de negocio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el ER del equipo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Equipo 2-3 nombrado.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clínica veterinaria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draw.io +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Reutilizar nombres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Formar equipo (2-3) y nombrar el proyecto VetCare DB.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Listar entidades minimas + 3 reglas de negocio propias.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ER borrador en draw.io/Excalidraw y exportar PNG.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5-8 lineas de alcance (que SI / que NO hara el PI).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 equipo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equipo + ER borrador (PNG) + lista de entidades/reglas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