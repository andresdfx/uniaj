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Revision BD I · Arranque VetCare DB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Diagnostico · dominio PI · primer modelo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Arranque PI: dominio, alcance y borrador ER de VetCare DB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+ DB Fiddle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del PI (plantilla) + ER en Mermaid renderizado en ExamLab (PNG para tu carpeta) + 3 reglas Condicion -&gt; Accion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cliente · Clínica Veterinaria «Huellitas»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Huellitas es la clínica (el cliente); VetCare DB es la base de datos que usted construye para ella.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Clínica Veterinaria «Huellitas»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lleva su gestión en papel y quiere un sistema. Tres personas lo van a usar: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Dueño de la clínica: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quiere métricas del negocio.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Recepcionista: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quiere agendar rápido y con pocos clics.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Veterinario: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quiere el historial del paciente a la mano durante la consulta.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Sus intereses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entran en conflicto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más datos dan mejores métricas, pero hacen más lento el agendamiento. Ahí están las decisiones de diseño del semestre.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Nivel conceptual = entidades y relaciones; nivel fisico = tablas con tipos y longitudes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Clave foranea (FK): columna que apunta a la PK de otra tabla y materializa una relacion (1-N o N-N via tabla…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Normalizacion 1FN-3FN en una frase cada una: 1FN = nada de listas dentro de una celda (una fila = una…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confundir PK con 'el primer campo de la tabla', o asumir que…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Dominio VetCare y sus relaciones: Dueno 1-N Mascota, Mascota 1-N Cita, Veterinario 1-N Cita, Consulta 1-1…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ER minimo VetCare (con cardinalidad)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FK siempre vive en la tabla del lado “N” de la relacion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Dueño
id_dueno (PK)
nombre, telefono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Mascota
id_mascota (PK)
id_dueno (FK)
activa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Cita
id_cita (PK)
id_mascota (FK)
fecha_hora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4023360"/>
            <a:ext cx="2468880" cy="10058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Veterinario
id_veterinario (PK)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17520" y="2743200"/>
            <a:ext cx="731519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 : 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217920" y="2743200"/>
            <a:ext cx="73152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760719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 : 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8183879" y="3474720"/>
            <a:ext cx="0" cy="5486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60919" y="35478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 : 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“Un dueño tiene N mascotas”, “una mascota tiene N citas”. La PK identifica cada fila; la FK materializa la relación y la BD la hace cumplir.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DDL minimo que sostiene el 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TABLE mascota 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id_mascota INT PRIMARY KEY,               -- PK: identifica la fila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id_dueno   INT NOT NULL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REFERENCES dueno(id_dueno),    -- FK: materializa la relacion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nombre     VARCHAR(60) NOT NULL,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activa     CHAR(1) DEFAULT 'S'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CHECK (activa IN ('S','N'))    -- regla de negocio en la BD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FK vive en el lado 'N' de la relacion. El CHECK ya es una regla de negocio.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draw.io + DB Fiddle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Boceto ER en draw.io (Dueno-Mascota-Cita) + CREATE TABLE minimo en DB Fiddle, y cierre pasando el boceto a Mermaid con IA para pegarlo renderizado en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ER VetCare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DDL demo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racle_live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Playground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oogle_doc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59331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Ficha del PI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erma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examla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1640" y="4311396"/>
            <a:ext cx="1220724" cy="122072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182660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ExamLab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codigo Mermaid dentro de ExamLab,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erDiagram».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ExamLab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 VetCare: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sin ER/alcance no hay base para procs ni seguridad.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cierras dominio + entidades mínimas + reglas de negocio propias.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DDL demo (Codigo/) es semilla; tu ER manda.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Arrancar VetCare: ficha + ER borrador + entidades/reglas.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Proyecto nombrado y registrado.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ER PNG con entidades mínimas.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3 reglas de negocio propias.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Alcance SI/NO 5-8 lineas.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Entrega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Cliente: Clínica Veterinaria «Huellitas» · Sistema: VetCare DB (la base de datos).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Ficha con plantilla fija: VetCare - [Apellido], alcance SI / NO y 3 reglas Condición → Acción.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Diagrama: boceto visual en Excalidraw o draw.io → código Mermaid (erDiagram) →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Nombres en minúscula y singular (dueno, mascota, cita) con id_&lt;entidad&gt;: iguales en ER, DDL y Mermaid.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Registrar el proyecto con el nombre exacto VetCare - [Apellido] (trabajo individual por defecto; equipo de 2-3 solo si el docente lo autoriza).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Llenar la plantilla de la ficha del PI: alcance SI / alcance NO y 3 reglas de negocio propias en formato Condicion -&gt; Accion.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Dibujar el ER borrador en Excalidraw o draw.io, pasarlo a Mermaid (erDiagram) con ayuda de una IA y pegarlo renderizado en ExamLab.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Exportar tambien el PNG del ER a la carpeta del PI y verificar que los nombres coincidan con el DDL (minusculas, singular, id_&lt;entidad&gt;).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El proyecto se llama VetCare - [Apellido]?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Las 3 reglas están escritas como Condición → Acción?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El Mermaid renderiza dentro de ExamLab (no basta el PNG)?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Hay PK/FK visibles en el ER?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Mascota inactiva / stock aparecen como regla?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El alcance evita scope infinito?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del PI (plantilla) + ER en Mermaid renderizado en ExamLab (PNG para tu carpeta) + 3 reglas Condicion -&gt; Accion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Arranque PI: dominio, alcance y borrador ER de VetCare DB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Arranque PI: dominio, alcance y borrador ER de VetCare DB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Ficha del PI (plantilla) + ER en Mermaid renderizado en ExamLab (PNG para tu carpeta) + 3 reglas Condicion -&gt; Accion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