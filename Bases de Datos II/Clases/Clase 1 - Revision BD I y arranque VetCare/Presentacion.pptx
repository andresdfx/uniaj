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equipo + ER borrador (PNG) + lista de entidades/reglas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Modelo entidad-relacion: una tabla = conjunto de entidades del mismo tipo; cada fila es una instancia,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Clave foranea (FK): columna que apunta a la PK de otra tabla y materializa una relacion (1-N o N-N via tabla…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Normalizacion 1FN-3FN en una frase cada una: 1FN = nada de listas dentro de una celda (una fila =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confundir PK con 'el primer campo de la tabla', o asumir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Dominio VetCare y sus relaciones: Dueno 1-N Mascota, Mascota 1-N Cita, Veterinario 1-N Cita, Consulta 1-1…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Reglas de negocio del PI que ya anticipan clases futuras: mascota inactiva no puede tener cita nueva (se…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60919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equipo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cierran dominio + entidades mínimas + reglas de negocio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DDL demo (Codigo/) es semilla; el ER del equipo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Equipo 2-3 nombrado.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Dominio: clínica veterinaria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Herramientas: draw.io + DB Fiddle.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Reutilizar nombres del enunciado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Formar equipo (2-3) y nombrar el proyecto VetCare DB.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Listar entidades minimas + 3 reglas de negocio propias.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ER borrador en draw.io/Excalidraw y exportar PNG.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5-8 lineas de alcance (que SI / que NO hara el PI).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equipo + ER borrador (PNG) + lista de entidades/reglas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 equipo + ER borrador (PNG) + lista de entidades/reglas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