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Veterinaria Huellitas atiende un alto volumen de pacientes y lleva toda su gestion en carpetas de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curso de bases de datos que no nombra al cliente convierte cada taller en un ejercicio suelto; nombrarlo hace que el estudiante pueda decidir por si mismo si un dato sobra.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es el SISTEMA que se le construye, y VetCare DB es concretamente la base de datos de ese sistema, que es lo que se hace en esta asignatura.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Programacion II construye la aplicacion para el mismo cliente y Seminario disena sus planos, asi que un estudiante que curse dos de las tres materias trabaja el mismo caso desde dos angulos.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entregable del semestre es un esquema con integridad, roles, procedimientos y un plan de ejecucion, no una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dueno de la clinica quiere metricas del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quiere agendar rapido y con pocos clics.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veterinario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Ahi esta la diferencia entre un modelo copiado y uno decidido.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parece repetir Bases de Datos I y no lo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no es estilo, es una restriccion que el motor verifica en cada INSERT y UPDATE y que rechaza con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natural ahorra un JOIN cuando se busca por ella; la sustituta gana cuando el dato natural cambia, se repite o todavia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pasan las tres cosas: el dueno llega sin cedula a la mano, un microchip se digita mal y hay que corregirlo, y una mascota rescatada no tiene microchip.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esquema usa identificadores sustitutos y guarda el dato natural aparte con unicidad: CREATE TABLE dueno (id_dueno INT PRIMARY KEY, cedula VARCHAR(20) UNIQUE, nombre VARCHAR(80) NOT NULL, telefono VARCHAR(30), email VARCHAR(120)).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UNIQUE impide dos duenos con la misma cedula, permite dejarla nula un rato y permite corregirla sin tocar las filas de mascota que apuntan al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Supongamos que el estudiante guarda el telefono del dueno dentro de cada fila 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Aparecen tres anomalias.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Leidas asi, las tres formas normales son tres vacunas.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INSERT INTO cita (id_cita, id_mascota, fecha_hora, estado) VALUES (101, 999, TIMESTAMP '2026-09-01 09:00:00', 'PROGRAMADA')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casi nunca se explica es la otra mitad: que pasa al borrar el padre.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declarar la clave foranea se elige el comportamiento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RESTRICT o NO ACTION impide borrar el dueno mientras tenga mascotas, CASCADE borra las filas hijas en cadena y SET NULL deja la referencia nula.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 decide entidad por entidad: mascota hacia dueno restrictivo, porque borrar un dueno no debe evaporar el historial clinico; consulta hacia cita restrictivo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baja logica es la que obliga a validar en la Clase 3 que una mascota inactiva no agende, porque la clave foranea la sigue aceptando: el identificador existe, el negocio no lo quiere.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hace es marcar la fila como inactiva: activa CHAR(1) DEFAULT 'S' CHECK (activa IN ('S','N')), y las consultas del dia a dia filtran WHERE activa = 'S'.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el entregable de hoy es un PNG y es facil entregar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se materializa como consulta.id_cita NOT NULL UNIQUE, no como una clave foranea simple, y decidirlo hoy evita la pregunta que aparece en la Clase 3 cuando alguien intenta registrar la consulta antes de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Identificadores sustitutos uniformes con el patron id_&lt;entidad&gt;, el mismo nombre en la tabla propia y en la que la referencia, para que el JOIN se escriba sin buscar como se llamo la columna 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 que se entrega; cuando los tres coinciden, revisar el taller de un estudiante es leer una sola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lo que se puede demostrar con herramientas gratuitas conviene ser preciso, porque de eso depende que el taller no se atore.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DB Fiddle, sin cuenta y en menos de un minuto, se ejecuta el guion completo de CREATE TABLE con claves primarias, foraneas y CHECK, se insertan Ana Perez, Luna y su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corre el JOIN de las tres tablas y, sobre todo, se provoca el error de integridad en vivo insertando una cita con id_mascota inexistente para que el grupo lea el mensaje real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DB Fiddle no da es persistencia: cada ejecucion recrea el esquema desde cero y no hay usuarios ni roles reales, razon por la cual la Clase 2 trabaja con matriz documentada.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 que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de hoy pide el modelo ER en la pregunta de tipo diagrama de la plataforma del curso, y esa pregunta NO recibe imagenes: recibe texto en sintaxis Mermaid (erDiagram) que la plataforma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la pregunta y mirarlo renderizado dentro de la plataforma del curso antes de enviar, porque un diagrama que no renderiza no se puede calificar.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PNG exportado se conserva en la carpeta del PI para el informe, pero no reemplaza la respuesta en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regla necesita otra herramienta: un CHECK cuando mira solo columnas de la misma fila, un procedimiento almacenado cuando debe consultar otra tabla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hito de la Clase 3, o un disparador cuando debe aplicarse aunque nadie llame al procedimiento, que es el hito de la Clase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la plataforma del curso.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la plataforma del curso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la plataforma del curso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