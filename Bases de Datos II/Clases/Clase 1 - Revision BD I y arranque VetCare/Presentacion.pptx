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Revision BD I · Arranque VetCare DB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Diagnostico · dominio PI · primer modelo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Arranque PI: dominio, alcance y borrador ER de VetCare DB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draw.io + DB Fiddle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Teoría breve · Taller PI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Ficha del proyecto + ER borrador (PNG) + lista de entidades/reglas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teoría no es un tema aislado: alimenta evidencias de la rúbrica del PI.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salir: avance concreto en su paquete VetCare.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regular · VetCare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tarea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· cierre · dudas del 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 (breve)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Modelo entidad-relacion: una tabla = conjunto de entidades del mismo tipo; cada fila es una instancia, cada…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Clave foranea (FK): columna que apunta a la PK de otra tabla y materializa una relacion (1-N o N-N via tabla…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Normalizacion 1FN-3FN en una frase cada una: 1FN = nada de listas dentro de una celda (una fila = una…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Error de docente que no domina el tema: confundir PK con 'el primer campo de la tabla', o asumir que…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Dominio VetCare y sus relaciones: Dueno 1-N Mascota, Mascota 1-N Cita, Veterinario 1-N Cita, Consulta 1-1…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ER minimo VetCare (con cardinalidad)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La FK siempre vive en la tabla del lado “N” de la relacion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11680"/>
            <a:ext cx="2468880" cy="146304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Dueño
id_dueno (PK)
nombre, telefono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49039" y="2011680"/>
            <a:ext cx="2468880" cy="146304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Mascota
id_mascota (PK)
id_dueno (FK)
activa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49440" y="2011680"/>
            <a:ext cx="2468880" cy="146304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Cita
id_cita (PK)
id_mascota (FK)
fecha_hora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49440" y="4023360"/>
            <a:ext cx="2468880" cy="100584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Veterinario
id_veterinario (PK)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017520" y="2743200"/>
            <a:ext cx="731519" cy="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2560320" y="25420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1 : N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217920" y="2743200"/>
            <a:ext cx="731520" cy="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760719" y="254203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1 : N</a:t>
            </a:r>
          </a:p>
        </p:txBody>
      </p:sp>
      <p:cxnSp>
        <p:nvCxnSpPr>
          <p:cNvPr id="14" name="Connector 13"/>
          <p:cNvCxnSpPr/>
          <p:nvPr/>
        </p:nvCxnSpPr>
        <p:spPr>
          <a:xfrm flipV="1">
            <a:off x="8183879" y="3474720"/>
            <a:ext cx="0" cy="54864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360919" y="354787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1 : 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26364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“Un dueño tiene N mascotas”, “una mascota tiene N citas”. La PK identifica cada fila; la FK materializa la relación y la BD la hace cumplir.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DDL minimo que sostiene el 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CREATE TABLE mascota (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id_mascota INT PRIMARY KEY,               -- PK: identifica la fila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id_dueno   INT NOT NULL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REFERENCES dueno(id_dueno),    -- FK: materializa la relacion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nombre     VARCHAR(60) NOT NULL,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activa     CHAR(1) DEFAULT 'S'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CHECK (activa IN ('S','N'))    -- regla de negocio en la BD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La FK vive en el lado 'N' de la relacion. El CHECK ya es una regla de negocio.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draw.io + DB Fiddle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Boceto ER en draw.io (Dueno-Mascota-Cita) + CREATE TABLE minimo en DB Fiddle.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Sigan el mismo dominio VetCare (no inventen otro caso).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final de la demo: dejar enlace/script compartible al grupo.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913" y="1792224"/>
            <a:ext cx="1051560" cy="1051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ER VetCare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bfidd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0067" y="1792224"/>
            <a:ext cx="1051560" cy="1051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DB Fiddle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DDL demo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oracle_livesq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6222" y="1792224"/>
            <a:ext cx="1051560" cy="10515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Oracle Live SQL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Playground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google_doc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43913" y="4256532"/>
            <a:ext cx="1051560" cy="105156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30352" y="5381244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Ficha del PI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contexto /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qué importa al PI VetCare: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sin ER/alcance no hay base para procs ni seguridad.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Hoy cierras dominio + entidades mínimas + reglas de negocio propias.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DDL demo (Codigo/) es semilla; tu ER manda.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objetivo y criterios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Arrancar VetCare: ficha + ER borrador + entidades/reglas.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Proyecto nombrado y registrado.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ER PNG con entidades mínimas.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3 reglas de negocio propias.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Alcance SI/NO 5-8 lineas.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Entrega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escenario / datos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Dominio: clínica veterinaria VetCare.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Herramientas: draw.io + DB Fiddle.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Reutilizar nombres del enunciado PI.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Nombrar y registrar su proyecto VetCare DB (trabajo individual por defecto; equipo de 2-3 solo si el docente lo autoriza).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Listar entidades minimas + 3 reglas de negocio propias.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Dibujar ER borrador en draw.io/Excalidraw y exportar PNG.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Escribir 5-8 lineas de alcance (que SI / que NO hara el PI).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pistas (checklist vacio)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Hay PK/FK visibles en el ER?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Mascota inactiva / stock aparecen como regla?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El alcance evita scope infinito?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Ficha del proyecto + ER borrador (PNG) + lista de entidades/reglas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Evidencia en playground (enlace) o archivo SQL/PNG propio.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Actualizar checklist PI (que criterio de rubrica avanzo).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(https://examlab.lovable.app/) — domingo 23:59 cuando aplique taller.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Arranque PI: dominio, alcance y borrador ER de VetCare DB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 DB).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Taller de la semana en ExamLab (https://examlab.lovable.app/): domingo 23:59 (regla del Acuerdo) cuando aplique.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Arranque PI: dominio, alcance y borrador ER de VetCare DB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Ficha del proyecto + ER borrador (PNG) + lista de entidades/reglas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continuar el hilo del PI segun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breve · practica = PI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