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Revision BD I · Arranque VetCare DB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Diagnostico · dominio PI · primer modelo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Arranque PI: dominio, alcance y borrador ER de VetCare DB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draw.io + DB Fiddle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Ficha del PI (plantilla) + ER en Mermaid renderizado en ExamLab (PNG para tu carpeta) + 3 reglas Condicion -&gt; Accion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salir: avance concreto en su paquete VetCare.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Nivel conceptual = entidades y relaciones; nivel fisico = tablas con tipos y longitudes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Clave foranea (FK): columna que apunta a la PK de otra tabla y materializa una relacion (1-N o N-N via tabla…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Normalizacion 1FN-3FN en una frase cada una: 1FN = nada de listas dentro de una celda (una fila = una…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Error de docente que no domina el tema: confundir PK con 'el primer campo de la tabla', o asumir que…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Dominio VetCare y sus relaciones: Dueno 1-N Mascota, Mascota 1-N Cita, Veterinario 1-N Cita, Consulta 1-1…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ER minimo VetCare (con cardinalidad)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 FK siempre vive en la tabla del lado “N” de la relacion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2468880" cy="146304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Dueño
id_dueno (PK)
nombre, telefono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49039" y="2011680"/>
            <a:ext cx="2468880" cy="14630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Mascota
id_mascota (PK)
id_dueno (FK)
activa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49440" y="2011680"/>
            <a:ext cx="2468880" cy="146304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Cita
id_cita (PK)
id_mascota (FK)
fecha_hora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0" y="4023360"/>
            <a:ext cx="2468880" cy="10058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Veterinario
id_veterinario (PK)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017520" y="2743200"/>
            <a:ext cx="731519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560320" y="25420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1 : 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217920" y="2743200"/>
            <a:ext cx="73152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760719" y="25420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1 : N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8183879" y="3474720"/>
            <a:ext cx="0" cy="54864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60919" y="354787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1 : 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“Un dueño tiene N mascotas”, “una mascota tiene N citas”. La PK identifica cada fila; la FK materializa la relación y la BD la hace cumplir.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DDL minimo que sostiene el 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TABLE mascota (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id_mascota INT PRIMARY KEY,               -- PK: identifica la fila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id_dueno   INT NOT NULL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REFERENCES dueno(id_dueno),    -- FK: materializa la relacion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nombre     VARCHAR(60) NOT NULL,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activa     CHAR(1) DEFAULT 'S'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CHECK (activa IN ('S','N'))    -- regla de negocio en la BD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 FK vive en el lado 'N' de la relacion. El CHECK ya es una regla de negocio.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draw.io + DB Fiddle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Boceto ER en draw.io (Dueno-Mascota-Cita) + CREATE TABLE minimo en DB Fiddle, y cierre pasando el boceto a Mermaid con IA para pegarlo renderizado en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final de la demo: dejar enlace/script compartible al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ER VetCare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bfidd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DDL demo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oracle_livesq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640" y="1847087"/>
            <a:ext cx="1220724" cy="1220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Playground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google_doc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59331" y="4311396"/>
            <a:ext cx="1220724" cy="12207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30352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Ficha del PI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83354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83354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83354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mermai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5485" y="4311396"/>
            <a:ext cx="1220724" cy="122072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4356506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Mermaid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Codigo del ER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09508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09508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09508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examla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11640" y="4311396"/>
            <a:ext cx="1220724" cy="122072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8182660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Donde se entrega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 ExamLab (diagrama)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se entrega como codigo Mermaid dentro de ExamLab, no como imagen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Disena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mas rapido arrastrar cajas que escribir codigo, y ahi es donde piensas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Copia o describe tu boceto a una IA y pidele el codigo Mermaid: «convierte este diagrama a Mermaid usando erDiagram».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Pega y renderiza en ExamLab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ese codigo en la caja de texto de la pregunta y mira como lo dibuja la plataforma. Si no renderiza, corrige ahi mismo: lo que se califica es el diagrama renderizado dentro de ExamLab.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el PNG para tu PI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Exporta tambien la imagen a la carpeta de tu Proyecto Integrador. Esa copia es para tu informe; no reemplaza la respuesta en la plataforma.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qué importa al PI VetCare: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sin ER/alcance no hay base para procs ni seguridad.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Hoy cierras dominio + entidades mínimas + reglas de negocio propias.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DDL demo (Codigo/) es semilla; tu ER manda.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Arrancar VetCare: ficha + ER borrador + entidades/reglas.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Proyecto nombrado y registrado.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ER PNG con entidades mínimas.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3 reglas de negocio propias.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Alcance SI/NO 5-8 lineas.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Entrega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Dominio: clínica veterinaria VetCare.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Ficha con plantilla fija: VetCare - [Apellido], alcance SI / NO y 3 reglas Condición → Acción.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Diagrama: boceto visual en Excalidraw o draw.io → código Mermaid (erDiagram) →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Nombres en minúscula y singular (dueno, mascota, cita) con id_&lt;entidad&gt;: iguales en ER, DDL y Mermaid.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860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860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645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Registrar el proyecto con el nombre exacto VetCare - [Apellido] (trabajo individual por defecto; equipo de 2-3 solo si el docente lo autoriza).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697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3003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3003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788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Llenar la plantilla de la ficha del PI: alcance SI / alcance NO y 3 reglas de negocio propias en formato Condicion -&gt; Accion.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40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4146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146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931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Dibujar el ER borrador en Excalidraw o draw.io, pasarlo a Mermaid (erDiagram) con ayuda de una IA y pegarlo renderizado en ExamLab.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983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5289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5289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5074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Exportar tambien el PNG del ER a la carpeta del PI y verificar que los nombres coincidan con el DDL (minusculas, singular, id_&lt;entidad&gt;).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El proyecto se llama VetCare - [Apellido]?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Las 3 reglas están escritas como Condición → Acción?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El Mermaid renderiza dentro de ExamLab (no basta el PNG)?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291840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3438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438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3383280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Hay PK/FK visibles en el ER?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968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4114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114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4059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Mascota inactiva / stock aparecen como regla?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645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4791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4791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4736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El alcance evita scope infinito?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Ficha del PI (plantilla) + ER en Mermaid renderizado en ExamLab (PNG para tu carpeta) + 3 reglas Condicion -&gt; Accion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Evidencia en playground (enlace) o archivo SQL/PNG propio.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(https://uniaj.examlab.workers.dev/) — domingo 23:59 cuando aplique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Arranque PI: dominio, alcance y borrador ER de VetCare DB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Taller de la semana en ExamLab (https://uniaj.examlab.workers.dev/): domingo 23:59 (regla del Acuerdo) cuando aplique.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Arranque PI: dominio, alcance y borrador ER de VetCare DB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Ficha del PI (plantilla) + ER en Mermaid renderizado en ExamLab (PNG para tu carpeta) + 3 reglas Condicion -&gt; Accion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