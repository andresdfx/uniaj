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la plataforma del curso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cliente · Clínica Veterinaria «Huellitas»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Huellitas es la clínica (el cliente); VetCare DB es la base de datos que usted construye para ella.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Clínica Veterinaria «Huellitas»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(Cali): unas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150 citas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16 veterinarios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~5.000 mascotas de ~2.000 dueños — y todo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carpetas de papel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Duele en tres puntos: se extravían fichas, buscar un historial genera filas en la sala de espera, y no hay métricas.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personas van a usar el sistema, y esperan cosas distintas: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dueño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métricas,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recepcionista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agendar rápido,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veterinario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historial a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intereses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entran en conflicto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más datos dan mejores métricas, pero hacen más lento el agendamiento. Ahí están las decisiones de diseño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Caso completo: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anexo «Caso de estudio Clínica Huellitas» en Clases/Proyecto Integrador — 8 entidades, 3 reglas y el elenco de nombres.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Nivel conceptual = entidades y relaciones; nivel fisico = tablas con tipos y longitudes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93607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1: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Fiddle, y cierre pasando el boceto a Mermaid con IA para pegarlo renderizado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59331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erma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09508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09508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xamla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1640" y="4311396"/>
            <a:ext cx="1220724" cy="12207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182660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erDiagram».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Cliente: Clínica Veterinaria «Huellitas» · Sistema: VetCare DB (la base de datos).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 con plantilla fija: VetCare - [Apellido], alcance SI / NO y 3 reglas Condición → Acción.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Diagrama: boceto visual en Excalidraw o draw.io → código Mermaid (erDiagram) →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Nombres en minúscula y singular (dueno, mascota, cita) con id_&lt;entidad&gt;: iguales en ER, DDL y Mermaid.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Registrar el proyecto con el nombre exacto VetCare - [Apellido]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Llenar la plantilla de la ficha del PI: alcance SI / alcance NO y 3 reglas de negocio propias en formato Condicion -&gt; Accion.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el ER borrador en Excalidraw o draw.io, pasarlo a Mermaid (erDiagram) con ayuda de una IA y pegarlo renderizado en la plataforma del curso.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Exportar tambien el PNG del ER a la carpeta del PI y verificar que los nombres coincidan con el DDL (minusculas, singular, id_&lt;entidad&gt;).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proyecto se llama VetCare - [Apellido]?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Las 3 reglas están escritas como Condición → Acción?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Mermaid renderiza dentro de la plataforma del curso (no basta el PNG)?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del PI (plantilla) + ER en Mermaid renderizado en la plataforma del curso (PNG para tu carpeta) + 3 reglas Condicion -&gt; Accion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PI (plantilla) + ER en Mermaid renderizado en la plataforma del curso (PNG para tu carpeta) + 3 reglas Condicion -&gt; Accion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