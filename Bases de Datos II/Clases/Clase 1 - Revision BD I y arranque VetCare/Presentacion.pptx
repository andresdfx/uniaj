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equipo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cierran dominio + entidades mínimas + reglas de negocio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el ER del equipo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Equipo 2-3 nombrado.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Formar equipo (2-3) y nombrar el proyecto VetCare 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equipo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