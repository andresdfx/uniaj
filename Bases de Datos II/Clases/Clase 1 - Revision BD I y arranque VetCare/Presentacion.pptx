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Modelo entidad-relacion: una tabla = conjunto de entidades del mismo tipo; cada fila es una instancia,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Reglas de negocio del PI que ya anticipan clases futuras: mascota inactiva no puede tener cita nueva (se…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equipo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cierran dominio + entidades mínimas + reglas de negocio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el ER del equipo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Equipo 2-3 nombrado.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draw.io +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Reutilizar nombres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Formar equipo (2-3) y nombrar el proyecto VetCare DB.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Listar entidades minimas + 3 reglas de negocio propias.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ER borrador en draw.io/Excalidraw y exportar PNG.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5-8 lineas de alcance (que SI / que NO hara el PI).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En el modelo VetCare, ¿qué diferencia PK de FK?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No hay diferencia',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PK identifica la fila; FK referencia otra PK',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FK solo sirve para índices',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PK es solo texto',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¿Cuáles son entidades mínimas típicas del PI VetCare?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Factura',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Dueño, Mascota, Cita (y relacionadas)',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logs de servidor',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Solo usuarios LMS',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ER del PI se entrega en draw.io (PNG/SVG) como evidencia visual, no solo como párrafo.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Normalización 1–3FN se aplica en el PI solo donde aporta al modelo VetCare (no teoría aislada).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Regla de negocio típica VetCare: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Mascota inactiva puede agendar sin control',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Stock puede ser negativo sin auditar',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Mascota inactiva no agenda; stock ≥ 0; auditoría sensible',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Sin reglas',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diagnóstico de Clase 1 evalúa logística del Campus Virtual, no saberes previos de BD 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Nombre 3 entidades de su ER VetCare y una FK entre dos de ellas.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Escriba en una frase el alcance SI / NO de su PI esta semana.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equipo + ER borrador (PNG) + lista de entidades/reglas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