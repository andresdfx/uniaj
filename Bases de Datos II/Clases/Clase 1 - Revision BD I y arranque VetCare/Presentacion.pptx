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administracion reporta tres problemas y conviene enunciarlos tal cual, porque cada uno se traduce despues en una decision de esquema: se extravian fichas de pacientes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la razon de que el expediente tenga que vivir en una fila con clave primaria y no en un papel; buscar un historial en el archivo fisico genera filas en la sala de espera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motivo por el que en la Clase 7 se habla de indices y no como un tema abstracto de rendimiento; y no hay metricas, no saben cuantas especies atienden al mes, que es exactamente la consulta agregada que aparece en el taller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clinica Huellitas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es el SISTEMA que se le construye, y VetCare DB es concretamente la base de datos de ese sistema, que es lo que se hace en esta asignatura.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de hoy conviene decirla de forma explicita para cortar la ansiedad: aqui no se pide la aplicacion ni la interfaz, se pide la capa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entregable del semestre es un esquema con integridad, roles, procedimientos y un plan de ejecucion, no una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distintas, cuando tenga cien mil filas y cuando alguien meta datos malos, a veces por error y a veces a proposito.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columna es un atributo, y todo atributo tiene un dominio, el conjunto de valores que el motor considera legales: especie no acepta cualquier texto, acepta Canino, Felino, Ave u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estas tres nociones se monta el semestre: los roles de la Clase 2 se otorgan sobre tablas, los procedimientos de la Clase 3 validan columnas y los indices de la Clase 7 se crean sobre columnas concretas.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operativo para saber si el conceptual esta completo es exactamente ese: si otra persona puede escribir el fisico mirandolo, sin preguntar nada, esta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pasan las tres cosas: el dueno llega sin cedula a la mano, un microchip se digita mal y hay que corregirlo, y una mascota rescatada no tiene microchip.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citable, y es convencion de oficio, no regla dura: si el valor lo controla un tercero, el Estado o un fabricante, no lo use como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dueno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INT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cedula VARCHAR(20) UNIQUE,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telefono VARCHAR(30),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email VARCHAR(120)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citas, y si una queda sin actualizar la base contiene dos verdades contradictorias.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nada de listas en una celda; guardar 3001112233 y 3159998877 juntos obliga a buscar con SUBSTR, no se puede indexar y no se sabe cual esta vigente, luego se crea telefono_dueno.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en detalle_factura, con clave compuesta (id_factura, id_insumo), un atributo como nombre_insumo depende solo de id_insumo y sale hacia insumo; en cambio precio_unitario se queda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Tercera: si cita guardara especialidad_veterinario, ese atributo depende de id_veterinario y no de id_cita, luego sale hacia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forma normal es el punto de parada practico en casi todo sistema transaccional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se decide entidad por entidad: mascota hacia dueno restrictivo, porque borrar un dueno no debe evaporar el historial clinico; consulta hacia cita restrictivo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honesta es que en produccion casi nada se borra: se marca inactivo con activa CHAR(1) DEFAULT 'S' CHECK (activa IN ('S','N')).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(id_cita, 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(101, 999, TIMESTAMP '2026-09-01 09:00:00', 'PROGRAMADA')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el entregable de hoy es un PNG y es facil entregar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 cada atributo con tipo y longitud, no solo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apunta; cada relacion con cardinalidad en los dos extremos, con maximo y minimo; y cada relacion con nombre verbal legible, Dueno posee Mascota, Veterinario atiende 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aceptacion que conviene entregar es operativo: el diagrama esta bien si otra persona puede escribir el CREATE TABLE completo mirandolo, sin preguntar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opcionalidad es la parte que siempre se omite y la que mas cuesta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Consulta y Cita estan en relacion uno a uno pero no simetrica: una cita programada aun no tiene consulta, y una consulta no existe sin su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referencia de tamano, el modelo tiene ocho entidades y siete relaciones y debe caber legible en una hoja; si no cabe, se divide en vistas por subsistema, y eso es convencion, no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tentacion contraria, declarar todo VARCHAR(4000) por comodidad, renuncia a que la base valide algo y traslada la validacion entera a quien programe cada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Numeros de referencia como convencion del curso: nombre VARCHAR(80), email VARCHAR(120) porque el estandar de correo admite hasta 254 caracteres, telefono VARCHAR(30), especie VARCHAR(40).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 es un conjunto de entidades del mismo tipo, pero se nombra por lo que guarda cada fila, y el singular hace que la clave foranea se lea sola: cita.id_mascota apunta a mascota.id_mascota.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Palabras compuestas con guion bajo (detalle_factura, fecha_hora), nunca camelCase.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convencion que mas tiempo ahorra en el semestre: el mismo nombre en el diagrama, en el DDL y en el codigo Mermaid que se entrega; cuando los tres coinciden, revisar el taller de un estudiante es leer una sola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lo que se puede demostrar con herramientas gratuitas conviene ser preciso, porque de eso depende que el taller no se atore.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 lineas hijas desaparecieron.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 que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de hoy pide el modelo ER en la pregunta de tipo diagrama de la plataforma del curso, y esa pregunta NO recibe imagenes: recibe texto en sintaxis Mermaid (erDiagram) que la plataforma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devuelve: entidades completas, cardinalidades en el sentido correcto, PK y FK marcadas.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la pregunta y mirarlo renderizado dentro de la plataforma del curso antes de enviar, porque un diagrama que no renderiza no se puede calificar.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si la pantalla muestra todo junto, por que no una sola tabla con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la clave primaria tiene que ser el primer campo y autoincremental.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el orden fisico de las columnas es irrelevante para el motor, la clave primaria es una restriccion y no una posicion, y el autoincremento es solo una forma comoda de generar valores sustitutos.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la mas valiosa porque abre las clases siguientes: si pongo la clave foranea, ya no necesito validar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garantiza que el identificador exista, no que la regla de negocio se cumpla; la mascota inactiva tiene un identificador valido y la clave foranea la acepta sin chistar.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la plataforma del curso.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la plataforma del curso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la plataforma del curso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