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Procedimientos almacenados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Logica de negocio en la BD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&gt;=1 procedimiento de negocio (agendar cita / registrar consulta)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PostgreSQL en el navegador +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2 procedimientos en PL/pgSQL corriendo en la plataforma del curso + bateria de pruebas con su tabla resultado_prueba + contrato del proc (6 bloques)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almacenado es logica de negocio guardada DENTRO de la base, y se llama con CALL. No es una…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molde de PL/pgSQL es fijo: CREATE PROCEDURE nombre(params) LANGUAGE plpgsql AS $proc$ ... $proc$;. Dentro…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Parametros: IN es el defecto y no se escribe; OUT e INOUT existen pero hoy no se usan para reportar errores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validacion no devuelve un mensaje: aborta con RAISE EXCEPTION 'ERROR: ... %', variable;. El % se sustituye…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sin prueba no esta terminado: la bateria son bloques DO que capturan el error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Por que un procedimiento y no SQL en cada pantalla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Sin procedimiento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pantalla reescribe la regla a su manera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Alguien la escribe distinta... o la olvida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app arma SQL con texto -&gt; inyeccion SQL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Cambiar la regla = buscarla en N lugares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Con procedimiento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regla vive UNA vez, dentro de la BD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Toda la app la respeta sin excepcion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Parametros tipados: sin concatenar texto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Cambiar la regla = un solo lugar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molde de PL/pgSQL y la validacion que aborta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CREATE OR REPLACE PROCEDURE sp_agendar_cita(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p_id_mascota INT, p_id_veterinario INT,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p_fecha_hora TIMESTAMP)          -- id_cita es SERIAL: no se pasa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LANGUAGE plpgsql AS $proc$         -- ni IS, ni VARCHAR2, ni / final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DECLARE v_activa CHAR(1);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SELECT activa INTO v_activa FROM mascota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WHERE id_mascota = p_id_mascota;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IF NOT FOUND THEN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RAISE EXCEPTION 'ERROR: la mascota % no existe', p_id_mascota;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END IF;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IF v_activa &lt;&gt; 'S' THEN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RAISE EXCEPTION 'ERROR: la mascota % esta inactiva', p_id_mascota;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END IF;                          -- aborta: no inserta NADA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INSERT INTO cita(id_mascota, id_veterinario, fecha_hora, estado)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VALUES (p_id_mascota, p_id_veterinario, p_fecha_hora, 'PROGRAMADA');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END; $proc$;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«RAISE EXCEPTION» aborta el CALL completo y deshace lo hecho. Con el mensaje en un parametro OUT, el INSERT seguiria corriendo.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bateria de pruebas: un bloque DO por caso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Un procedimiento sin bateria no esta terminado: son 25 de los 100 puntos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un bloque por caso.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 los cuatro «CALL» van seguidos, el primero que falla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aborta el resto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la evidencia queda a medias. «DO $$ ... $$;» es un bloque anonimo —se ejecuta una vez y no se guarda— y su «EXCEPTION» atrapa el error y deja seguir al siguiente caso.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molde de un caso error.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«DO $$ BEGIN CALL sp_agendar_cita(...); INSERT INTO resultado_prueba VALUES (..., 'FALLO: no lanzo error', FALSE); EXCEPTION WHEN OTHERS THEN INSERT INTO resultado_prueba VALUES (..., SQLERRM, TRUE); END $$;» — «SQLERRM» es el texto del error que se acaba de capturar.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Los 4 casos, y la prueba de que si inserto.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1 caso OK + mascota inexistente + mascota inactiva + franja ocupada. Y un «COUNT(*)» sobre «cita»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y despues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tiene que pasar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10 a 11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filas. Sin ese conteo nada demuestra que el caso OK hizo algo.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columna paso y la trampa de WHEN OTHERS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Los 25 puntos se califican por esta tabla, no por el CALL suelto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Ojo con la logica invertida, y con «WHEN OTHERS» a secas.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un caso error,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llegar al final sin excepcion es el fallo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Y no basta con que falle: hay que verificar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que falle por lo esperado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(«SQLERRM ILIKE '%inactiva%'»), porque un typo en un nombre de columna tambien lanza excepcion y se reportaria como prueba superada.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tabla de resultados.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«resultado_prueba(id_prueba SERIAL, caso TEXT, esperado TEXT, obtenido TEXT, paso BOOLEAN)», y un «SELECT * ... ORDER BY id_prueba;» con las 4 filas. «paso» admite dos lecturas —«coincidio con lo esperado» o «la operacion se completo»— y las dos valen; lo que se exige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usar la misma para las 4 y decir cual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contrato del procedimiento: los 6 bloques que consume la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Es el entregable de la pregunta 5, vale 15 puntos, y la plantilla en blanco de los 6 bloques esta en el Taller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1. Firma exacta.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«sp_agendar_cita(p_id_mascota INT, p_id_veterinario INT, p_fecha_hora TIMESTAMP)»: nombre, orden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cada parametro. Sin los tipos no es un contrato, es una descripcion.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 Como se llama: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«CALL» de ejemplo con valores reales, copiable tal cual.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 Precondiciones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lo que garantiza quien llama: la mascota existe y esta activa, la franja del veterinario esta libre.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 Postcondiciones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lo que queda cierto si termina bien: una fila nueva en «cita» con estado «PROGRAMADA»,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ninguna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 termina mal.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5. Tabla de errores.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Una fila por cada «RAISE EXCEPTION», con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mensaje literal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que debe hacer la app al recibirlo. Es lo que vuelve programable el contrato: sin el texto exacto, la app no puede distinguir un error de otro.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6. Decision de diseno.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Por que se aborta en vez de devolver un codigo en un «OUT»: porque abortar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deshace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 hecho, y un codigo que nadie revise deja la cita creada igual.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PROCEDURE o FUNCTION: cual se puede usar dentro de un SELECT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PROCEDURE y FUNCTION no son sinonimos: si el resultado tiene que entrar en un SELECT, es FUNCTION. Son 10 de los 100 puntos y es la bisagra con la Clase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«FUNCTION»: devuelve un valor y se invoca DENTRO de una consulta.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«CREATE FUNCTION fn_precio(p_especie TEXT) RETURNS NUMERIC LANGUAGE plpgsql AS $fn$ ... RETURN v_precio; ... $fn$;» y se usa «SELECT nombre, fn_precio(especie) FROM mascota;». Es la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unica de las dos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que cabe en la lista de columnas de un «SELECT», en un «WHERE» o en un «ORDER BY».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«PROCEDURE»: ejecuta pasos y se invoca como sentencia suelta.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«CALL sp_agendar_cita(3, 7, '2026-09-01 10:00');».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se puede poner en un «SELECT». Si lo intentas, el motor responde «sp_agendar_cita(...) is not a function».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Las dos pueden ser «LANGUAGE plpgsql».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El lenguaje no decide nada: es falso que una funcion necesite «LANGUAGE sql» para poder retornar un valor. «sp_agendar_cita» y «fn_precio» son las dos «plpgsql».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Un «PROCEDURE» si admite parametros «OUT»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—y aun asi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sigue sin poder usarse dentro de un «SELECT»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 Devolver por «OUT» no es lo mismo que ser invocable en una consulta, y no es «la unica forma de retornar un valor».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Lo que solo puede el procedimiento: manejar la transaccion.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Un «PROCEDURE» puede hacer «COMMIT» o «ROLLBACK» adentro; una «FUNCTION» corre dentro de la transaccion de quien la llamo. Por eso agendar es procedimiento y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 tarifa de la Clase 4 sera funcion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en el navegador +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sp_agendar_cita en PL/pgSQL dentro de la plataforma del curso: las 3 validaciones con RAISE EXCEPTION y la bateria de bloques DO que las prueba.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am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PL/pgSQL: aqui corre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Contrato del proc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Alterno: PostgreSQL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oracle_livesq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Solo contraste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regla de negocio deja de vivir en la pantalla y queda dentro de la base, donde vale para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cualquier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cliente que se conecte.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probado es la única forma de que «una mascota inactiva no agenda» siga siendo cierto cuando aparezcan la app, un script de carga y soporte.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contrato que escribes hoy es lo que la Clase 12 le entrega a quien programe la aplicación: firma, errores y qué hacer con cada uno.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Dos procedimientos de negocio en PL/pgSQL corriendo en la plataforma del curso, su batería de pruebas con evidencia, y el contrato de los dos documentado.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«sp_agendar_cita» con sus 3 parámetros y sus 3 validaciones, cada una con su «RAISE EXCEPTION» y su mensaje literal.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Batería de 4 bloques «DO»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aborta el script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escribe 4 filas en «resultado_prueba» con el «SQLERRM» real.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«COUNT(*)» de «cita» demuestra que pasó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10 a 11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filas: las tres validaciones no insertaron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«sp_registrar_consulta» detectando la consulta duplicada con «EXISTS»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chocar contra el «UNIQUE».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Contrato de los dos procedimientos con sus 6 bloques y la tabla de errores completa (7 filas); las firmas coinciden con el código entregado.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Entrega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Esquema de VetCare ya creado y poblado: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8 mascotas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 (Rocky)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8 (Kiara)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están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INACTIVAS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—, 4 veterinarios y 10 citas.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Ya existe una cita del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veterinario 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«2026-09-01 08:00:00»: es la que dispara la validación de veterinario ocupado.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Motor: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dentro de la plataforma del curso. El molde es «CREATE PROCEDURE ... LANGUAGE plpgsql AS $proc$ ... $proc$;» — no hay «IS», ni «VARCHAR2», ni «/» final.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contrato se escribe en Google Docs y se pega en la pregunta 5; la plantilla en blanco de sus 6 bloques y de la tabla de errores está en este documento.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Escribir sp_agendar_cita en PL/pgSQL y ejecutarlo en la plataforma del curso (LANGUAGE plpgsql, dollar-quoting, sin sintaxis de Oracle).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Incluir las 3 validaciones de negocio del PI, cada una con su RAISE EXCEPTION y su mensaje literal.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Correr la bateria de pruebas con bloques DO: 1 caso OK + 3 casos error, escritos en resultado_prueba, mas el COUNT(*) de cita antes y despues.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Escribir sp_registrar_consulta, comprobando con EXISTS antes de chocar contra la restriccion UNIQUE.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Redactar el contrato del proc en sus 6 bloques (plantilla en este documento) y pegarlo en la pregunta 5.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¿El procedimiento se creó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y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el «CALL» corrió? Crear no es evidencia.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validación de «no existe» usa «IF NOT FOUND» tras el «SELECT ... INTO»?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¿Los 4 bloques «DO» capturan la excepción y el script llega hasta el final?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291840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438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438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383280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¿El conteo final de «cita» es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y está en la evidencia?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68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114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114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059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¿«sp_registrar_consulta» inserta la consulta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y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deja la cita en «ATENDIDA»?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645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791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791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736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cerrada la decidiste por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dónde se invoca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cada rutina —dentro de un «SELECT» o como sentencia suelta— y no por el «LANGUAGE» que declara?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321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468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468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" y="5413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¿El contrato trae los 6 bloques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cada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procedimiento y las 7 filas de errores?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2 procedimientos en PL/pgSQL corriendo en la plataforma del curso + bateria de pruebas con su tabla resultado_prueba + contrato del proc (6 bloques)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&gt;=1 procedimiento de negocio (agendar cita / registrar consulta)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 el docente asigna taller esta semana, él indica el canal y la fecha.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&gt;=1 procedimiento de negocio (agendar cita / registrar consulta)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2 procedimientos en PL/pgSQL corriendo en la plataforma del curso + bateria de pruebas con su tabla resultado_prueba + contrato del proc (6 bloques)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