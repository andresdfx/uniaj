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Procedimientos almacenados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Logica de negocio en la BD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&gt;=1 procedimiento de negocio (agendar cita / registrar consulta)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Oracle Live SQL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proc + casos de prueba (captura o enlace Live SQL)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procedimiento almacenado (stored procedure) es un bloque de codigo SQL/PLSQL con nombre propio, guardado y…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Parametros: IN (entra un valor, ej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Ventaja central para el PI: sin proc, cada pantalla de la futura app (o cada integrante del equipo)…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Manejo de errores controlado: en vez de dejar que la insercion falle con un error crudo de motor, el proc…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Diferencia con una funcion (se vera en Clase 4): el procedimiento se ejecuta como una accion (CALL sp_algo)…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de docente que no domina el tema: escribir el proc sin validar nada (solo el INSERT) y llamarlo 'logica…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un procedimiento y no SQL en cada pantalla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Sin procedimiento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pantalla reescribe la regla a su manera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Alguien la escribe distinta... o la olvida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app arma SQL con texto -&gt; inyeccion SQL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Cambiar la regla = buscarla en N lugares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Con procedimiento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regla vive UNA vez, dentro de la BD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Toda la app la respeta sin excepcion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Parametros tipados: sin concatenar texto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Cambiar la regla = un solo lugar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validacion que justifica usar un procedimiento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activa INTO v_activa FROM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WHERE id_mascota = p_id_mascota;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IF v_activa &lt;&gt; 'S' THEN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p_msg := 'ERROR: mascota inactiva; no se agenda';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RETURN;                       -- sale SIN insertar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 IF;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INSERT INTO cita(...) VALUES (...);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Sin este IF, el proc es solo un INSERT con nombre: no resuelve nada.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Oracle Live SQL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CREATE PROCEDURE sp_agendar_cita(...) con validacion de mascota activa.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racle_live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Procedimientos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Pruebas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Contrato proc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regla vive en un proc reutilizable.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app futura llama al proc.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&gt;=1 procedimiento con validación + 2 pruebas.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Proc en Live SQL.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Validación negocio.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Prueba OK + error.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Contrato documentado.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DDL VetCare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Validación típica: mascota activa.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Implementar sp_agendar_cita o sp_registrar_consulta en Live SQL.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Incluir validacion de negocio del PI (&gt;=1).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Ejecutar 2 pruebas: caso OK + caso error.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Documentar firma del proc (contrato para la futura app).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Error controlado?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Captura/enlace?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Firma clara?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proc + casos de prueba (captura o enlace Live SQL)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(Talleres)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&gt;=1 procedimiento de negocio (agendar cita / registrar consulta)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&gt;=1 procedimiento de negocio (agendar cita / registrar consulta)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Script proc + casos de prueba (captura o enlace Live SQL)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