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lugar de enviar cuatro sentencias y esperar cuatro respuestas por la red, la aplicacion envia una y recibe un resultado.</a:t>
            </a:r>
          </a:p>
          <a:p>
            <a:r>
              <a:t>Conviene senalar de entrada una diferencia con Oracle que importa hoy, porque cambia como se depura.</a:t>
            </a:r>
          </a:p>
          <a:p>
            <a:r>
              <a:t>En Oracle el procedimiento se compila al crearlo y, si algo esta mal, el objeto queda creado pero invalido.</a:t>
            </a:r>
          </a:p>
          <a:p>
            <a:r>
              <a:t>Por eso la regla del dia es que crear el procedimiento no es evidencia de nada; la evidencia es el CALL corriendo.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El molde es fijo y conviene dictarlo entero antes de escribir una sola validacion, porque es donde se pierden los puntos sin haber entendido nada mal.</a:t>
            </a:r>
          </a:p>
          <a:p/>
          <a:p>
            <a:r>
              <a:t>END; $proc$; y cada pieza tiene su razon.</a:t>
            </a:r>
          </a:p>
          <a:p>
            <a:r>
              <a:t>LANGUAGE plpgsql hace falta porque PostgreSQL admite varios lenguajes procedimentales y no adivina cual se esta usando.</a:t>
            </a:r>
          </a:p>
          <a:p>
            <a:r>
              <a:t>Un estudiante que agregue p_id_cita no comete un error de sintaxis, comete un error de diseno, y la rubrica lo mira.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Dentro del cuerpo un parametro IN se comporta como una variable local, asi que se le puede asignar, aunque hacerlo confunde a quien lee y no cambia nada afuera.</a:t>
            </a:r>
          </a:p>
          <a:p>
            <a:r>
              <a:t>OUT devuelve un valor a quien llama, e INOUT entra con valor y sale modificado.</a:t>
            </a:r>
          </a:p>
          <a:p>
            <a:r>
              <a:t>La otra razon es de diseno y es la que hay que defender en clase, porque es la decision que la solucion docente califica.</a:t>
            </a:r>
          </a:p>
          <a:p>
            <a:r>
              <a:t>Devolver el error en un parametro OUT significa que el procedimiento hizo su trabajo, dejo la fila insertada y ademas puso un texto en una variable que la aplicacion PUEDE mirar.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Esta es la parte que convierte una consulta con nombre en logica de negocio, y es el mecanismo que la pregunta 1 de la clase califica con treinta y cinco puntos.</a:t>
            </a:r>
          </a:p>
          <a:p/>
          <a:p>
            <a:r>
              <a:t>No sale del procedimiento con un aviso, lanza un error que propaga hasta quien llamo, y todo lo que el procedimiento hubiera escrito antes se deshace.</a:t>
            </a:r>
          </a:p>
          <a:p>
            <a:r>
              <a:t>Eso ultimo se menciona y no se desarrolla: hoy basta con el texto.</a:t>
            </a:r>
          </a:p>
          <a:p>
            <a:r>
              <a:t>Quien espere la excepcion de Oracle escribe un procedimiento que, ante una mascota inexistente, compara nulo contra 'S', obtiene nulo, entra por el ELSE y termina insertando la cita.</a:t>
            </a:r>
          </a:p>
          <a:p>
            <a:r>
              <a:t>Si el SELECT devuelve varias filas, en cambio, PL/pgSQL se queda con la primera sin avisar, salvo que se escriba STRICT, que entonces si lanza excepcion en los dos casos.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favor de la base de datos hay tres argumentos duros.</a:t>
            </a:r>
          </a:p>
          <a:p>
            <a:r>
              <a:t>Segundo, se ahorran viajes de red cuando la operacion implica varias sentencias encadenadas.</a:t>
            </a:r>
          </a:p>
          <a:p>
            <a:r>
              <a:t>Eso es minimo privilegio hecho codigo, y conviene senalar el matiz: en PostgreSQL el cuerpo se ejecuta con los privilegios de quien llama, salvo que el procedimiento se declare SECURITY DEFINER, que es lo que lo hace ejecutarse con los del propietario.</a:t>
            </a:r>
          </a:p>
          <a:p>
            <a:r>
              <a:t>Sin esa clausula, dar EXECUTE no alcanza.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Ocurre cuando la aplicacion arma la consulta pegando texto que escribio el usuario, y ese texto termina interpretado por el motor como codigo y no como dato.</a:t>
            </a:r>
          </a:p>
          <a:p>
            <a:r>
              <a:t>En VetCare seria una pantalla de busqueda que construye SELECT * FROM mascota WHERE nombre = seguido de lo que el usuario digito entre comillas.</a:t>
            </a:r>
          </a:p>
          <a:p>
            <a:r>
              <a:t>DELETE FROM cita; -- el motor recibe dos sentencias y la segunda borra la agenda.</a:t>
            </a:r>
          </a:p>
          <a:p>
            <a:r>
              <a:t>Si dentro del cuerpo alguien escribe EXECUTE 'SELECT...</a:t>
            </a:r>
          </a:p>
          <a:p>
            <a:r>
              <a:t>WHERE nombre = ' || p_nombre, el agujero se reabre igual, ahora escondido un nivel mas abajo y por lo tanto mas dificil de auditar.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Un procedimiento sin prueba no esta terminado, y esta parte vale veinticinco de los cien puntos de la clase, asi que hay que dictarla como tema y no como recomendacion.</a:t>
            </a:r>
          </a:p>
          <a:p/>
          <a:p>
            <a:r>
              <a:t>Aparecen tres casos sin probar y una captura que no demuestra nada.</a:t>
            </a:r>
          </a:p>
          <a:p>
            <a:r>
              <a:t>EXCEPTION WHEN OTHERS THEN...</a:t>
            </a:r>
          </a:p>
          <a:p>
            <a:r>
              <a:t>Su clausula EXCEPTION atrapa el error, lo convierte en una fila de resultado y deja que el siguiente bloque corra.</a:t>
            </a:r>
          </a:p>
          <a:p>
            <a:r>
              <a:t>Un bloque por caso, cuatro bloques, cuatro filas.</a:t>
            </a:r>
          </a:p>
          <a:p>
            <a:r>
              <a:t>Una bateria sin ese conteo prueba que el procedimiento se queja, no que no escribe.</a:t>
            </a:r>
          </a:p>
          <a:p>
            <a:r>
              <a:t>Tiene dos consecuencias.</a:t>
            </a:r>
          </a:p>
          <a:p>
            <a:r>
              <a:t>Dos, y es la que importa hoy, que el procedimiento del taller NO lleva COMMIT: si lo llevara, llamarlo desde dentro de un bloque con EXCEPTION fallaria, porque PostgreSQL no permite confirmar la transaccion mientras hay un savepoint activo.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esta el matiz que separa una bateria que prueba algo de una que se prueba a si misma, y conviene dictarlo despacio porque la solucion docente lo califica.</a:t>
            </a:r>
          </a:p>
          <a:p>
            <a:r>
              <a:t>Lo que hay que verificar es el TEXTO de la excepcion, y para eso PL/pgSQL expone la variable SQLERRM con el mensaje y SQLSTATE con el codigo.</a:t>
            </a:r>
          </a:p>
          <a:p>
            <a:r>
              <a:t>Si paso significa la operacion se completo, los tres casos negativos quedan en falso incluso con el procedimiento perfecto.</a:t>
            </a:r>
          </a:p>
          <a:p>
            <a:r>
              <a:t>Conviene decir en voz alta la consecuencia, porque es la que evita reclamos: no se descuenta por elegir una u otra, se descuenta por las cuatro filas en verdadero sin haber verificado 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Las dos son defendibles; lo que no es defendible es no decir cual, porque entonces la columna no significa nada y el docente no puede calificar la captura.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contrato sirve si permite escribir la llamada y manejar los errores sin leer el cuerpo.</a:t>
            </a:r>
          </a:p>
          <a:p>
            <a:r>
              <a:t>Sin ella, quien llama no sabe si tiene que limpiar algo.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cerrar la teoria con esta distincion, y decirla HOY, porque el estudiante la va a necesitar en el taller de hoy y no la semana entrante.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mencionar que RAISE tiene niveles —NOTICE, WARNING, EXCEPTION— y que solo el ultimo aborta.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Este punto hay que decirlo con precision porque una version anterior de esta guia decia lo contrario y costaria puntos repetirla.</a:t>
            </a:r>
          </a:p>
          <a:p>
            <a:r>
              <a:t>- Oracle Live SQL sigue en el kit, pero cambia de papel y hay que decirlo sin ambiguedad: sirve como CONTRASTE de sintaxis para quien se vaya a encontrar Oracle en el trabajo, no como sitio donde se hace el taller.</a:t>
            </a:r>
          </a:p>
          <a:p/>
          <a:p>
            <a:r>
              <a:t>Ahi funcionan CREATE PROCEDURE, el dollar-quoting, RAISE EXCEPTION, los bloques DO, SQLERRM y SQLSTATE, y la tabla resultado_prueba: la evidencia del taller es la salida del motor y no una promesa.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significa que registrar dos veces la consulta de la misma cita ya esta impedido por el motor: el segundo INSERT choca contra la restriccion de unicidad y falla.</a:t>
            </a:r>
          </a:p>
          <a:p>
            <a:r>
              <a:t>La respuesta tiene dos partes y las dos valen.</a:t>
            </a:r>
          </a:p>
          <a:p>
            <a:r>
              <a:t>Conviene decir tambien lo que NO hay que hacer: quitar la restriccion porque ya esta el procedimiento.</a:t>
            </a:r>
          </a:p>
          <a:p>
            <a:r>
              <a:t>Esa jerarquia —declarativo primero, procedimiento encima— es exactamente lo que la Clase 4 va a formalizar.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Lo de hoy no es una isla, y decirlo en voz alta le da sentido al entregable.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limpia con DROP PROCEDURE nombrando los tipos.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Un procedimiento sin bateria no esta terminado: son 25 de los 100 puntos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Los 25 puntos se califican por esta tabla, no por el CALL suelto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 el entregable de la pregunta 5, vale 15 puntos, y la plantilla en blanco de los 6 bloques esta en el Taller del 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Son 10 de los 100 puntos y es la bisagra con la Clase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Procedimientos almacenados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Consecuencia practica: si el estudiante cierra la pestana, el procedimiento no se perdio, esta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Invocado significa que hay una sola linea que dispara varias sentencias:.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algo mas importante que el ahorro: la regla queda escrita UNA vez y ninguna pantalla puede saltarsela.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 y la Clase 2 la matriz de roles; esta clase es donde la base de datos deja de ser un almacen pasivo y empieza a contener comportamiento.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es concreta y hay que anticiparla: un procedimiento que escribe INSERT INTO citas en lugar de cita se crea sin una sola queja y falla la primera vez que se lo llama.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sp_agendar_cita(1, 2,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fijo y conviene dictarlo entero antes de escribir una sola validacion.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cadena contiene punto y coma y comillas simples; si se delimitara con comillas habria que duplicar cada comilla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$proc$ el motor sabe que todo lo que hay hasta el siguiente $proc$ es el cuerpo.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etiqueta entre los dolares es arbitraria: $$ funciona igual, y se usa una etiqueta con nombre cuando hay bloques anidados.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y coma final despues del ultimo $proc$ si es obligatorio, y en cambio la barra sola en una linea, que en Oracle cierra el bloque, aqui es un error de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 los tipos son la otra mitad de la lista: INT, NUMERIC, TEXT, VARCHAR(n), TIMESTAMP, BOOLEAN, 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VARCHAR2 y NUMBER no existen en PostgreSQL.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detalle del PI que vale mas que la sintaxis: el procedimiento recibe TRES parametros y no cuatro, porque id_cita es SERIAL, es decir el motor genera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Pasarle el identificador desde afuera obliga a la aplicacion a saber cual sigue, que es exactamente el problema que la columna SERIAL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sp_agendar_cita(p_id_mascota INT, p_id_veterinario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TIMESTAMP)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particularidad de PostgreSQL que conviene decir porque el estudiante que busque en internet va a tropezar con ella: en un procedimiento, un parametro OUT tambien hay que pasarlo en la llamada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sintaxis termina siendo CALL sp_x(1, 2, NULL) con un NULL de relleno; es incomodo, y es una de las razones por las que hoy no se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encabezado, en todo caso, es un contrato: nombre, orden y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con crudeza porque impacta la Clase 12, cuando la aplicacion consuma estos procedimientos: si alguien intercambia el orden de dos parametros del mismo 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se crea igual, la aplicacion sigue llamandolo sin error y agenda la cita para la mascota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proteccion practica, convencion recomendada y no regla dura, es llamar con notacion nombrada,, porque asi el orden deja de importar y la llamada se lee sola seis meses despues.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sp_agendar_cita(p_id_mascota =&gt; 1, p_id_veterinario =&gt;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=&gt;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mensaje es parte de la interfaz publica del procedimiento: es lo que la aplicacion va a mostrar y lo que la bateria de pruebas va a verificar, asi que se escribe pensando en la recepcionista de Huellitas y no en el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y es lo decisivo: RAISE EXCEPTION aborta.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imposible que quede una cita a medias, y no porque el codigo lo cuide, sino porque el motor lo garantiza.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Cuarta, cada excepcion lleva un codigo SQLSTATE; el de un RAISE EXCEPTION sin mas indicaciones es P0001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puede fijar uno propio con USING ERRCODE, lo cual permite que la aplicacion distinga un error de negocio de un fallo de la base sin leer el texto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la mecanica de la primera validacion, que es donde el grupo se atora.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y despues IF NOT FOUND THEN.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tambien lo que NO pasa, porque es lo contrario de Oracle: si el SELECT INTO no encuentra nada, PL/pgSQL no lanza NO_DATA_FOUND, deja la variable en nulo y sigue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silencioso mas caro del dia y la razon por la que IF NOT FOUND va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clave primaria en el WHERE eso no puede ocurrir, y por eso hoy no se usa STRICT.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id_mascota = p_id_mascota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 orillas.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aplicacion: un guion de migracion, una herramienta de administracion, una segunda aplicacion escrita el proximo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fino: se puede hacer GRANT EXECUTE ON PROCEDURE sp_agendar_cita TO recepcion y a la vez no otorgar INSERT sobre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hoy y se usa en la Clase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 hay argumentos igual de legitimos: el codigo del procedimiento no se versiona con la naturalidad del codigo de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nadie guarda el archivo sql en un repositorio la unica copia esta dentro del motor; probarlo automaticamente es mas incomodo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bateria de hoy se escribe a mano; y ata el sistema al motor, ya que llevar estos procedimientos a Oracle o a MySQL implica reescribirlos, no traducirlos.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oficio, no ley, es este: en la base van los invariantes que no pueden violarse nunca, como que el stock no quede negativo o que una mascota inactiva no agende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operaciones de varias sentencias que deben ocurrir juntas; en la aplicacion van la orquestacion, la interfaz y las reglas volatiles.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Senal de alerta util: si una regla cambio mas de una vez en el semestre, probablemente no debia estar fija dentro de un procedimiento.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 si escribe Luna' OR '1'='1 la condicion se vuelve siempre verdadera y la pantalla devuelve el listado completo de mascotas de la clinica; si escribe 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motor ya analizo y planifico la sentencia antes de conocer el contenido, asi que ese contenido no vuelve a pasar por el analizador sintactico y no puede convertirse en instrucciones.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hace falta el matiz que distingue una clase buena de una recitada: el procedimiento no es inmune por ser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PL/pgSQL la forma correcta de armar una sentencia dinamica es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$1' USING p_nombre, o construir el texto con format y los marcadores %L para valores y %I para identificadores, que escapan lo que reciben.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dura para el proyecto: ningun dato de usuario se concatena dentro de una sentencia, ni en la aplicacion ni dentro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principio se retoma en la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tiro, el primero que falla aborta la ejecucion y los siguientes no corren.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un SELECT sobre resultado_prueba(id_prueba, caso, esperado, obtenido, paso) es una sola imagen que muestra los cuatro casos con su veredicto.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casos del PI son el positivo, con una mascota activa y una franja libre, y los tres negativos: mascota inactiva —Rocky, identificador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prueba que nadie piensa: un SELECT COUNT(*) FROM cita que demuestre que la tabla paso de diez filas a once y no a catorce.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conteo es lo que evidencia que los tres errores no dejaron basura, es decir que RAISE EXCEPTION hizo lo que se dijo que hacia.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que la captura tiene un costo y por eso no se envuelve todo el codigo en manejadores por si acaso.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momento para sembrar la Clase 8: quien confirma la transaccion es quien orquesta la operacion completa, no cada pieza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insuficiente: una excepcion tambien la lanza un nombre de columna mal escrito, un tipo que no convierte o una tabla que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el resultado coincidio con lo esperado, las cuatro filas quedan en verdadero cuando todo esta bien, porque en un caso negativo lo esperado es la excepcion.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son defendibles; lo que no es defendible es no decir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explicita: se usa la misma lectura para las cuatro filas y se declara en una linea junto a la tabla.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no es codigo, y hay que explicar para quien se escribe, porque si no el estudiante lo redacta como un resumen del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nombre: es el mismo estudiante en la Clase 12, o su companero de Programacion II, construyendo la aplicacion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 y conviene exigirlo porque es lo que convierte el contrato en algo copiable.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precondiciones responden que tiene que ser verdad antes: la mascota existe y esta activa, la franja del veterinario esta libre.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postcondiciones responden que queda despues, y aqui la frase importante es la del caso malo: si falla, no queda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errores lleva el mensaje LITERAL, no una parafrasis, porque quien llama va a comparar contra ese texto —y porque es el mismo texto que la bateria de pruebas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sexto bloque es la decision de diseno: por que se aborta en vez de devolver un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bloque es el que distingue documentar de pensar, y es el que la solucion docente lee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sp_x(...); una funcion se invoca para que DEVUELVA un valor y se llama dentro de una expresion, SELECT fn_x(...).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si, y esa es la razon tecnica por la que el objeto de hoy es un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la practica: llamar a un procedimiento con SELECT sp_agendar_cita(...) devuelve un error explicito de PostgreSQL, que dice que sp_agendar_cita es un procedimiento y sugiere usar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mostrarlo a proposito, porque es un mensaje que el estudiante va a encontrar y conviene que lo reconozca en vez de asustarse.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llega en la Clase 4 con fn_precio_consulta, y ahi la comparacion ya estara hecha.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distintos: el error de creacion, que es de sintaxis y lo devuelve el CREATE PROCEDURE senalando linea y posicion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invalido: si el CREATE no protesto, el objeto esta creado; lo que no significa que funcione.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dejar trazas con RAISE NOTICE 'llegue al paso 2, v_activa = %', v_activa; que imprime en la salida de mensajes sin abortar nada, y es el equivalente directo de lo que en Oracle se hace con la salida de servidor.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probar con casos deliberados: un caso correcto y tres de error, cada uno en su bloque, escritos en resultado_prueba.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solo la captura del caso feliz no demuestra manejo de errores, y el Parcial 1 lo pregunta de 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sigue en el kit, pero cambia de papel y hay que decirlo sin ambiguedad: sirve como CONTRASTE de sintaxis para quien se vaya a encontrar Oracle en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AS, VARCHAR2 y NUMBER en lugar de TEXT e INT, RAISE_APPLICATION_ERROR en lugar de RAISE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mas, porque cada minuto invertido en sintaxis del otro motor es un minuto que el estudiante no dedica a lo que se le va a evaluar.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segundo procedimiento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el mensaje: la restriccion produce un error tecnico que menciona el nombre del indice, y un IF EXISTS () THEN RAISE EXCEPTION 'ERROR: la cita % ya tiene consulta registrada', p_id_cita; produce el mensaje que la recepcionista puede entender.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que el procedimiento puede validar lo que la restriccion no ve: que la cita exista, y que su estado no sea 'CANCELADA', porque no se documenta la atencion de una cita que se cancelo.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restriccion es la ultima linea de defensa y sigue actuando cuando alguien entra por fuera; el procedimiento mejora el mensaje, no reemplaza la garantia.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el PI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veterinario, que son justamente las tres cosas que las validaciones de hoy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el PI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8 retoma el punto que hoy se siembra: quien confirma la transaccion.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consume estos procedimientos desde la aplicacion.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CREATE y no dio error, entonces esta bien»: no necesariamente, y es la pregunta mas importante del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valida la sintaxis del cuerpo pero no resuelve los nombres de tabla y columna hasta la primera ejecucion, asi que el CALL es la unica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 resolver la regla con un CHECK y ahorrarse el procedimiento»: porque un CHECK solo puede mirar columnas de la misma fila que se esta insertando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proyecto necesita consultar otra tabla, ya que activa vive en mascota y la fila que se inserta esta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mi procedimiento inserta la cita de una mascota que no existe»: porque en PL/pgSQL un SELECT INTO sin resultado no lanza excepcion, deja la variable en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comparar nulo con 'S' da nulo, que no es verdadero pero tampoco entra por el IF; falta el IF NOT FOUND.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 motor que corre dentro del navegador la mejora de red no se puede medir, asi que se documenta como argumento y no como cronometraje.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el procedimiento queda mal y la aplicacion ya lo llama»: CREATE OR REPLACE reemplaza el cuerpo conservando los privilegios otorgados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no hay que repetir el GRANT EXECUTE mientras la firma no cambie; si cambia la firma hay que ajustar tambien a quien 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conviene advertir algo de PostgreSQL: como admite sobrecarga, cambiar los tipos de los parametros no reemplaza el procedimiento anterior, crea uno nuevo al lado, y quedan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devolver el mensaje en lugar de abortar»: se puede, y es exactamente lo que el sexto bloque del contrato tiene que justificar; la respuesta corta es que un mensaje que nadie revisa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un procedimiento en PL/pgSQL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sp_dar_de_baja_insumo(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p_id_insumo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p_motivo    VARCHAR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v_stock INT;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stock INTO v_stock FROM insumo WHERE id_insumo =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v_stock IS NULL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'El insumo % no existe',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UPDATE insumo SET stock = 0 WHERE id_insumo = p_id_insumo;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que la FK no puede defender: validar contra OTRA tabla.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NOT EXISTS (SELECT 1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WHERE id_mascota = p_id_mascota AND activa = 'S')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EXCEPTION 'La mascota % no existe o esta inactiva',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hay que subrayar: RAISE EXCEPTION no solo avisa, DESHACE.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Todo lo que el procedimiento haya escrito antes se revierte.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Por eso el orden natural es: validar primero, escribir despues.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OK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sp_dar_de_baja_insumo(1, 'vencido');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de error, capturado para que el guion no se detenga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CALL sp_dar_de_baja_insumo(9999, 'inexistente');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'FALLO LA PRUEBA: debio rechazar el insumo 9999';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EXCEPTION WHEN OTHERS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'OK - rechazado como se esperaba: %', SQLERRM;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la diferencia es donde se puede usar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FUNCTION devuelve un valor y se puede usar DENTRO de un SELECT.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fn_citas_del_dia(p_dia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SELECT COUNT(*)::INT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fecha_hora &gt;= p_dia AND fecha_hora &lt; p_dia + 1;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fn_citas_del_dia(DATE '2026-09-01');   -- se puede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PROCEDURE no: se invoca con CALL y puede manejar transacciones.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SELECT sp_dar_de_baja_insumo(1,'x');  -- ERROR: no es una funcion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Procedimientos almacenados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 palabras que importan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dos...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molde de PL/pgSQL, y por que el cuerpo va entre signos de dolar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