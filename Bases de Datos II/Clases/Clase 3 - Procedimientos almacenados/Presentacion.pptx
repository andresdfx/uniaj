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detalle vale decirlo porque resuelve la primera pregunta practica del taller: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validacion, porque es donde se pierden los puntos sin haber entendido nada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negocio, y es el mecanismo que la pregunta 1 del taller califica con treinta y cinco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terminado, y esta parte vale veinticinco de los cien puntos del taller, asi que hay que dictarla como tema y no como recomendacion.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cual, porque entonces la columna no significa nada y el docente no puede calificar la captura.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entregable son quince puntos y no es codigo: es el contrato,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el taller: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deliberados, y aqui el numero es exigible porque es el entregable: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trabajo, no como sitio donde se hace 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pide un segundo procedimiento y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la plataforma del curso: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la plataforma del curso,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la plataforma del curso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la plataforma del curso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