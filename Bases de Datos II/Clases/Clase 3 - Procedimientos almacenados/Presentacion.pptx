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Procedimientos almacenados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Logica de negocio en la BD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&gt;=1 procedimiento de negocio (agendar cita / registrar consulta)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almacenado es un bloque de codigo con nombre propio que vive dentro de la base de datos, y las dos palabras que hay que desempacar son guardado e invocado, porque son las que lo separan de un archivo sql en el computador de alguien.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Guardado significa que el fuente queda en el catalogo del motor y se puede recuperar sin depender de que su autor siga en el proyecto: en PostgreSQL, SELECT prosrc FROM pg_proc WHERE proname = 'sp_agendar_cita' devuelve el cuerpo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SELECT pg_get_functiondef('sp_agendar_cita'::regproc) devuelve la definicion completa lista para volver a ejecutar.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detalle vale decirlo porque resuelve la primera pregunta practica del taller: si el estudiante cierra la pestana, el procedimiento no se perdio, esta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Invocado significa que hay una sola linea que dispara varias sentencias: CALL sp_agendar_cita(1, 2, TIMESTAMP '2026-09-15 10:00:00').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lugar de enviar cuatro sentencias y esperar cuatro respuestas por la red, la aplicacion envia una y recibe un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es un procedimiento almacenado, y las dos palabras que importan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algo mas importante que el ahorro: la regla queda escrita UNA vez y ninguna pantalla puede saltarsela.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 y la Clase 2 la matriz de roles; esta clase es donde la base de datos deja de ser un almacen pasivo y empieza a contener comportamiento.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Oracle el procedimiento se compila al crearlo y, si algo esta mal, el objeto queda creado pero invalido.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no existe ese estado intermedio: el CREATE PROCEDURE valida la SINTAXIS del cuerpo y, si esta bien escrito, el objeto queda creado y valido, pero las tablas y columnas que el cuerpo menciona NO se verifican hasta la primera ejecucion.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consecuencia practica es concreta y hay que anticiparla: un procedimiento que escribe INSERT INTO citas en lugar de cita se crea sin una sola queja y falla la primera vez que se lo llama.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la regla del dia es que crear el procedimiento no es evidencia de nada; la evidencia es el CALL corriendo.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molde es fijo y conviene dictarlo entero antes de escribir una sola validacion, porque es donde se pierden los puntos sin haber entendido nada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CREATE OR REPLACE PROCEDURE sp_agendar_cita(p_id_mascota INT, p_id_veterinario INT, p_fecha_hora TIMESTAMP) LANGUAGE plpgsql AS $proc$ DECLARE...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END; $proc$; y cada pieza tiene su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LANGUAGE plpgsql hace falta porque PostgreSQL admite varios lenguajes procedimentales y no adivina cual se esta usando.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 introduce el cuerpo, y aqui esta la trampa de sintaxis mas comun para quien viene de Oracle: alla se escribe IS, aqui IS no existe en este lugar.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delimitadores $proc$ son lo que se llama dollar-quoting y existen por una razon mecanica: el cuerpo es, para el motor, una cadena de texto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esa cadena contiene punto y coma y comillas simples; si se delimitara con comillas habria que duplicar cada comilla interna.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PL/pgSQL, y por que el cuerpo va entre signos de dolar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$proc$ el motor sabe que todo lo que hay hasta el siguiente $proc$ es el cuerpo.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etiqueta entre los dolares es arbitraria: $$ funciona igual, y se usa una etiqueta con nombre cuando hay bloques anidados.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y coma final despues del ultimo $proc$ si es obligatorio, y en cambio la barra sola en una linea, que en Oracle cierra el bloque, aqui es un error de sintaxis.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de los tipos son la otra mitad de la lista: INT, NUMERIC, TEXT, VARCHAR(n), TIMESTAMP, BOOLEAN, DATE.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VARCHAR2 y NUMBER no existen en PostgreSQL.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un detalle del PI que vale mas que la sintaxis: el procedimiento recibe TRES parametros y no cuatro, porque id_cita es SERIAL, es decir el motor genera el valor.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Pasarle el identificador desde afuera obliga a la aplicacion a saber cual sigue, que es exactamente el problema que la columna SERIAL resuelve.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agregue p_id_cita no comete un error de sintaxis, comete un error de diseno, y la rubrica lo mira.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parametros tienen modo, y el modo es la direccion en la que viaja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 es el modo por omision y no se escribe: p_id_mascota INT ya es 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Dentro del cuerpo un parametro IN se comporta como una variable local, asi que se le puede asignar, aunque hacerlo confunde a quien lee y no cambia nada afuera.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OUT devuelve un valor a quien llama, e INOUT entra con valor y sale modificado.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una particularidad de PostgreSQL que conviene decir porque el estudiante que busque en internet va a tropezar con ella: en un procedimiento, un parametro OUT tambien hay que pasarlo en la llamada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sintaxis termina siendo CALL sp_x(1, 2, NULL) con un NULL de relleno; es incomodo, y es una de las razones por las que hoy no se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otra razon es de diseno y es la que hay que defender en clase, porque es la decision que la solucion docente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Devolver el error en un parametro OUT significa que el procedimiento hizo su trabajo, dejo la fila insertada y ademas puso un texto en una variable que la aplicacion PUEDE mirar.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modos de parametro, y por que hoy no se usa OUT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no la mira —y nadie mira lo que no falla— la regla de negocio no se cumplio.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Abortar con RAISE EXCEPTION invierte la carga: la aplicacion no puede ignorar el error porque el motor le devolvio un fallo, y ademas nada quedo escrito.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encabezado, en todo caso, es un contrato: nombre, orden y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decirlo con crudeza porque impacta la Clase 12, cuando la aplicacion consuma estos procedimientos: si alguien intercambia el orden de dos parametros del mismo tipo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procedimiento se crea igual, la aplicacion sigue llamandolo sin error y agenda la cita para la mascota equivocada.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proteccion practica, convencion recomendada y no regla dura, es llamar con notacion nombrada, CALL sp_agendar_cita(p_id_mascota =&gt; 1, p_id_veterinario =&gt; 2, p_fecha_hora =&gt; TIMESTAMP '2026-09-15 10:00:00')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asi el orden deja de importar y la llamada se lee sola seis meses despues.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es la parte que convierte una consulta con nombre en logica de negocio, y es el mecanismo que la pregunta 1 del taller califica con treinta y cinco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RAISE EXCEPTION 'ERROR: la mascota % no existe', p_id_mascota; y hay cuatro cosas que decir sobre esa linea.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Primera, el signo de porcentaje es el marcador de sustitucion de PL/pgSQL: se reemplaza, en orden, por las expresiones que siguen a la coma, y si hay mas marcadores que expresiones el motor lanza un error de formato.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imprimir un porcentaje literal se escribe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Segunda, el mensaje es parte de la interfaz publica del procedimiento: es lo que la aplicacion va a mostrar y lo que la bateria de pruebas va a verificar, asi que se escribe pensando en la recepcionista de Huellitas y no en el programador.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Tercera, y es lo decisivo: RAISE EXCEPTION aborta.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sale del procedimiento con un aviso, lanza un error que propaga hasta quien llamo, y todo lo que el procedimiento hubiera escrito antes se deshace.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imposible que quede una cita a medias, y no porque el codigo lo cuide, sino porque el motor lo garantiza.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Cuarta, cada excepcion lleva un codigo SQLSTATE; el de un RAISE EXCEPTION sin mas indicaciones es P0001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se puede fijar uno propio con USING ERRCODE, lo cual permite que la aplicacion distinga un error de negocio de un fallo de la base sin leer el texto del mensaje.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ultimo se menciona y no se desarrolla: hoy basta con el 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Falta la mecanica de la primera validacion, que es donde el grupo se atora.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SELECT activa INTO v_activa FROM mascota WHERE id_mascota = p_id_mascota; y despues IF NOT FOUND THEN.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que explicar por que funciona, porque no es evidente: en PL/pgSQL, un SELECT INTO deja una variable especial llamada FOUND en verdadero si devolvio al menos una fila y en falso si no devolvio ninguna, y NOT FOUND es simplemente su negacion.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RAISE EXCEPTION: la validacion que aborta y deshace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decir tambien lo que NO pasa, porque es lo contrario de Oracle: si el SELECT INTO no encuentra nada, PL/pgSQL no lanza NO_DATA_FOUND, deja la variable en nulo y sigue adelante.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espere la excepcion de Oracle escribe un procedimiento que, ante una mascota inexistente, compara nulo contra 'S', obtiene nulo, entra por el ELSE y termina insertando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es el error silencioso mas caro del dia y la razon por la que IF NOT FOUND va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SELECT devuelve varias filas, en cambio, PL/pgSQL se queda con la primera sin avisar, salvo que se escriba STRICT, que entonces si lanza excepcion en los dos casos.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clave primaria en el WHERE eso no puede ocurrir, y por eso hoy no se usa STRICT.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fondo es donde debe vivir la logica de negocio, y merece respuesta honesta y no dogmatica, porque hay equipos serios en las dos orillas.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favor de la base de datos hay tres argumentos duros.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la regla se cumple aunque alguien entre por fuera de la aplicacion: un guion de migracion, una herramienta de administracion, una segunda aplicacion escrita el proximo semestre.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se ahorran viajes de red cuando la operacion implica varias sentencias encadenadas.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y aqui se amarra con la Clase 2, permite un modelo de permisos mas fino: se puede hacer GRANT EXECUTE ON PROCEDURE sp_agendar_cita TO recepcion y a la vez no otorgar INSERT sobre cita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la recepcionista agenda citas pero no inserta filas arbitrarias ni corrige estados a mano.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es minimo privilegio hecho codigo, y conviene senalar el matiz: en PostgreSQL el cuerpo se ejecuta con los privilegios de quien llama, salvo que el procedimiento se declare SECURITY DEFINER, que es lo que lo hace ejecutarse con los del propietario.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Donde debe vivir la logica de negocio: la respuesta honesta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esa clausula, dar EXECUTE no alcanza.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hoy y se usa en la Clase 12.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contra hay argumentos igual de legitimos: el codigo del procedimiento no se versiona con la naturalidad del codigo de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si nadie guarda el archivo sql en un repositorio la unica copia esta dentro del motor; probarlo automaticamente es mas incomodo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bateria de hoy se escribe a mano; y ata el sistema al motor, ya que llevar estos procedimientos a Oracle o a MySQL implica reescribirlos, no traducirlos.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de oficio, no ley, es este: en la base van los invariantes que no pueden violarse nunca, como que el stock no quede negativo o que una mascota inactiva no agende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las operaciones de varias sentencias que deben ocurrir juntas; en la aplicacion van la orquestacion, la interfaz y las reglas volatiles.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Senal de alerta util: si una regla cambio mas de una vez en el semestre, probablemente no debia estar fija dentro de un procedimiento.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inyeccion de SQL merece parrafo propio porque es el argumento de seguridad mas concreto de la clase y casi siempre se menciona sin explicarlo.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Ocurre cuando la aplicacion arma la consulta pegando texto que escribio el usuario, y ese texto termina interpretado por el motor como codigo y no como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VetCare seria una pantalla de busqueda que construye SELECT * FROM mascota WHERE nombre = seguido de lo que el usuario digito entre comillas.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escribe Luna todo va bien; si escribe Luna' OR '1'='1 la condicion se vuelve siempre verdadera y la pantalla devuelve el listado completo de mascotas de la clinica; si escribe '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DELETE FROM cita; -- el motor recibe dos sentencias y la segunda borra la agenda.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parametros cierra ese agujero por un motivo tecnico preciso: el valor viaja como parametro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 el motor ya analizo y planifico la sentencia antes de conocer el contenido, asi que ese contenido no vuelve a pasar por el analizador sintactico y no puede convertirse en instrucciones.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inyeccion de SQL, explicada y no solo mencionada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hace falta el matiz que distingue una clase buena de una recitada: el procedimiento no es inmune por ser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dentro del cuerpo alguien escribe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' || p_nombre, el agujero se reabre igual, ahora escondido un nivel mas abajo y por lo tanto mas dificil de auditar.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PL/pgSQL la forma correcta de armar una sentencia dinamica es EXECUTE 'SELECT...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WHERE nombre = $1' USING p_nombre, o construir el texto con format y los marcadores %L para valores y %I para identificadores, que escapan lo que reciben.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Regla dura para el proyecto: ningun dato de usuario se concatena dentro de una sentencia, ni en la aplicacion ni dentro del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principio se retoma en la Clase 12.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sin prueba no esta terminado, y esta parte vale veinticinco de los cien puntos del taller, asi que hay que dictarla como tema y no como recomendacion.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un problema practico: si el estudiante escribe los cuatro CALL uno tras otro y ejecuta todo de un tiro, el primero que falla aborta la ejecucion y los siguientes no corren.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Aparecen tres casos sin probar y una captura que no demuestra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solucion es el bloque anonimo: DO $$ BEGIN...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EXCEPTION WHEN OTHERS THEN...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END $$; es un bloque de PL/pgSQL que se ejecuta una vez y no se guarda en ningun catalogo.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 clausula EXCEPTION atrapa el error, lo convierte en una fila de resultado y deja que el siguiente bloque corra.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bloque por caso, cuatro bloques, cuatro filas.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resultados van a una tabla, no a la pantalla, y eso tambien tiene razon: una captura de cuatro mensajes sueltos no se puede comparar contra nada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un SELECT sobre resultado_prueba(id_prueba, caso, esperado, obtenido, paso) es una sola imagen que muestra los cuatro casos con su veredicto.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cuatro casos del PI son el positivo, con una mascota activa y una franja libre, y los tres negativos: mascota inactiva —Rocky, identificador 3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Kiara, identificador 8, estan inactivas en los datos sembrados—, mascota inexistente con el identificador 99, y franja ocupada, para la que sirve la cita que el veterinario 1 ya tiene el 2026-09-01 a las 08:00.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hay que cerrar con la prueba que nadie piensa: un SELECT COUNT(*) FROM cita que demuestre que la tabla paso de diez filas a once y no a catorce.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conteo es lo que evidencia que los tres errores no dejaron basura, es decir que RAISE EXCEPTION hizo lo que se dijo que hacia.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por que un bloque DO por caso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bateria sin ese conteo prueba que el procedimiento se queja, no que no escribe.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 mecanica que conviene conocer porque explica por que esto funciona: un bloque de PL/pgSQL con clausula EXCEPTION abre internamente un punto de retorno, un savepoint, de modo que al capturar el error se deshace solo lo que ese bloque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dos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que la captura tiene un costo y por eso no se envuelve todo el codigo en manejadores por si acaso.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y es la que importa hoy, que el procedimiento del taller NO lleva COMMIT: si lo llevara, llamarlo desde dentro de un bloque con EXCEPTION fallaria, porque PostgreSQL no permite confirmar la transaccion mientras hay un savepoint activo.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un buen momento para sembrar la Clase 8: quien confirma la transaccion es quien orquesta la operacion completa, no cada pieza por su cuenta.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esta el matiz que separa una bateria que prueba algo de una que se prueba a si misma, y conviene dictarlo despacio porque la solucion docente lo califica.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Capturar WHEN OTHERS y escribir paso = TRUE porque hubo excepcion es insuficiente: una excepcion tambien la lanza un nombre de columna mal escrito, un tipo que no convierte o una tabla que no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ese criterio, un procedimiento roto pasaria las tres pruebas negativas.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hay que verificar es el TEXTO de la excepcion, y para eso PL/pgSQL expone la variable SQLERRM con el mensaje y SQLSTATE con 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es paso = SQLERRM ILIKE '%inactiva%', que es una comparacion insensible a mayusculas: se afirma que fallo Y que fallo por lo que se esperaba.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Que significa la columna paso, y la trampa del WHEN OTHERS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mitad es que la columna paso admite dos lecturas legitimas y hay que elegir 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el resultado coincidio con lo esperado, las cuatro filas quedan en verdadero cuando todo esta bien, porque en un caso negativo lo esperado es la excepcion.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paso significa la operacion se completo, los tres casos negativos quedan en falso incluso con el procedimiento perfecto.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dos son defendibles; lo que no es defendible es no decir cual, porque entonces la columna no significa nada y el docente no puede calificar la captura.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del curso es explicita: se usa la misma lectura para las cuatro filas y se declara en una linea junto a la tabla.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ultimo entregable son quince puntos y no es codigo: es el contrato, y hay que explicar para quien se escribe, porque si no el estudiante lo redacta como un resumen del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escribe para quien va a LLAMAR al procedimiento sin abrirlo, y en este curso esa persona existe con nombre: es el mismo estudiante en la Clase 12, o su companero de Programacion II, construyendo la aplicacion de Huellitas.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contrato sirve si permite escribir la llamada y manejar los errores sin leer el cuerpo.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seis bloques y cada uno responde una pregunta.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firma exacta, con los tipos y en el orden real, responde como se declara.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llamada, con valores concretos que funcionan, responde como se invoca; y conviene exigirlo porque es lo que convierte el contrato en algo copiable.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precondiciones responden que tiene que ser verdad antes: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postcondiciones responden que queda despues, y aqui la frase importante es la del caso malo: si falla, no queda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ella, quien llama no sabe si tiene que limpiar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tabla de errores lleva el mensaje LITERAL, no una parafrasis, porque quien llama va a comparar contra ese texto —y porque es el mismo texto que la bateria de pruebas verifica, de modo que los dos entregables tienen que coincidir palabra por palabra.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sexto bloque es la decision de diseno: por que se aborta en vez de devolver un codigo.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bloque es el que distingue documentar de pensar, y es el que la solucion docente lee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Procedimiento y funcion: la diferencia se dice hoy, no en la Clase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se invoca para que HAGA algo y se llama con CALL sp_x(...); una funcion se invoca para que DEVUELVA un valor y se llama dentro de una expresion, SELECT fn_x(...).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son dos sabores del mismo objeto: en PostgreSQL una funcion no puede hacer COMMIT ni ROLLBACK y un procedimiento si, y esa es la razon tecnica por la que el objeto de hoy es un procedimiento.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Otra diferencia que se nota en el taller: llamar a un procedimiento con SELECT sp_agendar_cita(...) devuelve un error explicito de PostgreSQL, que dice que sp_agendar_cita es un procedimiento y sugiere usar CALL.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mostrarlo a proposito, porque es un mensaje que el estudiante va a encontrar y conviene que lo reconozca en vez de asustarse.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funcion llega en la Clase 4 con fn_precio_consulta, y ahi la comparacion ya estara hecha.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Depurar sin depurador es una habilidad concreta y se ensena en cuatro movimientos.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entender que error se esta leyendo, porque hay dos momentos distintos: el error de creacion, que es de sintaxis y lo devuelve el CREATE PROCEDURE senalando linea y posicion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error de ejecucion, que es el que aparece con el CALL y es donde salen los nombres de tabla o columna equivocados.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 diferencia de Oracle no hay que consultar ninguna vista de errores ni verificar si el objeto quedo invalido: si el CREATE no protesto, el objeto esta creado; lo que no significa que funcione.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dejar trazas con RAISE NOTICE 'llegue al paso 2, v_activa = %', v_activa; que imprime en la salida de mensajes sin abortar nada, y es el equivalente directo de lo que en Oracle se hace con la salida de servidor.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Depurar sin depurador: los cuatro movimientos, en PostgreSQL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aislar: tomar el SELECT activa INTO v_activa FROM mascota WHERE id_mascota = 3 y ejecutarlo suelto con el valor que fallo, para saber si el problema esta en la consulta o en la logica que la rodea.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Cuarto, probar con casos deliberados, y aqui el numero es exigible porque es el entregable: un caso correcto y tres de error, cada uno en su bloque, escritos en resultado_prueba.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con solo la captura del caso feliz no demuestra manejo de errores, y el Parcial 1 lo pregunta de frente.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navegador, y por lo tanto todo el codigo de hoy es PL/pgSQL.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Ahi funcionan CREATE PROCEDURE, el dollar-quoting, RAISE EXCEPTION, los bloques DO, SQLERRM y SQLSTATE, y la tabla resultado_prueba: la evidencia del taller es la salida del motor y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sigue en el kit, pero cambia de papel y hay que decirlo sin ambiguedad: sirve como CONTRASTE de sintaxis para quien se vaya a encontrar Oracle en el trabajo, no como sitio donde se hace el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senalar las cuatro diferencias que mas cuestan —IS en lugar de AS, VARCHAR2 y NUMBER en lugar de TEXT e INT, RAISE_APPLICATION_ERROR en lugar de RAISE EXCEPTION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barra final que aqui es un error— y no vale mas, porque cada minuto invertido en sintaxis del otro motor es un minuto que el estudiante no dedica a lo que se le va a evaluar.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operativa del curso se mantiene: la fuente de verdad es el archivo sql en la carpeta del proyecto, nunca la pestana del navegador, y el estudiante va bien si reconstruye procedimiento, pruebas y datos pegando su propio guion.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pide un segundo procedimiento y no es relleno: es donde se practica una decision distinta. sp_registrar_consulta escribe en consulta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 dejo esa tabla con id_cita NOT NULL UNIQUE, porque una consulta pertenece a una cita y una cita tiene a lo sumo una consulta.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significa que registrar dos veces la consulta de la misma cita ya esta impedido por el motor: el segundo INSERT choca contra la restriccion de unicidad y falla.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interesante es entonces para que escribir la validacion, si el motor ya defiende el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respuesta tiene dos partes y las dos valen.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el mensaje: la restriccion produce un error tecnico que menciona el nombre del indice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segundo procedimiento: sp_registrar_consulta y el EXISTS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un IF EXISTS (SELECT 1 FROM consulta WHERE id_cita = p_id_cita) THEN RAISE EXCEPTION 'ERROR: la cita % ya tiene consulta registrada', p_id_cita; produce el mensaje que la recepcionista puede entender.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que el procedimiento puede validar lo que la restriccion no ve: que la cita exista, y que su estado no sea 'CANCELADA', porque no se documenta la atencion de una cita que se cancelo.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restriccion es la ultima linea de defensa y sigue actuando cuando alguien entra por fuera; el procedimiento mejora el mensaje, no reemplaza la garantia.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jerarquia —declarativo primero, procedimiento encima— es exactamente lo que la Clase 4 va a formalizar.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esquema, la baja logica con activa igual a 'S' o 'N' y la restriccion de unicidad sobre la franja del veterinario, que son justamente las tres cosas que las validaciones de hoy usan.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2 dejo los cuatro roles y hoy aparece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cuelga de este procedimiento la funcion y los dos triggers, y ahi se decide, para cada regla, si vive en un CHECK, en un trigger o en la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8 retoma el punto que hoy se siembra: quien confirma la transaccion.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consume estos procedimientos desde la aplicacion, que es cuando el contrato de la pregunta 5 deja de ser un documento y se vuelve la especificacion que alguien lee.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«Ejecute el CREATE y no dio error, entonces esta bien»: no necesariamente, y es la pregunta mas importante del dia.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PostgreSQL valida la sintaxis del cuerpo pero no resuelve los nombres de tabla y columna hasta la primera ejecucion, asi que el CALL es la unica evidencia.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«Por que no resolver la regla con un CHECK y ahorrarse el procedimiento»: porque un CHECK solo puede mirar columnas de la misma fila que se esta insertando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la regla del proyecto necesita consultar otra tabla, ya que activa vive en mascota y la fila que se inserta esta en cita.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«Por que mi procedimiento inserta la cita de una mascota que no existe»: porque en PL/pgSQL un SELECT INTO sin resultado no lanza excepcion, deja la variable en nulo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Y comparar nulo con 'S' da nulo, que no es verdadero pero tampoco entra por el IF; falta el IF NOT FOUND.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«Un procedimiento es mas rapido»: ahorra viajes de red y analisis repetido, y cada viaje cuesta del orden de uno a cincuenta milisegundos segun la latencia, pero no arregla una consulta mal escrita; eso se ataca en las Clases 6 y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un motor que corre dentro del navegador la mejora de red no se puede medir, asi que se documenta como argumento y no como cronometraje.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«Y si el procedimiento queda mal y la aplicacion ya lo llama»: CREATE OR REPLACE reemplaza el cuerpo conservando los privilegios otorgados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Asi que no hay que repetir el GRANT EXECUTE mientras la firma no cambie; si cambia la firma hay que ajustar tambien a quien llama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ahi conviene advertir algo de PostgreSQL: como admite sobrecarga, cambiar los tipos de los parametros no reemplaza el procedimiento anterior, crea uno nuevo al lado, y quedan 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limpia con DROP PROCEDURE nombrando los tipos.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devolver el mensaje en lugar de abortar»: se puede, y es exactamente lo que el sexto bloque del contrato tiene que justificar; la respuesta corta es que un mensaje que nadie revisa deja la cita creada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Por que un procedimiento y no SQL en cada pantalla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Sin procedimiento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pantalla reescribe la regla a su manera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Alguien la escribe distinta... o la olvida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app arma SQL con texto -&gt; inyeccion SQL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buscarla en N lugares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 procedimiento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regla vive UNA vez, dentro de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Toda la app la respeta sin excepcion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Parametros tipados: sin concatenar texto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Cambiar la regla = un solo lugar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molde de PL/pgSQL y la validacion que aborta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CREATE OR REPLACE PROCEDURE sp_agendar_cita(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p_id_mascota INT, p_id_veterinario INT,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p_fecha_hora TIMESTAMP)          -- id_cita es SERIAL: no se pasa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LANGUAGE plpgsql AS $proc$         -- ni IS, ni VARCHAR2, ni / final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DECLARE v_activa CHAR(1);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BEGIN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SELECT activa INTO v_activa FROM 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WHERE id_mascota =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NOT FOUND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no existe',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IF v_activa &lt;&gt; 'S' THEN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  RAISE EXCEPTION 'ERROR: la mascota % esta inactiva', p_id_mascota;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END IF;                          -- aborta: no inserta NADA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INSERT INTO cita(id_mascota, id_veterinario, fecha_hora, estado)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VALUES (p_id_mascota, p_id_veterinario, p_fecha_hora, 'PROGRAMADA');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END; $proc$;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«RAISE EXCEPTION» aborta el CALL completo y deshace lo hecho. Con el mensaje en un parametro OUT, el INSERT seguiria corriendo.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bateria de pruebas: un bloque DO por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Un procedimiento sin bateria no esta terminado: son 25 de los 100 puntos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que un bloque por caso.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los cuatro «CALL» van seguidos, el primero que falla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aborta el resto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evidencia queda a medias. «DO $$ ... $$;» es un bloque anonimo —se ejecuta una vez y no se guarda— y su «EXCEPTION» atrapa el error y deja seguir al siguiente caso.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molde de un caso error.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 $$ BEGIN CALL sp_agendar_cita(...); INSERT INTO resultado_prueba VALUES (..., 'FALLO: no lanzo error', FALSE); EXCEPTION WHEN OTHERS THEN INSERT INTO resultado_prueba VALUES (..., SQLERRM, TRUE); END $$;» — «SQLERRM» es el texto del error que se acaba de capturar.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Los 4 casos, y la prueba de que si inserto.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1 caso OK + mascota inexistente + mascota inactiva + franja ocupada. Y un «COUNT(*)» sobre «cita»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y despues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tiene que pasar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filas. Sin ese conteo nada demuestra que el caso OK hizo algo.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columna paso y la trampa de WHEN OTHERS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25 puntos se califican por esta tabla, no por el CALL suelto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Ojo con la logica invertida, y con «WHEN OTHERS» a secas.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un caso error,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llegar al final sin excepcion es el fallo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Y no basta con que falle: hay que verificar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que falle por lo esperado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(«SQLERRM ILIKE '%inactiva%'»), porque un typo en un nombre de columna tambien lanza excepcion y se reportaria como prueba superada.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tabla de resultados.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«resultado_prueba(id_prueba SERIAL, caso TEXT, esperado TEXT, obtenido TEXT, paso BOOLEAN)», y un «SELECT * ... ORDER BY id_prueba;» con las 4 filas. «paso» admite dos lecturas —«coincidio con lo esperado» o «la operacion se completo»— y las dos valen; lo que se exige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usar la misma para las 4 y decir cual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del procedimiento: los 6 bloques que consume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Es el entregable de la pregunta 5, vale 15 puntos, y la plantilla en blanco de los 6 bloques esta en el Taller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Firma exacta.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«sp_agendar_cita(p_id_mascota INT, p_id_veterinario INT, p_fecha_hora TIMESTAMP)»: nombre, orden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tipo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cada parametro. Sin los tipos no es un contrato, es una descripcion.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Como se llama: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 «CALL» de ejemplo con valores reales, copiable tal cual.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Precondiciones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garantiza quien llama: la mascota existe y esta activa, la franja del veterinario esta libre.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Postcondiciones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lo que queda cierto si termina bien: una fila nueva en «cita» con estado «PROGRAMADA»,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ninguna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termina mal.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Tabla de errores.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Una fila por cada «RAISE EXCEPTION», con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mensaje literal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que debe hacer la app al recibirlo. Es lo que vuelve programable el contrato: sin el texto exacto, la app no puede distinguir un error de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6. Decision de diseno.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que se aborta en vez de devolver un codigo en un «OUT»: porque abortar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deshace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 hecho, y un codigo que nadie revise deja la cita creada igual.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PROCEDURE o FUNCTION: cual se puede usar dentro de un SELECT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PROCEDURE y FUNCTION no son sinonimos: si el resultado tiene que entrar en un SELECT, es FUNCTION. Son 10 de los 100 puntos y es la bisagra con la 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«FUNCTION»: devuelve un valor y se invoca DENTRO de una consulta.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«CREATE FUNCTION fn_precio(p_especie TEXT) RETURNS NUMERIC LANGUAGE plpgsql AS $fn$ ... RETURN v_precio; ... $fn$;» y se usa «SELECT nombre, fn_precio(especie) FROM mascota;». Es la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unica de las dos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que cabe en la lista de columnas de un «SELECT», en un «WHERE» o en un «ORDER BY».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«PROCEDURE»: ejecuta pasos y se invoca como sentencia suelta.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«CALL sp_agendar_cita(3, 7, '2026-09-01 10:00');».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se puede poner en un «SELECT». Si lo intentas, el motor responde «sp_agendar_cita(...) is not a function».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Las dos pueden ser «LANGUAGE plpgsql».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El lenguaje no decide nada: es falso que una funcion necesite «LANGUAGE sql» para poder retornar un valor. «sp_agendar_cita» y «fn_precio» son las dos «plpgsql».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Un «PROCEDURE» si admite parametros «OUT»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—y aun asi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sigue sin poder usarse dentro de un «SELECT»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 Devolver por «OUT» no es lo mismo que ser invocable en una consulta, y no es «la unica forma de retornar un valor».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Lo que solo puede el procedimiento: manejar la transaccion.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 Un «PROCEDURE» puede hacer «COMMIT» o «ROLLBACK» adentro; una «FUNCTION» corre dentro de la transaccion de quien la llamo. Por eso agendar es procedimiento y </a:t>
            </a:r>
            <a:r>
              <a:rPr sz="1900" b="1" i="0">
                <a:solidFill>
                  <a:srgbClr val="333333"/>
                </a:solidFill>
                <a:latin typeface="Calibri"/>
              </a:rPr>
              <a:t>la tarifa de la Clase 4 sera funcion</a:t>
            </a:r>
            <a:r>
              <a:rPr sz="19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sp_agendar_cita en PL/pgSQL dentro de la plataforma del curso: las 3 validaciones con RAISE EXCEPTION y la bateria de bloques DO que las prueba.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PL/pgSQL: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del proc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PostgreSQL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regla de negocio deja de vivir en la pantalla y queda dentro de la base, donde vale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cualquier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cliente que se conecte.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procedimiento probado es la única forma de que «una mascota inactiva no agenda» siga siendo cierto cuando aparezcan la app, un script de carga y soporte.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que escribes hoy es lo que la Clase 12 le entrega a quien programe la aplicación: firma, errores y qué hacer con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Dos procedimientos de negocio en PL/pgSQL corriendo en la plataforma del curso, su batería de pruebas con evidencia, y el contrato de los dos documentado.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«sp_agendar_cita» con sus 3 parámetros y sus 3 validaciones, cada una con su «RAISE EXCEPTION» y su mensaje literal.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Batería de 4 bloques «DO»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aborta el script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escribe 4 filas en «resultado_prueba» con el «SQLERRM» real.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«COUNT(*)» de «cita» demuestra que pasó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10 a 11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filas: las tres validaciones no insertaron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«sp_registrar_consulta» detectando la consulta duplicada con «EXISTS»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chocar contra el «UNIQUE».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Contrato de los dos procedimientos con sus 6 bloques y la tabla de errores completa (7 filas); las firmas coinciden con el código entregado.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mascotas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 (Rocky)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8 (Kiara)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están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INACTIVAS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—, 4 veterinarios y 10 citas.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Ya existe una cita del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veterinario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«2026-09-01 08:00:00»: es la que dispara la validación de veterinario ocupado.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El molde es «CREATE PROCEDURE ... LANGUAGE plpgsql AS $proc$ ... $proc$;» — no hay «IS», ni «VARCHAR2», ni «/»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contrato se escribe en Google Docs y se pega en la pregunta 5; la plantilla en blanco de sus 6 bloques y de la tabla de errores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sp_agendar_cita en PL/pgSQL y ejecutarlo en la plataforma del curso (LANGUAGE plpgsql, dollar-quoting, sin sintaxis de Oracle).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Incluir las 3 validaciones de negocio del PI, cada una con su RAISE EXCEPTION y su mensaje literal.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Correr la bateria de pruebas con bloques DO: 1 caso OK + 3 casos error, escritos en resultado_prueba, mas el COUNT(*) de cita antes y despues.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Escribir sp_registrar_consulta, comprobando con EXISTS antes de chocar contra la restriccion UNIQUE.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el contrato del proc en sus 6 bloques (plantilla en este documento) y pegarlo en la pregunta 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procedimiento se creó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el «CALL» corrió? Crear no es evidencia.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validación de «no existe» usa «IF NOT FOUND» tras el «SELECT ... INTO»?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bloques «DO» capturan la excepción y el script llega hasta el final?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conteo final de «cita» es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11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está en la evidencia?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¿«sp_registrar_consulta» inserta la consulta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deja la cita en «ATENDIDA»?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cerrada la decidiste por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dónde se invoca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cada rutina —dentro de un «SELECT» o como sentencia suelta— y no por el «LANGUAGE» que declara?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21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468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468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" y="5413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¿El contrato trae los 6 bloques 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procedimiento y las 7 filas de errores?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2 procedimientos en PL/pgSQL corriendo en la plataforma del curso + bateria de pruebas con su tabla resultado_prueba + contrato del proc (6 bloques)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&gt;=1 procedimiento de negocio (agendar cita / registrar consulta)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&gt;=1 procedimiento de negocio (agendar cita / registrar consulta)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2 procedimientos en PL/pgSQL corriendo en la plataforma del curso + bateria de pruebas con su tabla resultado_prueba + contrato del proc (6 bloques)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