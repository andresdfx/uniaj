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la plataforma del curso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almacenado es un bloque de codigo con nombre propio que vive dentro de la base de datos, y las dos palabras que hay que desempacar son guardado e invocado, porque son las que lo separan de un archivo sql en el computador de alguien.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Guardado significa que el fuente queda en el catalogo del motor y se puede recuperar sin depender de que su autor siga en el proyecto: en PostgreSQL, SELECT prosrc FROM pg_proc WHERE proname = 'sp_agendar_cita' devuelve el cuerpo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SELECT pg_get_functiondef('sp_agendar_cita'::regproc) devuelve la definicion completa lista para volver a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detalle vale decirlo porque resuelve la primera pregunta practica del taller: si el estudiante cierra la pestana, el procedimiento no se perdio, esta en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Invocado significa que hay una sola linea que dispara varias sentencias:.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algo mas importante que el ahorro: la regla queda escrita UNA vez y ninguna pantalla puede saltarsela.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 y la Clase 2 la matriz de roles; esta clase es donde la base de datos deja de ser un almacen pasivo y empieza a contener comportamiento.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no existe ese estado intermedio: el CREATE PROCEDURE valida la SINTAXIS del cuerpo y, si esta bien escrito, el objeto queda creado y valido, pero las tablas y columnas que el cuerpo menciona NO se verifican hasta la primera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es concreta y hay que anticiparla: un procedimiento que escribe INSERT INTO citas en lugar de cita se crea sin una sola queja y falla la primera vez que se lo llama.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sp_agendar_cita(1, 2,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fijo y conviene dictarlo entero antes de escribir una sola validacion, porque es donde se pierden los puntos sin haber entendido nada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LANGUAGE plpgsql AS $proc$ DECLARE...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 introduce el cuerpo, y aqui esta la trampa de sintaxis mas comun para quien viene de Oracle: alla se escribe IS, aqui IS no existe en este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delimitadores $proc$ son lo que se llama dollar-quoting y existen por una razon mecanica: el cuerpo es, para el motor, una cadena de texto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cadena contiene punto y coma y comillas simples; si se delimitara con comillas habria que duplicar cada comilla interna.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$proc$ el motor sabe que todo lo que hay hasta el siguiente $proc$ es el cuerpo.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etiqueta entre los dolares es arbitraria: $$ funciona igual, y se usa una etiqueta con nombre cuando hay bloques anidados.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y coma final despues del ultimo $proc$ si es obligatorio, y en cambio la barra sola en una linea, que en Oracle cierra el bloque, aqui es un error de sintaxis.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de los tipos son la otra mitad de la lista: INT, NUMERIC, TEXT, VARCHAR(n), TIMESTAMP, BOOLEAN, DATE.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VARCHAR2 y NUMBER no existen en PostgreSQL.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detalle del PI que vale mas que la sintaxis: el procedimiento recibe TRES parametros y no cuatro, porque id_cita es SERIAL, es decir el motor genera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Pasarle el identificador desde afuera obliga a la aplicacion a saber cual sigue, que es exactamente el problema que la columna SERIAL resuelve.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PROCEDURE sp_agendar_cita(p_id_mascota INT, p_id_veterinario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TIMESTAMP)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parametros tienen modo, y el modo es la direccion en la que viaja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 es el modo por omision y no se escribe: p_id_mascota INT ya es 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particularidad de PostgreSQL que conviene decir porque el estudiante que busque en internet va a tropezar con ella: en un procedimiento, un parametro OUT tambien hay que pasarlo en la llamada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la sintaxis termina siendo CALL sp_x(1, 2, NULL) con un NULL de relleno; es incomodo, y es una de las razones por las que hoy no se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la mira —y nadie mira lo que no falla— la regla de negocio no se cumplio.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Abortar con RAISE EXCEPTION invierte la carga: la aplicacion no puede ignorar el error porque el motor le devolvio un fallo, y ademas nada quedo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encabezado, en todo caso, es un contrato: nombre, orden y 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con crudeza porque impacta la Clase 12, cuando la aplicacion consuma estos procedimientos: si alguien intercambia el orden de dos parametros del mismo 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procedimiento se crea igual, la aplicacion sigue llamandolo sin error y agenda la cita para la mascota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proteccion practica, convencion recomendada y no regla dura, es llamar con notacion nombrada,, porque asi el orden deja de importar y la llamada se lee sola seis meses despues.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sp_agendar_cita(p_id_mascota =&gt; 1, p_id_veterinario =&gt; 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=&gt;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parte que convierte una consulta con nombre en logica de negocio, y es el mecanismo que la pregunta 1 del taller califica con treinta y cinco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RAISE EXCEPTION 'ERROR: la mascota % no existe', p_id_mascota; y hay cuatro cosas que decir sobre esa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el signo de porcentaje es el marcador de sustitucion de PL/pgSQL: se reemplaza, en orden, por las expresiones que siguen a la coma, y si hay mas marcadores que expresiones el motor lanza un error de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imprimir un porcentaje literal se escribe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mensaje es parte de la interfaz publica del procedimiento: es lo que la aplicacion va a mostrar y lo que la bateria de pruebas va a verificar, asi que se escribe pensando en la recepcionista de Huellitas y no en el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y es lo decisivo: RAISE EXCEPTION aborta.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imposible que quede una cita a medias, y no porque el codigo lo cuide, sino porque el motor lo garantiza.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Cuarta, cada excepcion lleva un codigo SQLSTATE; el de un RAISE EXCEPTION sin mas indicaciones es P0001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puede fijar uno propio con USING ERRCODE, lo cual permite que la aplicacion distinga un error de negocio de un fallo de la base sin leer el texto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la mecanica de la primera validacion, que es donde el grupo se atora.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y despues IF NOT FOUND THEN.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por que funciona, porque no es evidente: en PL/pgSQL, un SELECT INTO deja una variable especial llamada FOUND en verdadero si devolvio al menos una fila y en falso si no devolvio ninguna, y NOT FOUND es simplemente su negacion.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tambien lo que NO pasa, porque es lo contrario de Oracle: si el SELECT INTO no encuentra nada, PL/pgSQL no lanza NO_DATA_FOUND, deja la variable en nulo y sigue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silencioso mas caro del dia y la razon por la que IF NOT FOUND va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clave primaria en el WHERE eso no puede ocurrir, y por eso hoy no se usa STRICT.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id_mascota = p_id_mascota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fondo es donde debe vivir la logica de negocio, y merece respuesta honesta y no dogmatica, porque hay equipos serios en las dos orillas.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la regla se cumple aunque alguien entre por fuera de la aplicacion: un guion de migracion, una herramienta de administracion, una segunda aplicacion escrita el proximo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y aqui se amarra con la Clase 2, permite un modelo de permisos mas fino: se puede hacer GRANT EXECUTE ON PROCEDURE sp_agendar_cita TO recepcion y a la vez no otorgar INSERT sobre 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la recepcionista agenda citas pero no inserta filas arbitrarias ni corrige estados 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hoy y se usa en la Clase 12.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contra hay argumentos igual de legitimos: el codigo del procedimiento no se versiona con la naturalidad del codigo de aplicacion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nadie guarda el archivo sql en un repositorio la unica copia esta dentro del motor; probarlo automaticamente es mas incomodo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la bateria de hoy se escribe a mano; y ata el sistema al motor, ya que llevar estos procedimientos a Oracle o a MySQL implica reescribirlos, no traducirlos.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oficio, no ley, es este: en la base van los invariantes que no pueden violarse nunca, como que el stock no quede negativo o que una mascota inactiva no agende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operaciones de varias sentencias que deben ocurrir juntas; en la aplicacion van la orquestacion, la interfaz y las reglas volatiles.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Senal de alerta util: si una regla cambio mas de una vez en el semestre, probablemente no debia estar fija dentro de un procedimiento.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inyeccion de SQL merece parrafo propio porque es el argumento de seguridad mas concreto de la clase y casi siempre se menciona sin explicarlo.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escribe Luna todo va bien; si escribe Luna' OR '1'='1 la condicion se vuelve siempre verdadera y la pantalla devuelve el listado completo de mascotas de la clinica; si escribe 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parametros cierra ese agujero por un motivo tecnico preciso: el valor viaja como parametro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motor ya analizo y planifico la sentencia antes de conocer el contenido, asi que ese contenido no vuelve a pasar por el analizador sintactico y no puede convertirse en instrucciones.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hace falta el matiz que distingue una clase buena de una recitada: el procedimiento no es inmune por ser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PL/pgSQL la forma correcta de armar una sentencia dinamica es EXECUTE 'SELECT...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nombre = $1' USING p_nombre, o construir el texto con format y los marcadores %L para valores y %I para identificadores, que escapan lo que reciben.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dura para el proyecto: ningun dato de usuario se concatena dentro de una sentencia, ni en la aplicacion ni dentro del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principio se retoma en la Clase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sin prueba no esta terminado, y esta parte vale veinticinco de los cien puntos del taller, asi que hay que dictarla como tema y no como recomendacion.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un problema practico: si el estudiante escribe los cuatro CALL uno tras otro y ejecuta todo de un tiro, el primero que falla aborta la ejecucion y los siguientes no corren.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el bloque anonimo: DO $$ BEGIN...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END $$; es un bloque de PL/pgSQL que se ejecuta una vez y no se guarda en ningun catalogo.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resultados van a una tabla, no a la pantalla, y eso tambien tiene razon: una captura de cuatro mensajes sueltos no se puede comparar contra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un SELECT sobre resultado_prueba(id_prueba, caso, esperado, obtenido, paso) es una sola imagen que muestra los cuatro casos con su veredicto.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casos del PI son el positivo, con una mascota activa y una franja libre, y los tres negativos: mascota inactiva —Rocky, identificador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Kiara, identificador 8, estan inactivas en los datos sembrados—, mascota inexistente con el identificador 99, y franja ocupada, para la que sirve la cita que el veterinario 1 ya tiene el 2026-09-01 a las 08:00.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prueba que nadie piensa: un SELECT COUNT(*) FROM cita que demuestre que la tabla paso de diez filas a once y no a catorce.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conteo es lo que evidencia que los tres errores no dejaron basura, es decir que RAISE EXCEPTION hizo lo que se dijo que hacia.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de mecanica que conviene conocer porque explica por que esto funciona: un bloque de PL/pgSQL con clausula EXCEPTION abre internamente un punto de retorno, un savepoint, de modo que al capturar el error se deshace solo lo que ese bloque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que la captura tiene un costo y por eso no se envuelve todo el codigo en manejadores por si acaso.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buen momento para sembrar la Clase 8: quien confirma la transaccion es quien orquesta la operacion completa, no cada pieza por su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Capturar WHEN OTHERS y escribir paso = TRUE porque hubo excepcion es insuficiente: una excepcion tambien la lanza un nombre de columna mal escrito, un tipo que no convierte o una tabla que no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criterio, un procedimiento roto pasaria las tres pruebas negativas.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paso = SQLERRM ILIKE '%inactiva%', que es una comparacion insensible a mayusculas: se afirma que fallo Y que fallo por lo que se esperaba.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es que la columna paso admite dos lecturas legitimas y hay que elegir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paso significa el resultado coincidio con lo esperado, las cuatro filas quedan en verdadero cuando todo esta bien, porque en un caso negativo lo esperado es la excepcion.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son defendibles; lo que no es defendible es no decir cual, porque entonces la columna no significa nada y el docente no puede calificar la captura.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es explicita: se usa la misma lectura para las cuatro filas y se declara en una linea junto a la tabla.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entregable son quince puntos y no es codigo: es el contrato, y hay que explicar para quien se escribe, porque si no el estudiante lo redacta como un resumen del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para quien va a LLAMAR al procedimiento sin abrirlo, y en este curso esa persona existe con nombre: es el mismo estudiante en la Clase 12, o su companero de Programacion II, construyendo la aplicacion de Huellitas.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seis bloques y cada uno responde una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firma exacta, con los tipos y en el orden real, responde como se declara.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llamada, con valores concretos que funcionan, responde como se invoca; y conviene exigirlo porque es lo que convierte el contrato en algo copiable.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precondiciones responden que tiene que ser verdad antes: la mascota existe y esta activa, la franja del veterinario esta libre.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postcondiciones responden que queda despues, y aqui la frase importante es la del caso malo: si falla, no queda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errores lleva el mensaje LITERAL, no una parafrasis, porque quien llama va a comparar contra ese texto —y porque es el mismo texto que la bateria de pruebas verifica, de modo que los dos entregables tienen que coincidir palabra por palabra.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sexto bloque es la decision de diseno: por que se aborta en vez de devolver un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bloque es el que distingue documentar de pensar, y es el que la solucion docente lee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 sp_x(...); una funcion se invoca para que DEVUELVA un valor y se llama dentro de una expresion, SELECT fn_x(...).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son dos sabores del mismo objeto: en PostgreSQL una funcion no puede hacer COMMIT ni ROLLBACK y un procedimiento si, y esa es la razon tecnica por la que el objeto de hoy es un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Otra diferencia que se nota en el taller: llamar a un procedimiento con SELECT sp_agendar_cita(...) devuelve un error explicito de PostgreSQL, que dice que sp_agendar_cita es un procedimiento y sugiere usar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mostrarlo a proposito, porque es un mensaje que el estudiante va a encontrar y conviene que lo reconozca en vez de asustarse.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llega en la Clase 4 con fn_precio_consulta, y ahi la comparacion ya estara hecha.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Depurar sin depurador es una habilidad concreta y se ensena en cuatro movimientos.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entender que error se esta leyendo, porque hay dos momentos distintos: el error de creacion, que es de sintaxis y lo devuelve el CREATE PROCEDURE senalando linea y posicion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error de ejecucion, que es el que aparece con el CALL y es donde salen los nombres de tabla o columna equivocados.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diferencia de Oracle no hay que consultar ninguna vista de errores ni verificar si el objeto quedo invalido: si el CREATE no protesto, el objeto esta creado; lo que no significa que funcione.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dejar trazas con RAISE NOTICE 'llegue al paso 2, v_activa = %', v_activa; que imprime en la salida de mensajes sin abortar nada, y es el equivalente directo de lo que en Oracle se hace con la salida de servidor.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aislar: tomar el SELECT activa INTO v_activa FROM mascota WHERE id_mascota = 3 y ejecutarlo suelto con el valor que fallo, para saber si el problema esta en la consulta o en la logica que la rodea.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probar con casos deliberados, y aqui el numero es exigible porque es el entregable: un caso correcto y tres de error, cada uno en su bloque, escritos en resultado_prueba.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solo la captura del caso feliz no demuestra manejo de errores, y el Parcial 1 lo pregunta de frente.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punto hay que decirlo con precision porque una version anterior de esta guia decia lo contrario y costaria puntos repetirla.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se resuelve y se califica en la plataforma del curso, que ejecuta PostgreSQL dentro del navegador, y por lo tanto todo el codigo de hoy es PL/pgSQL.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Live SQL sigue en el kit, pero cambia de papel y hay que decirlo sin ambiguedad: sirve como CONTRASTE de sintaxis para quien se vaya a encontrar Oracle en el trabajo, no como sitio donde se hace 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de clase senalar las cuatro diferencias que mas cuestan —IS en lugar de AS, VARCHAR2 y NUMBER en lugar de TEXT e INT, RAISE_APPLICATION_ERROR en lugar de RAISE EXCEPTION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barra final que aqui es un error— y no vale mas, porque cada minuto invertido en sintaxis del otro motor es un minuto que el estudiante no dedica a lo que se le va a evaluar.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curso se mantiene: la fuente de verdad es el archivo sql en la carpeta del proyecto, nunca la pestana del navegador, y el estudiante va bien si reconstruye procedimiento, pruebas y datos pegando su propio guion.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pide un segundo procedimiento y no es relleno: es donde se practica una decision distinta. sp_registrar_consulta escribe en consulta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 dejo esa tabla con id_cita NOT NULL UNIQUE, porque una consulta pertenece a una cita y una cita tiene a lo sumo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interesante es entonces para que escribir la validacion, si el motor ya defiende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el mensaje: la restriccion produce un error tecnico que menciona el nombre del indice, y un IF EXISTS () THEN RAISE EXCEPTION 'ERROR: la cita % ya tiene consulta registrada', p_id_cita; produce el mensaje que la recepcionista puede entender.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que el procedimiento puede validar lo que la restriccion no ve: que la cita exista, y que su estado no sea 'CANCELADA', porque no se documenta la atencion de una cita que se cancelo.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restriccion es la ultima linea de defensa y sigue actuando cuando alguien entra por fuera; el procedimiento mejora el mensaje, no reemplaza la garantia.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p_id_cita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no es una isla, y decirlo en voz alta le da sentido al entregable.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la baja logica con activa igual a 'S' o 'N' y la restriccion de unicidad sobre la franja del veterinario, que son justamente las tres cosas que las validaciones de hoy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cuatro roles y hoy aparece el patron mas fino de todos: no dar INSERT sobre cita al rol recepcion, sino EXECUTE sobre sp_agendar_cita, de modo que el usuario solo pueda escribir a traves de la regla de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cuelga de este procedimiento la funcion y los dos triggers, y ahi se decide, para cada regla, si vive en un CHECK, en un trigger o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8 retoma el punto que hoy se siembra: quien confirma la transaccion.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12 consume estos procedimientos desde la aplicacion, que es cuando el contrato de la pregunta 5 deja de ser un documento y se vuelve la especificacion que alguien lee.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«Ejecute el CREATE y no dio error, entonces esta bien»: no necesariamente, y es la pregunta mas importante del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valida la sintaxis del cuerpo pero no resuelve los nombres de tabla y columna hasta la primera ejecucion, asi que el CALL es la unica evidencia.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no resolver la regla con un CHECK y ahorrarse el procedimiento»: porque un CHECK solo puede mirar columnas de la misma fila que se esta insertando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del proyecto necesita consultar otra tabla, ya que activa vive en mascota y la fila que se inserta esta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mi procedimiento inserta la cita de una mascota que no existe»: porque en PL/pgSQL un SELECT INTO sin resultado no lanza excepcion, deja la variable en nulo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comparar nulo con 'S' da nulo, que no es verdadero pero tampoco entra por el IF; falta el IF NOT FOUND.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procedimiento es mas rapido»: ahorra viajes de red y analisis repetido, y cada viaje cuesta del orden de uno a cincuenta milisegundos segun la latencia, pero no arregla una consulta mal escrita; eso se ataca en las Clases 6 y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un motor que corre dentro del navegador la mejora de red no se puede medir, asi que se documenta como argumento y no como cronometraje.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el procedimiento queda mal y la aplicacion ya lo llama»: CREATE OR REPLACE reemplaza el cuerpo conservando los privilegios otorgados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no hay que repetir el GRANT EXECUTE mientras la firma no cambie; si cambia la firma hay que ajustar tambien a quien 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conviene advertir algo de PostgreSQL: como admite sobrecarga, cambiar los tipos de los parametros no reemplaza el procedimiento anterior, crea uno nuevo al lado, y quedan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devolver el mensaje en lugar de abortar»: se puede, y es exactamente lo que el sexto bloque del contrato tiene que justificar; la respuesta corta es que un mensaje que nadie revisa deja la cita creada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un procedimiento en PL/pgSQL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sp_dar_de_baja_insumo(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p_id_insumo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p_motivo    VARCHAR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v_stock INT;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stock INTO v_stock FROM insumo WHERE id_insumo = p_id_insumo;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v_stock IS NULL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'El insumo % no existe', p_id_insumo;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UPDATE insumo SET stock = 0 WHERE id_insumo = p_id_insumo;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$$;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 que la FK no puede defender: validar contra OTRA tabla.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NOT EXISTS (SELECT 1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WHERE id_mascota = p_id_mascota AND activa = 'S')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EXCEPTION 'La mascota % no existe o esta inactiva',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hay que subrayar: RAISE EXCEPTION no solo avisa, DESHACE.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Todo lo que el procedimiento haya escrito antes se revierte.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Por eso el orden natural es: validar primero, escribir despues.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Caso OK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sp_dar_de_baja_insumo(1, 'vencido');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Caso de error, capturado para que el guion no se detenga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CALL sp_dar_de_baja_insumo(9999, 'inexistente');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NOTICE 'FALLO LA PRUEBA: debio rechazar el insumo 9999';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EXCEPTION WHEN OTHERS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NOTICE 'OK - rechazado como se esperaba: %', SQLERRM;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la diferencia es donde se puede usar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FUNCTION devuelve un valor y se puede usar DENTRO de un SELECT.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fn_citas_del_dia(p_dia DATE)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SELECT COUNT(*)::INT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WHERE fecha_hora &gt;= p_dia AND fecha_hora &lt; p_dia + 1;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fn_citas_del_dia(DATE '2026-09-01');   -- se puede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PROCEDURE no: se invoca con CALL y puede manejar transacciones.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SELECT sp_dar_de_baja_insumo(1,'x');  -- ERROR: no es una funcion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sp_agendar_cita(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p_id_mascota INT, p_id_veterinario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p_fecha_hora TIMESTAMP)          -- id_cita es SERIAL: no se pasa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 AS $proc$         -- ni IS, ni VARCHAR2, ni /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 v_activa CHAR(1);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activa INTO v_activa FROM 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WHERE id_mascota =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NOT FOUND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no existe',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v_activa &lt;&gt; 'S'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esta inactiva',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                          -- aborta: no inserta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cita(id_mascota, id_veterinario, fecha_hora, estado)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(p_id_mascota, p_id_veterinario, p_fecha_hora, 'PROGRAMADA');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 $proc$;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terminado: son 25 de los 100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columna paso y la trampa de WHEN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25 puntos se califican por esta tabla, no por el CALL suelto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entregable de la pregunta 5, vale 15 puntos, y la plantilla en blanco de los 6 bloques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 Son 10 de los 100 puntos y es la bisagra con la 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sp_agendar_cita en PL/pgSQL dentro de la plataforma del curso: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PL/pgSQL: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del proc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regla de negocio deja de vivir en la pantalla y queda dentro de la base, donde vale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cliente que se conecte.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probado es la única forma de que «una mascota inactiva no agenda» siga siendo cierto cuando aparezcan la app, un script de carga y soporte.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que escribes hoy es lo que la Clase 12 le entrega a quien programe la aplicación: firma, errores y qué hacer con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Dos procedimientos de negocio en PL/pgSQL corriendo en la plataforma del curso, su batería de pruebas con evidencia, y el contrato de los dos documentado.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«sp_agendar_cita» con sus 3 parámetros y sus 3 validaciones, cada una con su «RAISE EXCEPTION» y su mensaje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Batería de 4 bloques «DO»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aborta el script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escribe 4 filas en «resultado_prueba» con el «SQLERRM»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«COUNT(*)» de «cita» demuestra que pasó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filas: las tres validaciones no insertaron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«sp_registrar_consulta» detectando la consulta duplicada con «EXISTS»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chocar contra el «UNIQUE».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de los dos procedimientos con sus 6 bloques y la tabla de errores completa (7 filas); las firmas coinciden con el código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ya creado y poblado: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mascotas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(Rocky)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(Kiara)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están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INACTIVAS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—, 4 veterinarios y 10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una cita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veterinario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«2026-09-01 08:00:00»: es la que dispara la validación de veterinario ocupado.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El molde es «CREATE PROCEDURE ... LANGUAGE plpgsql AS $proc$ ... $proc$;» — no hay «IS», ni «VARCHAR2», ni «/»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se escribe en Google Docs y se pega en la pregunta 5; la plantilla en blanco de sus 6 bloques y de la tabla de errores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sp_agendar_cita en PL/pgSQL y ejecutarlo en la plataforma del curso (LANGUAGE plpgsql, dollar-quoting, sin sintaxis de Oracle).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las 3 validaciones de negocio del PI, cada una con su RAISE EXCEPTION y su mensaje literal.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Correr la bateria de pruebas con bloques DO: 1 caso OK + 3 casos error, escritos en resultado_prueba, mas el COUNT(*) de cita antes y despues.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sp_registrar_consulta, comprobando con EXISTS antes de chocar contra la restriccion UNIQUE.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el contrato del proc en sus 6 bloques (plantilla en este documento) y pegarlo en la pregunta 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procedimiento se creó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«CALL» corrió? Crear no es evidencia.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validación de «no existe» usa «IF NOT FOUND» tras el «SELECT ... INTO»?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bloques «DO» capturan la excepción y el script llega hasta el final?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conteo final de «cita»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está en la evidencia?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¿«sp_registrar_consulta» inserta la consulta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deja la cita en «ATENDIDA»?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cerrada la decidiste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se invoca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cada rutina —dentro de un «SELECT» o como sentencia suelta— y no por el «LANGUAGE» que declara?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contrato trae los 6 bloques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procedimiento y las 7 filas de errores?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la plataforma del curso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procedimientos en PL/pgSQL corriendo en la plataforma del curso + bateria de pruebas con su tabla resultado_prueba + contrato del proc (6 bloques)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