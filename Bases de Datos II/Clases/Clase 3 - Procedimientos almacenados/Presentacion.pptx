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logica de negocio guardada DENTRO de la base, y se llama con CALL. No es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de PL/pgSQL es fijo: CREATE PROCEDURE nombre(params) LANGUAGE plpgsql AS $proc$ ... $proc$;. Dentro…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Parametros: IN es el defecto y no se escribe; OUT e INOUT existen pero hoy no se usan para reportar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validacion no devuelve un mensaje: aborta con RAISE EXCEPTION 'ERROR: ... %', variable;. El % se sustituye…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terminado: la bateria son bloques DO que capturan el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ExamLab: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ExamLab,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ExamLab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ExamLab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ExamLab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