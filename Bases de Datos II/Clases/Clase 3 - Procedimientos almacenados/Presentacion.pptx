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procedimientos en PL/pgSQL corriendo en ExamLab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almacenado es logica de negocio guardada DENTRO de la base, y se llama con CALL. No es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molde de PL/pgSQL es fijo: CREATE PROCEDURE nombre(params) LANGUAGE plpgsql AS $proc$ ... $proc$;. Dentro…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Parametros: IN es el defecto y no se escribe; OUT e INOUT existen pero hoy no se usan para reportar errores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validacion no devuelve un mensaje: aborta con RAISE EXCEPTION 'ERROR: ... %', variable;. El % se sustituye…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sin prueba no esta terminado: la bateria son bloques DO que capturan el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terminado. Son 25 de los 100 puntos y se califican por la tabla de resultados, no por el CALL 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entregable de la pregunta 5, vale 15 puntos, y la plantilla en blanco de los 6 bloques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Son 10 de los 100 puntos y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sp_agendar_cita en PL/pgSQL dentro de ExamLab: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del proc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regla de negocio deja de vivir en la pantalla y queda dentro de la base, donde vale para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cliente que se conecte.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 procedimiento probado es la única forma de que «una mascota inactiva no agenda» siga siendo cierto cuando aparezcan la app, un script de carga y soporte.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contrato que escribes hoy es lo que la Clase 12 le entrega a quien programe la aplicación: firma, errores y qué hacer con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Dos procedimientos de negocio en PL/pgSQL corriendo en ExamLab, su batería de pruebas con evidencia, y el contrato de los dos documentado.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«sp_agendar_cita» con sus 3 parámetros y sus 3 validaciones, cada una con su «RAISE EXCEPTION» y su mensaje literal.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Batería de 4 bloques «DO»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aborta el script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escribe 4 filas en «resultado_prueba» con el «SQLERRM» real.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«COUNT(*)» de «cita» demuestra que pasó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filas: las tres validaciones no insertaron nada.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«sp_registrar_consulta» detectando la consulta duplicada con «EXISTS»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chocar contra el «UNIQUE».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de los dos procedimientos con sus 6 bloques y la tabla de errores completa (7 filas); las firmas coinciden con el código entregado.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Esquema de VetCare ya creado y poblado: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8 mascotas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 (Rocky)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8 (Kiara)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están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INACTIVAS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—, 4 veterinarios y 10 citas.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una cita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veterinario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«2026-09-01 08:00:00»: es la que dispara la validación de veterinario ocupado.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PostgreSQL dentro de ExamLab. El molde es «CREATE PROCEDURE ... LANGUAGE plpgsql AS $proc$ ... $proc$;» — no hay «IS», ni «VARCHAR2», ni «/»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contrato se escribe en Google Docs y se pega en la pregunta 5; la plantilla en blanco de sus 6 bloques y de la tabla de errores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sp_agendar_cita en PL/pgSQL y ejecutarlo en ExamLab (LANGUAGE plpgsql, dollar-quoting, sin sintaxis de Oracle).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las 3 validaciones de negocio del PI, cada una con su RAISE EXCEPTION y su mensaje literal.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Correr la bateria de pruebas con bloques DO: 1 caso OK + 3 casos error, escritos en resultado_prueba, mas el COUNT(*) de cita antes y despues.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sp_registrar_consulta, comprobando con EXISTS antes de chocar contra la restriccion UNIQUE.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el contrato del proc en sus 6 bloques (plantilla en este documento) y pegarlo en la pregunta 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procedimiento se creó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«CALL» corrió? Crear no es evidencia.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validación de «no existe» usa «IF NOT FOUND» tras el «SELECT ... INTO»?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bloques «DO» capturan la excepción y el script llega hasta el final?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conteo final de «cita»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está en la evidencia?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¿«sp_registrar_consulta» inserta la consulta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deja la cita en «ATENDIDA»?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cerrada la decidiste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se invoca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cada rutina —dentro de un «SELECT» o como sentencia suelta— y no por el «LANGUAGE» que declara?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contrato trae los 6 bloques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procedimiento y las 7 filas de errores?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procedimientos en PL/pgSQL corriendo en ExamLab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procedimientos en PL/pgSQL corriendo en ExamLab + bateria de pruebas con su tabla resultado_prueba + contrato del proc (6 bloques)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