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procedimiento almacenado (stored procedure) es un bloque de codigo SQL/PLSQL con nombre propio, guardado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Parametros: IN (entra un valor,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Ventaja central para el PI: sin proc, cada pantalla de la futura app (o cada persona que toque el codigo)…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controlado: en vez de dejar que la insercion falle con un error crudo de motor, el proc…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Diferencia con una funcion (se vera en Clase 4): el procedimiento se ejecuta como una accion (CALL sp_algo)…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validacion que justifica usar un procedimiento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id_mascota =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v_activa &lt;&gt; 'S'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p_msg := 'ERROR: mascota inactiva; no se agenda';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RETURN;                       -- sale SIN insertar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cita(...) VALUES (...);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este IF, el proc es solo un INSERT con nombre: no resuelve 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PROCEDURE sp_agendar_cita(...) con validacion de mascota activa.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Procedimientos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proc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regla vive en un proc reutilizable.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app futura llama al proc.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procedimiento con validación + 2 pruebas.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 en Live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Validación negocio.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OK + error.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documentado.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 DDL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Validación típica: mascota activa.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sp_agendar_cita o sp_registrar_consulta en Live 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validacion de negocio del PI (&gt;=1).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Ejecutar 2 pruebas: caso OK + caso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Documentar firma del proc (contrato para la futura app).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 controlado?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Captura/enlace?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Firma clara?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proc + casos de prueba (captura o enlace Live SQL)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