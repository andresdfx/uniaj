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 +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revision tecnica es una reunion con un proposito unico: encontrar defectos en un artefacto antes de que cuesten caro, y salir con un producto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reunion de avance, no es una calificacion y no es una demostracion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tiene nombres y roles establecidos desde hace decadas en ingenieria de software: el autor presenta, uno o mas revisores buscan defectos, un moderador cuida el tiempo y el tono, y un escriba registra los hallazgos.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estandar clasico, IEEE 1028, distingue la inspeccion (formal, con lista de verificacion y metricas), el walkthrough (el autor guia y explica) y la revision tecnica propiamente dicha (los pares evaluan si el artefacto sirve para su proposito).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hace hoy es una revision tecnica con lista de verificacion, comprimida a diez minutos por estudiante.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gobiernan la sesion y hay que decirlas en voz alta antes de empezar: se revisa el artefacto y no la persona, y no se resuelve el problema dentro de la revision, solo se registra.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se pone a corregir el DDL en vivo consume el tiempo de los demas y sale con un hallazgo menos que si hubiera seguido escuchando.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audita es la coherencia entre piezas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audita en una base de datos no es cada pieza por separado sino la coherencia entre piezas.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artefacto es cualquier producto de trabajo entregable: el diagrama entidad-relacion, el script DDL, la matriz de roles, los procedimientos, el informe de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Coherencia significa que todas esas piezas describen el mismo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perfectamente posible que un estudiante tenga un ER bien dibujado, un DDL que ejecuta sin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ambos describan bases de datos distintas, porque el ER se dibujo en la Clase 1 y el DDL se fue parchando en las Clases 3 a 8 sin volver a actualizar 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divergencia es el hallazgo mas comun del checkpoint y tambien el mas facil de detectar si se sabe donde mirar.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una toma dos o tres minutos si se ejecuta con criterio, y juntas cubren los cuatro criterios de rubrica que mas peso tienen.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Verificacion uno, ER contra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recorre el diagrama entidad por entidad y se busca su CREATE TABLE: toda entidad sin tabla es un hallazgo.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se recorre en sentido contrario, porque es el que nadie hace: toda tabla sin entidad en el diagrama tambien es un hallazgo, ya que significa que el modelo crecio sin registrarse.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Despues se verifican las relaciones.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ER dice que una cita pertenece a exactamente una mascota, el DDL debe tener id_mascota con NOT NULL y una FOREIGN KEY hacia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dice que un dueno puede tener varias mascotas pero una mascota tiene un solo dueno, la clave foranea vive en Mascota y no en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cardinalidad dibujada que no tiene su restriccion correspondiente en el DDL es decoracion, no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Verificacion dos, roles contra GRANT.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toma la matriz de la Clase 2 y se comprueba que los cuatro roles declarados existan en el script y que las celdas se hayan traducido en sentencias.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hallazgo tipico aqui es el rol AUDITOR que en la matriz solo lee y en el script recibio privilegios de escritura, porque alguien copio el bloque de RECEPCION y cambio unicamente el nombre.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Verificacion tres, procedimientos invocables.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separa a un estudiante que va bien de uno que va mal es esta: un procedimiento que compila no es un procedimiento que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humo dura un minuto y consiste en pedir dos ejecuciones y no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CALL sp_agendar_cita con datos validos, que debe insertar la cita y devolver confirmacion.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CALL sp_agendar_cita con el caso invalido que el propio estudiante declaro, es decir una mascota inactiva o un horario ya tomado, que debe devolver el mensaje de negocio y no un error crudo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no puede mostrar la segunda ejecucion, el procedimiento no tiene manejo de errores y eso resta puntos en los 25 de objetos programables.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Verificacion cuatro,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informe de optimizacion sin medicion no es optimizacion, es una opinion.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exige la consulta original, el plan de ejecucion que la acompanaba, el cambio aplicado (indice creado o consulta reescrita) y el plan despues, mostrando que el motor paso de recorrido completo de tabla a acceso por indice.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creo tres indices y no puede senalar cual consulta aprovecha cada uno, el hallazgo es que indexo por costumbre y no por medicion, que es exactamente el error que se analiza como caso real en la Clase 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Scope creep es el crecimiento no controlado del alcance: funcionalidad que se va agregando sin que nadie decida agregarla y sin que se quite nada a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base de datos tiene un sintoma cuantificable, que es el numero de entidades.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pide seis entidades minimas (Dueno, Mascota, Veterinario, Cita, Insumo y Factura con su detalle) y el rango sano al llegar a la Clase 11 es de seis a nueve, contando una o dos ampliaciones propias justificadas como Consulta o historial clinico.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llega con quince entidades porque agrego proveedores, inventario multialmacen, portal para duenos y notificaciones no esta adelantado: esta repartiendo el mismo esfuerzo en el doble de superficie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termina con quince tablas vacias en vez de siete tablas con procedimientos probados.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rubrica no da puntos por cantidad de tablas: da 20 por modelo coherente y 25 por objetos programables con casos de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accion correctiva es explicita y se registra en el acta: las entidades que sobran se mueven a una seccion de alcance futuro del informe, con una frase que diga por que quedaron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no resta puntos, al contrario, declarar el limite es una senal de madurez que se valora en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 tambien el problema inverso y menos visible: el estudiante que recorto tanto que ya no tiene material para los 25 puntos de procedimientos, funciones y disparadores, y ese caso tambien es un hallazgo que hay que escribir.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retroalimentacion util tiene una anatomia fija, y conviene que el docente la escriba siempre igual porque asi el acta se vuelve una lista de tareas y no un desahogo.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bien formulado tiene cinco partes: artefacto, observacion verificable, impacto, accion y responsable con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Comparense los dos extremos.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inutil: «el modelo esta flojo, mejorenlo»; no dice que mirar ni como saber cuando esta resuelto.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accionable: «Artefacto: script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Observacion: la tabla detalle_factura no tiene FOREIGN KEY hacia insumo, aunque el ER dibuja la relacion.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Impacto: se pueden insertar detalles con insumos que no existen; afecta los 20 puntos de modelo coherente.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Accion: agregar la restriccion y volver a ejecutar el script completo desde cero en un entorno limpio.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Responsable: Carlos.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Fecha: antes de la Clase 12.» La diferencia entre las dos no es cortesia, es verificabilidad: el segundo hallazgo se puede cerrar y cualquiera puede comprobar que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dosificacion es de tres a cinco hallazgos por estudiante, priorizados por puntos de rubrica en riesgo; mas de cinco desmoraliza y nadie los cierra, y menos de tres casi siempre significa que la revision fue superficial.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aritmetica del calendario, dicha en voz alta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decidir si un estudiante va a tiempo hay que hacer la aritmetica del calendario en voz alta, porque los estudiantes casi siempre creen que tienen mas tiempo del que tienen, y este semestre la cuenta es mas dura de lo que parece.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Quedan cuatro Clases de material pero solo tres bloques mas de clase, y ninguno de los tres es de trabajo acompanado.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razon: este checkpoint cae en una sesion doble que continua el mismo dia con la Clase 12, la de integracion aplicacion-base de datos; despues viene la Clase 13, de casos reales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autonoma por festivo y el estudiante hace solo; luego el Parcial 3, que es solo evaluacion; y finalmente la sesion de cierre, que es la sustentacion en vivo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Dicho de frente al grupo: hoy es la ultima vez que el docente revisa el proyecto con ellos delante, y lo que salga mal de aqui en adelante se corrige por cuenta propia, con retroalimentacion escrita entre sesiones.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dato, el umbral razonable a esta altura es tener cerrados los 20 puntos de modelo mas DDL y los 15 de seguridad y respaldo, o sea 35 de los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aritmetica del calendario, dicha en voz alta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tener al menos la mitad de los 25 de objetos programables: dos procedimientos, uno de ellos probado con su caso invalido.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 el semaforo es objetivo y se puede decir a la cara sin que suene arbitrario.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Verde: modelo cerrado, roles definidos, dos procedimientos que ejecutan y una consulta optimizada con medicion.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Amarillo: modelo cerrado pero procedimientos que compilan sin pruebas, o roles que solo existen en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Rojo: ER que aun cambia semana a semana, o DDL que no ejecuta de principio a fin en un entorno limpio.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un estudiante en rojo no se le pide que avance; se le pide que congele el alcance hoy mismo y dedique la semana a cerrar el DDL, porque sin una base ejecutable no hay nada sobre lo que montar procedimientos, disparadores ni optimizacion.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checkpoint sin hallazgos concretos es un checkpoint desperdiciado, y esa afirmacion merece justificacion porque suena severa.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unico valor de un punto de control intermedio es que todavia existe tiempo para corregir, y ese valor se realiza solo si de la sesion sale una lista escrita de cosas por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dice «todo bien, sigan asi», el estudiante interpreta legitimamente que su trabajo esta aprobado, deja de revisarlo, y el defecto reaparece en la entrega final cuando ya no hay clases para arreglarlo: es un costo diferido, no un ahorro.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aparecen las dos preguntas previsibles del estudiante.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«esto tiene nota?».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es que el checkpoint en si no califica el producto, pero es la ultima oportunidad de mover puntos de la rubrica antes de la entrega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conviene llegar con lo peor y no con lo mejor: un estudiante que esconde su parte floja para no verse mal pierde justamente la revision que la habria arreglado.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«si quien me audita encuentra fallas, me baja la nota?».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No, porque el auditor par no califica.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revisar el trabajo de otro tiene un beneficio propio bien documentado: los defectos ajenos se ven mucho mas rapido que los propios, y casi siempre quien audita vuelve a su carpeta y arregla en silencio el mismo problema que acaba de senalar.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apoya en lo hecho hasta la Clase 10 (el informe de escenarios de concurrencia es una de las evidencias que hoy se audita) y alimenta directamente la Clase 12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el contrato de operaciones solo puede escribirse sobre procedimientos que existan y funcionen, y la Clase 15, donde se sustenta.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 +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la plataforma del curso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