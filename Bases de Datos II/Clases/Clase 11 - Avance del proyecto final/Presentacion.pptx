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Una revision tecnica es una reunion con un proposito unico: encontrar defectos en un artefacto antes de que cuesten caro, y salir con un producto escrito.</a:t>
            </a:r>
          </a:p>
          <a:p>
            <a:r>
              <a:t>No es una reunion de avance, no es una calificacion y no es una demostracion para lucirse.</a:t>
            </a:r>
          </a:p>
          <a:p>
            <a:r>
              <a:t>La practica tiene nombres y roles establecidos desde hace decadas en ingenieria de software: el autor presenta, uno o mas revisores buscan defectos, un moderador cuida el tiempo y el tono, y un escriba registra los hallazgos.</a:t>
            </a:r>
          </a:p>
          <a:p>
            <a:r>
              <a:t>El estandar clasico, IEEE 1028, distingue la inspeccion (formal, con lista de verificacion y metricas), el walkthrough (el autor guia y explica) y la revision tecnica propiamente dicha (los pares evaluan si el artefacto sirve para su proposito).</a:t>
            </a:r>
          </a:p>
          <a:p>
            <a:r>
              <a:t>NOTAS:</a:t>
            </a:r>
          </a:p>
          <a:p>
            <a:r>
              <a:t>Lo que se hace hoy es una revision tecnica con lista de verificacion, comprimida a diez minutos por estudiante.</a:t>
            </a:r>
          </a:p>
          <a:p>
            <a:r>
              <a:t>Dos reglas gobiernan la sesion y hay que decirlas en voz alta antes de empezar: se revisa el artefacto y no la persona, y no se resuelve el problema dentro de la revision, solo se registra.</a:t>
            </a:r>
          </a:p>
          <a:p>
            <a:r>
              <a:t>Un estudiante que se pone a corregir el DDL en vivo consume el tiempo de los demas y sale con un hallazgo menos que si hubiera seguido escuchando.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 artefacto es cualquier producto de trabajo: el diagrama entidad-relacion, el script DDL, la matriz de roles, los procedimientos, el informe de optimizacion.</a:t>
            </a:r>
          </a:p>
          <a:p>
            <a:r>
              <a:t>Es perfectamente posible que un estudiante tenga un ER bien dibujado, un DDL que ejecuta sin errores</a:t>
            </a:r>
          </a:p>
          <a:p>
            <a:r>
              <a:t>Y que ambos describan bases de datos distintas, porque el ER se dibujo en la Clase 1 y el DDL se fue parchando en las Clases 3 a 8 sin volver a actualizar el diagrama.</a:t>
            </a:r>
          </a:p>
          <a:p>
            <a:r>
              <a:t>Cada una toma dos o tres minutos si se ejecuta con criterio.</a:t>
            </a:r>
          </a:p>
          <a:p>
            <a:r>
              <a:t>NOTAS:</a:t>
            </a:r>
          </a:p>
          <a:p>
            <a:r>
              <a:t>Lo que se audita en una base de datos no es cada pieza por separado sino la coherencia entre piezas.</a:t>
            </a:r>
          </a:p>
          <a:p>
            <a:r>
              <a:t>Coherencia significa que todas esas piezas describen el mismo sistema.</a:t>
            </a:r>
          </a:p>
          <a:p>
            <a:r>
              <a:t>Esa divergencia es el hallazgo mas comun del checkpoint y tambien el mas facil de detectar si se sabe donde mirar.</a:t>
            </a:r>
          </a:p>
          <a:p>
            <a:r>
              <a:t>Las cuatro verificaciones cruzadas que el docente debe correr son: que el DDL corresponda al ER, que los GRANT correspondan a los roles declarados, que los procedimientos listados existan y sean invocables, y que la optimizacion tenga medicion antes y despues.</a:t>
            </a:r>
          </a:p>
          <a:p>
            <a:r>
              <a:t>Fuera de la lamina (habla de la practica): Cada una toma dos o tres minutos si se ejecuta con criterio, y juntas cubren los cuatro criterios de rubrica que mas peso tienen.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Se recorre el diagrama entidad por entidad y se busca su CREATE TABLE: toda entidad sin tabla es un hallazgo.</a:t>
            </a:r>
          </a:p>
          <a:p>
            <a:r>
              <a:t>Luego se recorre en sentido contrario, porque es el que nadie hace: toda tabla sin entidad en el diagrama tambien es un hallazgo, ya que significa que el modelo crecio sin registrarse.</a:t>
            </a:r>
          </a:p>
          <a:p>
            <a:r>
              <a:t>Si el ER dice que una cita pertenece a exactamente una mascota, el DDL debe tener id_mascota con NOT NULL y una FOREIGN KEY hacia Mascota</a:t>
            </a:r>
          </a:p>
          <a:p>
            <a:r>
              <a:t>Si dice que un dueno puede tener varias mascotas pero una mascota tiene un solo dueno, la clave foranea vive en Mascota y no en Dueno.</a:t>
            </a:r>
          </a:p>
          <a:p>
            <a:r>
              <a:t>Una cardinalidad dibujada que no tiene su restriccion correspondiente en el DDL es decoracion, no modelo.</a:t>
            </a:r>
          </a:p>
          <a:p>
            <a:r>
              <a:t>Se toma la matriz de la Clase 2 y se comprueba que los cuatro roles declarados existan en el script y que las celdas se hayan traducido en sentencias.</a:t>
            </a:r>
          </a:p>
          <a:p>
            <a:r>
              <a:t>El hallazgo tipico aqui es el rol AUDITOR que en la matriz solo lee y en el script recibio privilegios de escritura, porque alguien copio el bloque de RECEPCION y cambio unicamente el nombre.</a:t>
            </a:r>
          </a:p>
          <a:p>
            <a:r>
              <a:t>NOTAS:</a:t>
            </a:r>
          </a:p>
          <a:p>
            <a:r>
              <a:t>Verificacion uno, ER contra DDL.</a:t>
            </a:r>
          </a:p>
          <a:p>
            <a:r>
              <a:t>Despues se verifican las relaciones.</a:t>
            </a:r>
          </a:p>
          <a:p>
            <a:r>
              <a:t>Verificacion dos, roles contra GRANT.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distincion que separa a un estudiante que va bien de uno que va mal es esta: un procedimiento que compila no es un procedimiento que funciona.</a:t>
            </a:r>
          </a:p>
          <a:p>
            <a:r>
              <a:t>Primero CALL sp_agendar_cita con datos validos, que debe insertar la cita y devolver confirmacion.</a:t>
            </a:r>
          </a:p>
          <a:p>
            <a:r>
              <a:t>Segundo, CALL sp_agendar_cita con el caso invalido que el propio estudiante declaro, es decir una mascota inactiva o un horario ya tomado, que debe devolver el mensaje de negocio y no un error crudo del motor.</a:t>
            </a:r>
          </a:p>
          <a:p>
            <a:r>
              <a:t>Si el estudiante no puede mostrar la segunda ejecucion.</a:t>
            </a:r>
          </a:p>
          <a:p>
            <a:r>
              <a:t>Un informe de optimizacion sin medicion no es optimizacion, es una opinion.</a:t>
            </a:r>
          </a:p>
          <a:p>
            <a:r>
              <a:t>Si el estudiante creo tres indices y no puede senalar cual consulta aprovecha cada uno, el hallazgo es que indexo por costumbre y no por medicion, que es exactamente el error que se analiza como caso real en la Clase 13.</a:t>
            </a:r>
          </a:p>
          <a:p>
            <a:r>
              <a:t>Ejemplo: un sp_agendar_cita que compila pero no valida la mascota inactiva pasa la primera ejecucion y falla la segunda, la que deberia haber sido rechazada.</a:t>
            </a:r>
          </a:p>
          <a:p>
            <a:r>
              <a:t>NOTAS:</a:t>
            </a:r>
          </a:p>
          <a:p>
            <a:r>
              <a:t>Verificacion tres, procedimientos invocables.</a:t>
            </a:r>
          </a:p>
          <a:p>
            <a:r>
              <a:t>La prueba de humo dura un minuto y consiste en pedir dos ejecuciones y no una.</a:t>
            </a:r>
          </a:p>
          <a:p>
            <a:r>
              <a:t>Verificacion cuatro, optimizacion.</a:t>
            </a:r>
          </a:p>
          <a:p>
            <a:r>
              <a:t>Se exige la consulta original, el plan de ejecucion que la acompanaba, el cambio aplicado (indice creado o consulta reescrita) y el plan despues, mostrando que el motor paso de recorrido completo de tabla a acceso por indice.</a:t>
            </a:r>
          </a:p>
          <a:p>
            <a:r>
              <a:t>Fuera de la lamina (habla de la practica): Si el estudiante no puede mostrar la segunda ejecucion, el procedimiento no tiene manejo de errores y eso resta puntos en los 25 de objetos programables.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Scope creep es el crecimiento no controlado del alcance: funcionalidad que se va agregando sin que nadie decida agregarla y sin que se quite nada a cambio.</a:t>
            </a:r>
          </a:p>
          <a:p>
            <a:r>
              <a:t>En un proyecto de base de datos tiene un sintoma cuantificable, que es el numero de entidades. la clínica pide seis entidades minimas (Dueno, Mascota, Veterinario, Cita</a:t>
            </a:r>
          </a:p>
          <a:p>
            <a:r>
              <a:t>Insumo y Factura con su detalle) y el rango sano al llegar a la Clase 11 es de seis a nueve, contando una o dos ampliaciones propias justificadas como Consulta o historial clinico.</a:t>
            </a:r>
          </a:p>
          <a:p>
            <a:r>
              <a:t>Un estudiante que llega con quince entidades porque agrego proveedores, inventario multialmacen, portal para duenos y notificaciones no esta adelantado: esta repartiendo el mismo esfuerzo en el doble de superficie</a:t>
            </a:r>
          </a:p>
          <a:p>
            <a:r>
              <a:t>Y termina con quince tablas vacias en vez de siete tablas con procedimientos probados.</a:t>
            </a:r>
          </a:p>
          <a:p>
            <a:r>
              <a:t>La accion correctiva es explicita y se registra en el acta: las entidades que sobran se mueven a una seccion de alcance futuro del informe, con una frase que diga por que quedaron fuera.</a:t>
            </a:r>
          </a:p>
          <a:p>
            <a:r>
              <a:t>NOTAS:</a:t>
            </a:r>
          </a:p>
          <a:p>
            <a:r>
              <a:t>Existe tambien el problema inverso y menos visible.</a:t>
            </a:r>
          </a:p>
          <a:p>
            <a:r>
              <a:t>Fuera de la lamina (habla de la practica): La rubrica no da puntos por cantidad de tablas: da 20 por modelo coherente y 25 por objetos programables con casos de prueba.</a:t>
            </a:r>
          </a:p>
          <a:p>
            <a:r>
              <a:t>Fuera de la lamina (habla de la practica): Eso no resta puntos, al contrario, declarar el limite es una senal de madurez que se valora en la sustentacion.</a:t>
            </a:r>
          </a:p>
          <a:p>
            <a:r>
              <a:t>Fuera de la lamina (habla de la practica): Existe tambien el problema inverso y menos visible: el estudiante que recorto tanto que ya no tiene material para los 25 puntos de procedimientos, funciones y disparadores, y ese caso tambien es un hallazgo que hay que escribir.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La retroalimentacion util tiene una anatomia fija, y conviene que el docente la escriba siempre igual porque asi el acta se vuelve una lista de tareas y no un desahogo.</a:t>
            </a:r>
          </a:p>
          <a:p>
            <a:r>
              <a:t>Un hallazgo bien formulado tiene cinco partes: artefacto, observacion verificable, impacto, accion y responsable con fecha.</a:t>
            </a:r>
          </a:p>
          <a:p>
            <a:r>
              <a:t>Retroalimentacion inutil: «el modelo esta flojo, mejorenlo»; no dice que mirar ni como saber cuando esta resuelto.</a:t>
            </a:r>
          </a:p>
          <a:p>
            <a:r>
              <a:t>Retroalimentacion accionable: «Artefacto: script DDL.</a:t>
            </a:r>
          </a:p>
          <a:p>
            <a:r>
              <a:t>Observacion: la tabla detalle_factura no tiene FOREIGN KEY hacia insumo, aunque el ER dibuja la relacion.</a:t>
            </a:r>
          </a:p>
          <a:p>
            <a:r>
              <a:t>Impacto: se pueden insertar detalles con insumos que no existen.</a:t>
            </a:r>
          </a:p>
          <a:p>
            <a:r>
              <a:t>Accion: agregar la restriccion y volver a ejecutar el script completo desde cero en un entorno limpio.</a:t>
            </a:r>
          </a:p>
          <a:p>
            <a:r>
              <a:t>Fecha: antes de la Clase 12.» La diferencia entre las dos no es cortesia, es verificabilidad: el segundo hallazgo se puede cerrar y cualquiera puede comprobar que se cerro.</a:t>
            </a:r>
          </a:p>
          <a:p>
            <a:r>
              <a:t>La regla de dosificacion es de tres a cinco hallazgos por estudiante.</a:t>
            </a:r>
          </a:p>
          <a:p>
            <a:r>
              <a:t>NOTAS:</a:t>
            </a:r>
          </a:p>
          <a:p>
            <a:r>
              <a:t>Comparense los dos extremos.</a:t>
            </a:r>
          </a:p>
          <a:p>
            <a:r>
              <a:t>Responsable: Carlos.</a:t>
            </a:r>
          </a:p>
          <a:p>
            <a:r>
              <a:t>Fuera de la lamina (habla de la practica): Impacto: se pueden insertar detalles con insumos que no existen; afecta los 20 puntos de modelo coherente.</a:t>
            </a:r>
          </a:p>
          <a:p>
            <a:r>
              <a:t>Fuera de la lamina (habla de la practica): La regla de dosificacion es de tres a cinco hallazgos por estudiante, priorizados por puntos de rubrica en riesgo; mas de cinco desmoraliza y nadie los cierra, y menos de tres casi siempre significa que la revision fue superficial.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>
            <a:r>
              <a:t>Un checkpoint sin hallazgos concretos es un checkpoint desperdiciado, y esa afirmacion merece justificacion porque suena severa.</a:t>
            </a:r>
          </a:p>
          <a:p>
            <a:r>
              <a:t>El unico valor de un punto de control intermedio es que todavia existe tiempo para corregir, y ese valor se realiza solo si de la sesion sale una lista escrita de cosas por corregir.</a:t>
            </a:r>
          </a:p>
          <a:p>
            <a:r>
              <a:t>Cuando el docente dice «todo bien, sigan asi», el estudiante interpreta legitimamente que su trabajo esta aprobado, deja de revisarlo, y el defecto reaparece en la entrega final cuando ya no hay clases para arreglarlo: es un costo diferido, no un ahorro.</a:t>
            </a:r>
          </a:p>
          <a:p>
            <a:r>
              <a:t>La primera: «esto tiene nota?».</a:t>
            </a:r>
          </a:p>
          <a:p>
            <a:r>
              <a:t>La segunda: «si quien me audita encuentra fallas, me baja la nota?».</a:t>
            </a:r>
          </a:p>
          <a:p>
            <a:r>
              <a:t>Y revisar el trabajo de otro tiene un beneficio propio bien documentado: los defectos ajenos se ven mucho mas rapido que los propios, y casi siempre quien audita vuelve a su carpeta y arregla en silencio el mismo problema que acaba de senalar.</a:t>
            </a:r>
          </a:p>
          <a:p>
            <a:r>
              <a:t>Todo esto se apoya en lo hecho hasta la Clase 10 (el informe de escenarios de concurrencia es una de las evidencias que hoy se audita) y alimenta directamente la Clase 12</a:t>
            </a:r>
          </a:p>
          <a:p>
            <a:r>
              <a:t>Donde el contrato de operaciones solo puede escribirse sobre procedimientos que existan y funcionen, y la Clase 15, donde se sustenta.</a:t>
            </a:r>
          </a:p>
          <a:p>
            <a:r>
              <a:t>NOTAS:</a:t>
            </a:r>
          </a:p>
          <a:p>
            <a:r>
              <a:t>Aqui aparecen las dos preguntas previsibles del estudiante.</a:t>
            </a:r>
          </a:p>
          <a:p>
            <a:r>
              <a:t>Fuera de la lamina (habla de la practica): La respuesta es que el checkpoint en si no califica el producto, pero es la ultima oportunidad de mover puntos de la rubrica antes de la entrega, y por eso conviene llegar con lo peor y no con lo mejor: un estudiante que esconde su parte floja para no verse mal pierde justamente la revision que la habria arreglado.</a:t>
            </a:r>
          </a:p>
          <a:p>
            <a:r>
              <a:t>Fuera de la lamina (habla de la practica): No, porque el auditor par no califica.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Avance proyecto · la base de la clínica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proyecto · la base de la clínica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Live SQL / DB Fiddle +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es una revision tecnica, y con que producto se sale · Lo que se audita es la coherencia entre piezas · Verificaciones uno y dos · Verificacion tres.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ision-rol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vision-rol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vision-rol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revision tecnica es una reunion con un proposito unico: encontrar defectos en un artefacto antes de que cuesten caro, y salir con un producto…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reunion de avance, no es una calificacion y no es una demostracion para lucirse.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tiene nombres y roles establecidos desde hace decadas en ingenieria de software.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estandar clasico, IEEE 1028, distingue la inspeccion (formal.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audita es la coherencia entre piezas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herencia-piez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herencia-piez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herencia-piez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artefacto es cualquier producto de trabajo: el diagrama entidad-relacion, el script DDL, la matriz de roles, los procedimientos, el informe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perfectamente posible que un estudiante tenga un ER bien dibujado, un DDL que ejecuta sin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ambos describan bases de datos distintas, porque el ER se dibujo en la Clase 1 y el DDL se fue parchando en las Clases 3 a 8 sin volver a…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-contra-dd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r-contra-dd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r-contra-dd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recorre el diagrama entidad por entidad y se busca su CREATE TABLE: toda entidad sin tabla es un hallazgo.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Luego se recorre en sentido contrario, porque es el que nadie hace.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ER dice que una cita pertenece a exactamente una mascota, el DDL debe tener id_mascota con NOT NULL y una FOREIGN KEY hacia Mascota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mpila-funcion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mpila-funcion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mpila-funcion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que separa a un estudiante que va bien de uno que va mal es esta: un procedimiento que compila no es un procedimiento que funciona.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CALL sp_agendar_cita con datos validos, que debe insertar la cita y devolver confirmacion.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CALL sp_agendar_cita con el caso invalido que el propio estudiante declaro, es decir una mascota inactiva o un horario ya tomado.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no puede mostrar la segunda ejecucion.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verificacion del avance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5688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-- 1. estan las 8 tablas del modelo?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'public'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-- 2. tienen todas clave primaria?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LEFT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table_constraints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 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constraint_type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'PRIMARY KEY'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'public'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constraint_name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cero filas = todas tienen PK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ope-creep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cope-creep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cope-creep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Scope creep es el crecimiento no controlado del alcance: funcionalidad que se va agregando sin que nadie decida agregarla y sin que se quite nada 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base de datos tiene un sintoma cuantificable.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Insumo y Factura con su detalle) y el rango sano al llegar a la Clase 11 es de seis a nueve.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natomia-hallazg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natomia-hallazg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natomia-hallazg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retroalimentacion util tiene una anatomia fija, y conviene que el docente la escriba siempre igual porque asi el acta se vuelve una lista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hallazgo bien formulado tiene cinco partes: artefacto, observacion verificable, impacto, accion y responsable con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inutil: «el modelo esta flojo, mejorenlo»; no dice que mirar ni como saber cuando esta resuelto.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ckpoin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heckpoin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heckpoin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checkpoint sin hallazgos concretos es un checkpoint desperdiciado, y esa afirmacion merece justificacion porque suena severa.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unico valor de un punto de control intermedio es que todavia existe tiempo para corregir.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dice «todo bien, sigan asi», el estudiante interpreta legitimamente que su trabajo esta aprobado, deja de revisarlo.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«esto tiene nota?».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Integridad y objetos de negocio, contados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17927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-- 3. las claves foraneas declaradas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kcu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column_name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ccu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referencia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table_constraints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key_column_usage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kcu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kcu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constraint_name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constraint_column_usage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ccu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ccu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constraint_name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constraint_type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CE9178"/>
                </a:solidFill>
                <a:latin typeface="Consolas"/>
              </a:rPr>
              <a:t>'FOREIGN KEY'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tc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-- 4. procedimientos, funciones y triggers que existen de verdad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routine_type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routines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CE9178"/>
                </a:solidFill>
                <a:latin typeface="Consolas"/>
              </a:rPr>
              <a:t>'public'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routine_name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trigger_name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event_object_table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triggers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Live SQL / DB Fiddle +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de la clínica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hallazgo se demuestra con una ejecucion: el DDL contra el ER y el procedimiento con un caso valido y uno invalido.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hallazgo util nombra el artefacto, el problema, su impacto en la clínica y la accion concreta que lo corrige.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es texto Mermaid: la imagen sale del codigo, no al reves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 usando erDiagram.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y corrige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codigo en un visor Mermaid (por ejemplo mermaid.live) y mira como lo dibuja. Si no renderiza, corrige ahi mismo: un diagrama que no renderiza no comunica nada.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codigo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Conserva el texto Mermaid, que es la fuente, y exporta el PNG para tu informe.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Avance proyecto · la base de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una revision tecnica, y con que producto se sale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 que se audita es la coherencia entre piezas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Verificaciones uno y 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