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PI · VetCare DB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Checklist viva + demo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Demo parcial + checklist de avance (hito formal PI)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Live SQL / DB Fiddle + draw.io +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Hoy no hay tema nuevo: se cierran huecos del PI con rubrica.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Evidencias: ER, DDL, roles, &gt;=2 procs, &gt;=1 fn, &gt;=2 triggers, 1 opt.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Feedback entre pares: 10 min por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Live SQL / DB Fiddle + draw.io + ExamLab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Recorrido de checklist + ejemplo demo de 3 min.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racle_livesq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procs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DDL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google_doc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3913" y="4256532"/>
            <a:ext cx="1051560" cy="10515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Checklist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checkpoint vs rúbrica.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Demo + gaps con responsable.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avance + demo 3-5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Checklist evidenciada.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Demo ER+proc+trigger.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Gaps.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Avance subido si aplica.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Evidencias: ER, DDL, roles, procs, fn, triggers, opt.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Completar checklist de avance (si/no/parcial).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Demo 3-5 min: ER + 1 proc + 1 trigger.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Lista de gaps con responsable.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Subir avance intermedio a ExamLab (Talleres) si se pide.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Si con evidencia?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Gaps con dueño?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Demo &lt;=5 min?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Checklist firmada + enlace/ZIP avance (DDL+procs+ER)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Demo parcial + checklist de avance (hito formal 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Demo parcial + checklist de avance (hito formal PI)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Checklist firmada + enlace/ZIP avance (DDL+procs+ER)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