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hace hoy es una revision tecnica con lista de verificacion, comprimida a diez minutos por estudiante.</a:t>
            </a:r>
          </a:p>
          <a:p>
            <a:r>
              <a:t>Un estudiante que se pone a corregir el DDL en vivo consume el tiempo de los demas y sale con un hallazgo menos que si hubiera seguido escuchando.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audita en una base de datos no es cada pieza por separado sino la coherencia entre piezas.</a:t>
            </a:r>
          </a:p>
          <a:p>
            <a:r>
              <a:t>Coherencia significa que todas esas piezas describen el mismo sistema.</a:t>
            </a:r>
          </a:p>
          <a:p>
            <a:r>
              <a:t>Esa divergencia es el hallazgo mas comun del checkpoint y tambien el mas facil de detectar si se sabe donde mirar.</a:t>
            </a:r>
          </a:p>
          <a:p>
            <a:r>
              <a:t>Las cuatro verificaciones cruzadas que el docente debe correr son: que el DDL corresponda al ER, que los GRANT correspondan a los roles declarados, que los procedimientos listados existan y sean invocables, y que la optimizacion tenga medicion antes y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uno, ER contra DDL.</a:t>
            </a:r>
          </a:p>
          <a:p>
            <a:r>
              <a:t>Despues se verifican las relaciones.</a:t>
            </a:r>
          </a:p>
          <a:p>
            <a:r>
              <a:t>Verificacion dos, roles contra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tres, procedimientos invocables.</a:t>
            </a:r>
          </a:p>
          <a:p>
            <a:r>
              <a:t>La prueba de humo dura un minuto y consiste en pedir dos ejecuciones y no una.</a:t>
            </a:r>
          </a:p>
          <a:p>
            <a:r>
              <a:t>Verificacion cuatro, optimizacion.</a:t>
            </a:r>
          </a:p>
          <a:p>
            <a:r>
              <a:t>Se exige la consulta original, el plan de ejecucion que la acompanaba, el cambio aplicado (indice creado o consulta reescrita) y el plan despues, mostrando que el motor paso de recorrido completo de tabla a acceso por indice.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resta puntos, al contrario, declarar el limite es una senal de madurez que se valora en la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Comparense los dos extremos.</a:t>
            </a:r>
          </a:p>
          <a:p>
            <a:r>
              <a:t>Responsable: Carlos.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aparecen las dos preguntas previsibles del estudiante.</a:t>
            </a:r>
          </a:p>
          <a:p>
            <a:r>
              <a:t>La respuesta es que el checkpoint en si no califica el producto, pero es la ultima oportunidad de mover puntos de la rubrica antes de la entrega, y por eso conviene llegar con lo peor y no con lo mejor: un estudiante que esconde su parte floja para no verse mal pierde justamente la revision que la habria arreglado.</a:t>
            </a:r>
          </a:p>
          <a:p>
            <a:r>
              <a:t>No, porque el auditor par no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PI ·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 +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 entregable: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criterio, y juntas cubren los cuatro criterios de rubrica que mas peso tienen.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ejecucion, el procedimiento no tiene manejo de errores y eso resta puntos en los 25 de objetos programables.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pide seis entidades minimas (Dueno, Mascota, Veterinario, Cita, Insumo y Factura con su detalle) y el rango sano al llegar a la Clase 11 es de seis a nueve, contando una o dos ampliaciones propias justificadas como Consulta o historial clinico.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no da puntos por cantidad de tablas: da 20 por modelo coherente y 25 por objetos programables con casos de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existen; afecta los 20 puntos de modelo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estan las 8 tablas del modelo?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table_name FROM information_schema.tables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table_schema = 'public' ORDER BY 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tienen todas clave primaria?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t.table_name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information_schema.tables 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information_schema.table_constraints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ON c.table_name = t.table_name AND c.constraint_type = 'PRIMARY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t.table_schema = 'public' AND c.constraint_name IS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cero filas = todas tienen PK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las claves foraneas declaradas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tc.table_name, kcu.column_name, ccu.table_name AS referencia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information_schema.table_constraints tc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information_schema.key_column_usage kcu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kcu.constraint_name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information_schema.constraint_column_usage ccu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ccu.constraint_name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tc.constraint_type = 'FOREIGN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tc.table_name;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procedimientos, funciones y triggers que existen de verdad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routine_name, routine_type FROM information_schema.routines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routine_schema = 'public' ORDER BY routine_name;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trigger_name, event_object_table FROM information_schema.triggers;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 +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PI ·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