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se hace hoy es una revision tecnica con lista de verificacion, comprimida a diez minutos por estudiante.</a:t>
            </a:r>
          </a:p>
          <a:p>
            <a:r>
              <a:t>Un estudiante que se pone a corregir el DDL en vivo consume el tiempo de los demas y sale con un hallazgo menos que si hubiera seguido escuchando.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Cada una toma dos o tres minutos si se ejecuta con criterio, y juntas cubren los cuatro criterios de rubrica que mas peso tienen.</a:t>
            </a:r>
          </a:p>
          <a:p/>
          <a:p>
            <a:r>
              <a:t>Lo que se audita en una base de datos no es cada pieza por separado sino la coherencia entre piezas.</a:t>
            </a:r>
          </a:p>
          <a:p>
            <a:r>
              <a:t>Coherencia significa que todas esas piezas describen el mismo sistema.</a:t>
            </a:r>
          </a:p>
          <a:p>
            <a:r>
              <a:t>Esa divergencia es el hallazgo mas comun del checkpoint y tambien el mas facil de detectar si se sabe donde mirar.</a:t>
            </a:r>
          </a:p>
          <a:p>
            <a:r>
              <a:t>Las cuatro verificaciones cruzadas que el docente debe correr son: que el DDL corresponda al ER, que los GRANT correspondan a los roles declarados, que los procedimientos listados existan y sean invocables, y que la optimizacion tenga medicion antes y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uno, ER contra DDL.</a:t>
            </a:r>
          </a:p>
          <a:p>
            <a:r>
              <a:t>Despues se verifican las relaciones.</a:t>
            </a:r>
          </a:p>
          <a:p>
            <a:r>
              <a:t>Verificacion dos, roles contra GRANT.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Verificacion tres, procedimientos invocables.</a:t>
            </a:r>
          </a:p>
          <a:p>
            <a:r>
              <a:t>La prueba de humo dura un minuto y consiste en pedir dos ejecuciones y no una.</a:t>
            </a:r>
          </a:p>
          <a:p>
            <a:r>
              <a:t>Verificacion cuatro, optimizacion.</a:t>
            </a:r>
          </a:p>
          <a:p>
            <a:r>
              <a:t>Se exige la consulta original, el plan de ejecucion que la acompanaba, el cambio aplicado (indice creado o consulta reescrita) y el plan despues, mostrando que el motor paso de recorrido completo de tabla a acceso por indice.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Si el estudiante no puede mostrar la segunda ejecucion, el procedimiento no tiene manejo de errores y eso resta puntos en los 25 de objetos programables.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resta puntos, al contrario, declarar el limite es una senal de madurez que se valora en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 rubrica no da puntos por cantidad de tablas: da 20 por modelo coherente y 25 por objetos programables con casos de prueba.</a:t>
            </a:r>
          </a:p>
          <a:p>
            <a:r>
              <a:t>-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Impacto: se pueden insertar detalles con insumos que no existen; afecta los 20 puntos de modelo coherente.</a:t>
            </a:r>
          </a:p>
          <a:p/>
          <a:p>
            <a:r>
              <a:t>Comparense los dos extremos.</a:t>
            </a:r>
          </a:p>
          <a:p>
            <a:r>
              <a:t>Responsable: Carlos.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aparecen las dos preguntas previsibles del estudiante.</a:t>
            </a:r>
          </a:p>
          <a:p>
            <a:r>
              <a:t>La respuesta es que el checkpoint en si no califica el producto, pero es la ultima oportunidad de mover puntos de la rubrica antes de la entrega, y por eso conviene llegar con lo peor y no con lo mejor: un estudiante que esconde su parte floja para no verse mal pierde justamente la revision que la habria arreglado.</a:t>
            </a:r>
          </a:p>
          <a:p>
            <a:r>
              <a:t>No, porque el auditor par no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PI ·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tambien el problema inverso y menos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verificacion del avance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-- 1. estan las 8 tablas del modelo?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table_name FROM information_schema.tables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table_schema = 'public' ORDER BY 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-- 2. tienen todas clave primaria?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t.table_name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information_schema.tables 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information_schema.table_constraints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ON c.table_name = t.table_name AND c.constraint_type = 'PRIMARY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t.table_schema = 'public' AND c.constraint_name IS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cero filas = todas tienen PK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y objetos de negocio, contados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-- 3. las claves foraneas declaradas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tc.table_name, kcu.column_name, ccu.table_name AS referencia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information_schema.table_constraints tc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information_schema.key_column_usage kcu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kcu.constraint_name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information_schema.constraint_column_usage ccu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ON ccu.constraint_name = tc.constraint_name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tc.constraint_type = 'FOREIGN KEY'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tc.table_name;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-- 4. procedimientos, funciones y triggers que existen de verdad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routine_name, routine_type FROM information_schema.routines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routine_schema = 'public' ORDER BY routine_name;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trigger_name, event_object_table FROM information_schema.triggers;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 del Proyecto Integrador.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PI ·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una revision tecnica, y con que producto se sale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 que se audita es la coherencia entre piezas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Verificaciones uno y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