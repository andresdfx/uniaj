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 +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hay tema nuevo: se cierran huecos del PI con rubrica.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Evidencias: ER, DDL, roles, &gt;=2 procs, &gt;=1 fn, &gt;=2 triggers, 1 opt.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Revision cruzada entre estudiantes: 10 min por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 + ExamLab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ExamLab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