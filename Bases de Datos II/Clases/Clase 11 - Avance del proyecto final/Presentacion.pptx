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se hace hoy es una revision tecnica con lista de verificacion, comprimida a diez minutos por estudiante.</a:t>
            </a:r>
          </a:p>
          <a:p>
            <a:r>
              <a:t>Un estudiante que se pone a corregir el DDL en vivo consume el tiempo de los demas y sale con un hallazgo menos que si hubiera seguido escuchando.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se audita en una base de datos no es cada pieza por separado sino la coherencia entre piezas.</a:t>
            </a:r>
          </a:p>
          <a:p>
            <a:r>
              <a:t>Coherencia significa que todas esas piezas describen el mismo sistema.</a:t>
            </a:r>
          </a:p>
          <a:p>
            <a:r>
              <a:t>Esa divergencia es el hallazgo mas comun del checkpoint y tambien el mas facil de detectar si se sabe donde mirar.</a:t>
            </a:r>
          </a:p>
          <a:p>
            <a:r>
              <a:t>Las cuatro verificaciones cruzadas que el docente debe correr son: que el DDL corresponda al ER, que los GRANT correspondan a los roles declarados, que los procedimientos listados existan y sean invocables, y que la optimizacion tenga medicion antes y despues.</a:t>
            </a:r>
          </a:p>
          <a:p>
            <a:r>
              <a:t>Fuera de la lamina (habla de la practica): Cada una toma dos o tres minutos si se ejecuta con criterio, y juntas cubren los cuatro criterios de rubrica que mas peso tienen.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uno, ER contra DDL.</a:t>
            </a:r>
          </a:p>
          <a:p>
            <a:r>
              <a:t>Despues se verifican las relaciones.</a:t>
            </a:r>
          </a:p>
          <a:p>
            <a:r>
              <a:t>Verificacion dos, roles contra GRANT.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tres, procedimientos invocables.</a:t>
            </a:r>
          </a:p>
          <a:p>
            <a:r>
              <a:t>La prueba de humo dura un minuto y consiste en pedir dos ejecuciones y no una.</a:t>
            </a:r>
          </a:p>
          <a:p>
            <a:r>
              <a:t>Verificacion cuatro, optimizacion.</a:t>
            </a:r>
          </a:p>
          <a:p>
            <a:r>
              <a:t>Se exige la consulta original, el plan de ejecucion que la acompanaba, el cambio aplicado (indice creado o consulta reescrita) y el plan despues, mostrando que el motor paso de recorrido completo de tabla a acceso por indice.</a:t>
            </a:r>
          </a:p>
          <a:p>
            <a:r>
              <a:t>Fuera de la lamina (habla de la practica): Si el estudiante no puede mostrar la segunda ejecucion, el procedimiento no tiene manejo de errores y eso resta puntos en los 25 de objetos programables.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 tambien el problema inverso y menos visible.</a:t>
            </a:r>
          </a:p>
          <a:p>
            <a:r>
              <a:t>Fuera de la lamina (habla de la practica): La rubrica no da puntos por cantidad de tablas: da 20 por modelo coherente y 25 por objetos programables con casos de prueba.</a:t>
            </a:r>
          </a:p>
          <a:p>
            <a:r>
              <a:t>Fuera de la lamina (habla de la practica): Eso no resta puntos, al contrario, declarar el limite es una senal de madurez que se valora en la sustentacion.</a:t>
            </a:r>
          </a:p>
          <a:p>
            <a:r>
              <a:t>Fuera de la lamina (habla de la practica):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Comparense los dos extremos.</a:t>
            </a:r>
          </a:p>
          <a:p>
            <a:r>
              <a:t>Responsable: Carlos.</a:t>
            </a:r>
          </a:p>
          <a:p>
            <a:r>
              <a:t>Fuera de la lamina (habla de la practica): Impacto: se pueden insertar detalles con insumos que no existen; afecta los 20 puntos de modelo coherente.</a:t>
            </a:r>
          </a:p>
          <a:p>
            <a:r>
              <a:t>Fuera de la lamina (habla de la practica):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aparecen las dos preguntas previsibles del estudiante.</a:t>
            </a:r>
          </a:p>
          <a:p>
            <a:r>
              <a:t>Fuera de la lamina (habla de la practica): La respuesta es que el checkpoint en si no califica el producto, pero es la ultima oportunidad de mover puntos de la rubrica antes de la entrega, y por eso conviene llegar con lo peor y no con lo mejor: un estudiante que esconde su parte floja para no verse mal pierde justamente la revision que la habria arreglado.</a:t>
            </a:r>
          </a:p>
          <a:p>
            <a:r>
              <a:t>Fuera de la lamina (habla de la practica): No, porque el auditor par no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PI ·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es una revision tecnica, y con que producto se sale · Lo que se audita es la coherencia entre piezas · Verificaciones uno y dos · Verificacion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software: el autor presenta, uno o mas revisores buscan defectos, un moderador cuida el tiempo y el tono, y un escriba registra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gobiernan la sesion y hay que decirlas en voz alta antes de empezar: se revisa el artefacto y no la persona, y no se resuelve el problema dentro de la revision, solo se registra.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trabajo: el diagrama entidad-relacion, el script DDL, la matriz de roles, los procedimientos, el informe de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 actualizar 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toma dos o tres minutos si se ejecuta con criterio.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hace: toda tabla sin entidad en el diagrama tambien es un hallazgo, ya que significa que el modelo crecio sin registrarse.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dice que un dueno puede tener varias mascotas pero una mascota tiene un solo dueno, la clave foranea vive en Mascota y no en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que no tiene su restriccion correspondiente en el DDL es decoracion, no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toma la matriz de la Clase 2 y se comprueba que los cuatro roles declarados existan en el script y que las celdas se hayan traducido en sentencias.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hallazgo tipico aqui es el rol AUDITOR que en la matriz solo lee y en el script recibio privilegios de escritura, porque alguien copio el bloque de RECEPCION y cambio unicamente el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tomado, que debe devolver el mensaje de negocio y no un error crudo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informe de optimizacion sin medicion no es optimizacion, es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creo tres indices y no puede senalar cual consulta aprovecha cada uno, el hallazgo es que indexo por costumbre y no por medicion, que es exactamente el error que se analiza como caso real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 sp_agendar_cita que compila pero no valida la mascota inactiva pasa la primera ejecucion y falla la segunda, la que deberia haber sido rechazada.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cuantificable, que es el numero de entidades.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pide seis entidades minimas (Dueno, Mascota, Veterinario, Cita, Insumo y Factura con su detalle) y el rango sano al llegar a la Clase 11 es de seis a nueve, contando una o dos ampliaciones propias justificadas como Consulta o historial clinico.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llega con quince entidades porque agrego proveedores, inventario multialmacen, portal para duenos y notificaciones no esta adelantado: esta repartiendo el mismo esfuerzo en el doble de superficie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termina con quince tablas vacias en vez de siete tablas con procedimientos probados.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correctiva es explicita y se registra en el acta: las entidades que sobran se mueven a una seccion de alcance futuro del informe, con una frase que diga por que quedaron fuera.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 tareas y no un desahogo.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accionable: «Artefacto: script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Observacion: la tabla detalle_factura no tiene FOREIGN KEY hacia insumo, aunque el ER dibuja la relacion.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Impacto: se pueden insertar detalles con insumos que no existen.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Accion: agregar la restriccion y volver a ejecutar el script completo desde cero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Fecha: antes de la Clase 12.» La diferencia entre las dos no es cortesia, es verificabilidad: el segundo hallazgo se puede cerrar y cualquiera puede comprobar que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dosificacion es de tres a cinco hallazgos por estudiante.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corregir, y ese valor se realiza solo si de la sesion sale una lista escrita de cosas por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«si quien me audita encuentra fallas, me baja la nota?».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apoya en lo hecho hasta la Clase 10 (el informe de escenarios de concurrencia es una de las evidencias que hoy se audita) y alimenta directamente la Clase 12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el contrato de operaciones solo puede escribirse sobre procedimientos que existan y funcionen, y la Clase 15, donde se sustenta.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estan las 8 tablas del modelo?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table_name FROM information_schema.tables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table_schema = 'public' ORDER BY 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tienen todas clave primaria?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t.table_name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information_schema.tables 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information_schema.table_constraints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ON c.table_name = t.table_name AND c.constraint_type = 'PRIMARY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t.table_schema = 'public' AND c.constraint_name IS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cero filas = todas tienen PK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las claves foraneas declaradas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tc.table_name, kcu.column_name, ccu.table_name AS referencia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information_schema.table_constraints tc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information_schema.key_column_usage kcu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kcu.constraint_name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information_schema.constraint_column_usage ccu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ccu.constraint_name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tc.constraint_type = 'FOREIGN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tc.table_name;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procedimientos, funciones y triggers que existen de verdad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routine_name, routine_type FROM information_schema.routines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routine_schema = 'public' ORDER BY routine_name;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trigger_name, event_object_table FROM information_schema.triggers;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hallazgo se demuestra con una ejecucion: el DDL contra el ER y el procedimiento con un caso valido y uno invalido.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hallazgo util nombra el artefacto, el problema, su impacto en VetCare y la accion concreta que lo corrige.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 del Proyecto Integrador.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PI ·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una revision tecnica, y con que producto se sale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 que se audita es la coherencia entre piezas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Verificaciones uno y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