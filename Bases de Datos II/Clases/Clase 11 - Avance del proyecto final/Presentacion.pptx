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Avance PI · VetCare DB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Checklist viva + demo parcial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Demo parcial + checklist de avance (hito formal PI)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Live SQL / DB Fiddle + draw.io +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Checklist firmada + enlace/ZIP avance (DDL+procs+ER)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· quiz/cierre · duda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Hoy no hay tema nuevo: se cierran huecos del PI con rubrica.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Evidencias: ER, DDL, roles, &gt;=2 procs, &gt;=1 fn, &gt;=2 triggers, 1 opt.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Feedback entre pares: 10 min por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Live SQL / DB Fiddle + draw.io + ExamLab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Recorrido de checklist + ejemplo demo de 3 min.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racle_lives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Demo procs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DDL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oogle_doc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3913" y="4256532"/>
            <a:ext cx="1051560" cy="10515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Checklist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checkpoint vs rúbrica.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Demo + gaps con responsable.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Checklist avance + demo 3-5 min.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Checklist evidenciada.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Demo ER+proc+trigger.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Gaps.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Avance subido si aplica.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Evidencias: ER, DDL, roles, procs, fn, triggers, opt.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Completar checklist de avance (si/no/parcial).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Demo 3-5 min: ER + 1 proc + 1 trigger.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Lista de gaps con responsable.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Subir avance intermedio a ExamLab (Talleres) si se pide.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Si con evidencia?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Gaps con dueño?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Demo &lt;=5 min?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Checklist firmada + enlace/ZIP avance (DDL+procs+ER)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(Talleres)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Demo parcial + checklist de avance (hito formal PI)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Quiz rapido (cierre)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Individual · 8–10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El checkpoint de avance PI VetCare: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('A) Reemplaza el Parcial 3',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('B) Es revisión de evidencias, no la sustentación final',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('C) Cierra el semestre',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('D) Elimina la rúbrica',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Evidencia mínima esperable en el avance: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('A) Solo narrativa',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('B) ER + scripts clave + demo parcial + checklist rúbrica',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('C) Solo el logo',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('D) Factura cloud de pago',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Si falta el contrato app↔BD, conviene marcarlo como pendiente en el checklist.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('( ) Verdadero    ( ) Falso',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Seed de datos de prueba no aporta a la demo del PI.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('( ) Verdadero    ( ) Falso',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Quiz rapido (cierre) · cont.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Individual · 8–10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Durante la viva/demo parcial, lo más útil es: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('A) Improvisar sin script',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('B) Mostrar flujo real (agendar/facturar) con datos seed',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('C) Leer el microcurrículo completo',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('D) Ocultar errores siempre',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6.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Anti-patrón: SQL suelto en la app que bypasea procs y auditoría.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('( ) Verdadero    ( ) Falso',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7.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Liste 3 ítems del checklist PI que YA tienen evidencia en su equipo.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('Respuesta corta: ____________________________',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8.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Nombre el mayor hueco actual y la clase/hito donde lo cerrarán.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('Respuesta corta: ____________________________',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Demo parcial + checklist de avance (hito formal PI)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Checklist firmada + enlace/ZIP avance (DDL+procs+ER)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