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Parcial 2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Solo evaluacion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Indicaciones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Hoy 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solo Parcial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(virtual sincrono por Meet).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No hay tema nuevo ni taller del PI en esta sesion.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Duracion sugerida: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90-100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dentro del bloque de 120.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avance del PI VetCare DB continua en la siguiente clase regular.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Parcial 2 · Clase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Enfocados en la evaluacion del corte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PI VetCare DB continua la proxima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Solo evaluacion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