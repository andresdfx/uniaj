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 · sin tema ni taller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6 · Clase 7 · Clase 8 · Clase 10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B. Emparejamiento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C. Optimización SQL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D. Caso transacciones, tuning y concurrencia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nota = puntos / 20 · este parcial pesa 10% del Corte 2 (30%).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Tiempo previsto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90–100 minutos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dentro del bloque de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SQL se escribe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se pide captura ni se abre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continúa en la siguiente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