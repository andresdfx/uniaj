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6 · Clase 7 · Clase 8 · Clase 10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Optimización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transacciones, tuning y concurrencia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2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