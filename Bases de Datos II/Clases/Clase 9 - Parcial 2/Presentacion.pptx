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Parcial 2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Solo evaluación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Indicaciones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es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Parcial 2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no hay tema nuevo en esta sesión.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Entra lo visto en el corte hasta hoy.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Modalidad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virtual síncrona por Meet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como todas las sesiones.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Duración aproximada: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90 a 110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dentro del bloque de 120.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enunciado y el canal de entrega se comparten al empezar.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Parcial 2 · Clase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Hoy solo se evalúa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tema continúa la próxima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Solo evaluación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