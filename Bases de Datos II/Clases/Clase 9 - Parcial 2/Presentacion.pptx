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91695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niajc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2011680" cy="8768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042855" y="384048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384048"/>
            <a:ext cx="16916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Clase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0728655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Parcial 2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2807" y="4206240"/>
            <a:ext cx="2926080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361688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8D8EE"/>
                </a:solidFill>
                <a:latin typeface="Calibri"/>
              </a:rPr>
              <a:t>Solo evaluación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7EB8D4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Indicaciones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Hoy es el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Parcial 2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no hay tema nuevo en esta sesión.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Entra lo visto en el corte hasta hoy.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Modalidad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virtual síncrona por Meet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, como todas las sesiones.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Duración aproximada: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90 a 110 min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dentro del bloque de 120.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enunciado y el canal de entrega se comparten al empezar.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niajc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98464"/>
            <a:ext cx="1463040" cy="643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11277295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095292"/>
                </a:solidFill>
                <a:latin typeface="Calibri"/>
              </a:rPr>
              <a:t>Parcial 2 · Clase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Hoy solo se evalúa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El tema continúa la próxima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69CCB"/>
                </a:solidFill>
                <a:latin typeface="Calibri"/>
              </a:rPr>
              <a:t>Solo evaluación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