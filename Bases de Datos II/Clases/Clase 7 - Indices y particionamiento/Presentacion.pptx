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Indices y particionamiento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Diseno fisico al servicio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&gt;=2 indices justificados sobre tablas calientes del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DB Fiddle + draw.io (opcional)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indice es una estructura auxiliar (tipicamente un arbol B-Tree) que el motor mantiene ordenada por una 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costo no es gratis: cada INSERT/UPDATE/DELETE sobre una columna indexada obliga al motor a actualizar…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Buen candidato a indice: columna usada muy frecuentemente en WHERE, JOIN u ORDER BY, con alta cardinalidad…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Candidatos reales en VetCare: Cita(fecha_hora) para listar la agenda del dia, Mascota(id_dueno) porque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Particionamiento (idea conceptual, no se implementa hoy): dividir fisicamente una tabla muy grande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crear un indice sobre CADA columna 'por si acaso' sin mirar que…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indice se justifica con la consulta que lo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Consulta frecuente: la agenda del dia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... FROM cita WHERE fecha_hora &gt;= :hoy;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idx_cita_fecha ON cita(fecha_hora);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Mal candidato: baja cardinalidad (solo 'S' o 'N')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CREATE INDEX idx_mascota_activa ON mascota(activa);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indice acelera lecturas y encarece INSERT/UPDATE/DELETE. Indexar todo es un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DB Fiddle +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CREATE INDEX idx_cita_fecha; consulta que lo usaria.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bf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CREATE INDEX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caliente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Justificacion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indices aceleran lecturas frecuentes.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Sobre-indexar castiga escrituras.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&gt;=2 indices justificados en tablas calientes.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CREATE INDEX.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Justificación.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Riesgo sobre-indexar.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 opcional.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Candidatos: Cita(fecha), Mascota(id_dueño).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Identificar 2 consultas frecuentes del 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y crear &gt;=2 indices con nombre claro.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Justificar columna, cardinalidad y riesgo de sobre-indexar.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Opcional: diagrama tabla caliente -&gt; indices en Excalidraw.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Nombre legible?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Atado a consulta?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Indexar todo? (no)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CREATE INDEX + tabla justificacion consulta-&gt;indice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&gt;=2 indices justificados sobre tablas calientes del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&gt;=2 indices justificados sobre tablas calientes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CREATE INDEX + tabla justificacion consulta-&gt;indice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