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indice sobre CADA columna 'por si acaso' sin mirar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