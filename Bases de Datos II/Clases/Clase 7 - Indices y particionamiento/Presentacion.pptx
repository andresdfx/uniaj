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Indices y particionamiento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Diseno fisico al servicio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&gt;=2 indices justificados sobre tablas calientes del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DB Fiddle + draw.io (opcional)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CREATE INDEX + tabla justificacion consulta-&gt;indice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· quiz/cierre · duda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indice es una estructura auxiliar (tipicamente un arbol B-Tree) que el motor mantiene ordenada por una 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costo no es gratis: cada INSERT/UPDATE/DELETE sobre una columna indexada obliga al motor a actualizar…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Buen candidato a indice: columna usada muy frecuentemente en WHERE, JOIN u ORDER BY, con alta cardinalidad…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Candidatos reales en VetCare: Cita(fecha_hora) para listar la agenda del dia, Mascota(id_dueno) porque cada…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Particionamiento (idea conceptual, no se implementa hoy): dividir fisicamente una tabla muy grande en…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crear un indice sobre CADA columna 'por si acaso' sin mirar que…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indice se justifica con la consulta que lo usa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Consulta frecuente: la agenda del dia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... FROM cita WHERE fecha_hora &gt;= :hoy;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INDEX idx_cita_fecha ON cita(fecha_hora);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Mal candidato: baja cardinalidad (solo 'S' o 'N')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CREATE INDEX idx_mascota_activa ON mascota(activa);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Cada indice acelera lecturas y encarece INSERT/UPDATE/DELETE. Indexar todo es un error.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DB Fiddle + draw.io (opcional)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CREATE INDEX idx_cita_fecha; consulta que lo usaria.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bfidd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CREATE INDEX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Tabla caliente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Justificacion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indices aceleran lecturas frecuentes.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Sobre-indexar castiga escrituras.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&gt;=2 indices justificados en tablas calientes.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2 CREATE INDEX.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Justificación.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Riesgo sobre-indexar.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Diagrama opcional.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Candidatos: Cita(fecha), Mascota(id_dueño).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Identificar 2 consultas frecuentes del PI.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Proponer y crear &gt;=2 indices con nombre claro.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Justificar columna, cardinalidad y riesgo de sobre-indexar.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Opcional: diagrama tabla caliente -&gt; indices en Excalidraw.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Nombre legible?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Atado a consulta?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Indexar todo? (no)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CREATE INDEX + tabla justificacion consulta-&gt;indice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(Talleres)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&gt;=2 indices justificados sobre tablas calientes del 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Quiz rapido (cierre)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Individual · 8–10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¿Cuándo NO conviene crear un índice?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('A) Filtros frecuentes selectivos',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('B) Baja selectividad o escritura intensa sin lectura asociada',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('C) Agenda por fecha_hora',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('D) FK muy consultada',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Índice típico para agenda del día: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('A) Sobre cita.fecha_hora (y opcionalmente estado)',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('B) Sobre un comentario libre nunca filtrado',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('C) Sobre todas las columnas a la vez sin criterio',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('D) Ninguno nunca',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Particionamiento aquí se trabaja como concepto (p. ej. rango de fecha); no exige SGBD local de pago.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('( ) Verdadero    ( ) Falso',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Más índices siempre aceleran inserts/updates de stock y facturas.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('( ) Verdadero    ( ) Falso',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Quiz rapido (cierre) · cont.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Individual · 8–10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Selectividad alta significa: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('A) Casi todas las filas comparten el valor',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('B) El predicado discrimina bien (pocas filas)',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('C) Que no hay PK',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('D) Que hay SELECT *',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6.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Documentar por qué se creó (o no) un índice es parte de la evidencia del PI.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('( ) Verdadero    ( ) Falso',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7.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Proponga un índice VetCare (tabla + columna(s) + consulta que lo usa).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('Respuesta corta: ____________________________',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8.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¿Particionaría citas por mes? Justifique en 1 frase (sí/no + motivo).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('Respuesta corta: ____________________________',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7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&gt;=2 indices justificados sobre tablas calientes del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Script CREATE INDEX + tabla justificacion consulta-&gt;indice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