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&gt;=2 indices justificados sobre tablas calientes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+ draw.io (opcional)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Particionamiento (idea conceptual, no se implementa hoy): dividir fisicamente una tabla muy grande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 WHERE fecha_hora &gt;= :hoy;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 ON cita(fecha_hora);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Indexar todo es un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+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INDEX idx_cita_fecha; consulta que lo usaria.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CREATE INDEX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caliente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indices aceleran lecturas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Sobre-indexar castiga escrituras.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&gt;=2 indices justificados en tablas calientes.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CREATE INDEX.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Riesgo sobre-indexar.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Candidatos: Cita(fecha), Mascota(id_dueño).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Identificar 2 consultas frecuentes del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y crear &gt;=2 indices con nombre claro.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columna, cardinalidad y riesgo de sobre-indexar.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Opcional: diagrama tabla caliente -&gt; indices en Excalidraw.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Nombre legible?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Atado a consulta?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Indexar todo? (no)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&gt;=2 indices justificados sobre tablas calientes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&gt;=2 indices justificados sobre tablas calientes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