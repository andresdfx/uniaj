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3 indices justificados (uno parcial) + historico particionado por ano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(PostgreSQL/PGlite)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cita_hist particionada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Particionamiento (hoy SI se implementa, y es la pregunta 3 del taller): dividir una tabla logica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 (siempre PROGRAMADA)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fecha_hora &gt;= :hoy AND estado = 'PROGRAMADA';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idx_cita_fecha_hora ON cita 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idx_cita_programada_fecha ON cita (fecha_hora)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WHERE estado = 'PROGRAMADA';        -- indice PARCIAL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El nombre se califica letra por letra.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indices de hoy, con su nombre exacto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Preguntas 1 y 2 del taller — 50 de los 100 puntos — y los nombres son los que se escriben en la plantilla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nombre se califica.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actividad dice «nombres exactos» y los compara letra por letra: «idx_cita_fecha_hora», «idx_mascota_dueno», «idx_cita_programada_fecha» en la pregunta 1, y «idx_cita_estado_fecha» + «idx_cita_fecha_estado» en la 2.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«idx_cita_fecha» no es ninguno de los cinco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sufijo es «_fecha_hora», como la columna.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Simple o compuesto.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Los tres primeros son de una columna; los dos ultimos llevan las mismas dos columnas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orden inverso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existen precisamente para que se vea que el orden cambia el resultado.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secuencia que hay que respetar.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«EXPLAIN ANALYZE»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(tiene que salir «Seq Scan») -&gt; «CREATE INDEX» -&gt;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«ANALYZE cita;»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-&gt; el mismo «EXPLAIN» otra vez. Sin el «ANALYZE» intermedio el planeador sigue con las estadisticas viejas y puede ignorar el indice que acabas de crear: la mitad de los «no me sirvio» del taller son este paso saltado.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evidencia de que existen.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«SELECT indexname, tablename, indexdef FROM pg_indexes WHERE tablename IN ('cita','mascota') ORDER BY tablename, indexname;» — «indexdef» devuelve el «CREATE INDEX» completo, asi que ahi se ve tambien el «WHERE» del parcial.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el experimento del orden.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Con los dos compuestos creados se miden tres consultas: estado + rango de fecha, solo rango, solo estado. Despues se hace «DROP INDEX idx_cita_fecha_estado» y se vuelve a medir la del rango solo.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columna de igualdad va primero y la de rango al final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un indice cuya columna lider no aparece en el «WHERE» normalmente no se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indice parcial: el mismo beneficio, una fraccion del tamano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1 lo exige por nombre y su rubrica descuenta si falta; la pregunta 4 lo vuelve a cobrar como afirmacion correcta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Que es.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indice que solo contiene las filas que cumplen una condicion: «CREATE INDEX idx_cita_programada_fecha ON cita (fecha_hora) WHERE estado = 'PROGRAMADA';». El «WHERE» no es el de la consulta: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parte de la definicion del indice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decide que filas entran en el arbol.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Cuanto se ahorra, con los datos de hoy.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las 30.010 citas sembradas,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18.187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estan «PROGRAMADA» (el 61 %): el indice completo indexa 30.010 entradas y el parcial 18.187, cuatro de cada diez menos. Menos entradas es menos disco, menos cache ocupada y menos trabajo en cada escritura de una cita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que no este programada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condicion para que sirva.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planeador solo lo usa si puede demostrar que la consulta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trae la misma condicion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indice. «WHERE estado = 'PROGRAMADA' AND fecha_hora &gt;= ...» si lo aprovecha; la misma consulta sin el filtro de estado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el indice no contiene las filas atendidas ni las canceladas.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caso de VetCare que lo justifica.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agenda del dia de la recepcion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siempre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filtra por «PROGRAMADA»: nadie abre la pantalla para ver las citas que ya se atendieron. Cuando el filtro es parte del caso de uso y no del capricho de una consulta, el parcial es la respuesta correcta.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Cual de los dos elige.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Con «idx_cita_fecha_hora» y «idx_cita_programada_fecha» compitiendo por la misma consulta, el plan nombra al ganador: hay que leer el «Index Scan using ...»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escribir cual salio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la rubrica descuenta si no se comenta.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Particionar hoy de verdad: rango por ano, poda y archivado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completa —20 de los 100 puntos— y el segundo parrafo de la pregunta 5: hoy se implementa, no se cuenta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DDL, en tres sentencias.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«CREATE TABLE cita_hist (... ) PARTITION BY RANGE (fecha_hora);» y despues una particion por ano: «CREATE TABLE cita_hist_2025 PARTITION OF cita_hist FOR VALUES FROM (TIMESTAMP '2025-01-01') TO (TIMESTAMP '2026-01-01');». El rango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cerrado por abajo y abierto por arriba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asi que el «TO» de una particion es el «FROM» de la siguiente y nunca se solapan.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trampa que cuesta la pregunta.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una tabla particionada la clave primaria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debe incluir la columna de particion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«PRIMARY KEY (id_cita, fecha_hora)». Un «PRIMARY KEY (id_cita)» a secas no compila, y el error del motor no dice «te falta la columna de particion» con esas palabras.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prueba de que el reparto ocurrio.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«SELECT tableoid::regclass AS particion, COUNT(*), MIN(fecha_hora), MAX(fecha_hora) FROM cita_hist GROUP BY 1 ORDER BY 1;» — «tableoid» es la columna de sistema que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que tabla fisica vive cada fila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«::regclass» la traduce a nombre. Sin esta consulta no hay evidencia del enrutamiento, solo un «INSERT» que no dio error.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poda, que es lo unico que mejora hoy.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«EXPLAIN ANALYZE» de una consulta acotada a 2026 el plan tiene que mencionar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solo «cita_hist_2026»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Con 5.010 filas el tiempo no baja de forma apreciable y hay que decirlo: lo que se demuestra es que el motor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descarta particiones enteras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antes de leer.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el beneficio real, que es de mantenimiento.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Archivar 2025 es «DROP TABLE cita_hist_2025», una operacion de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metadatos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tarda un instante. El «DELETE FROM cita WHERE fecha_hora &lt; ...» equivalente toca millones de filas, infla el registro de transacciones y sostiene bloqueos largos — el contraste conecta directo con la Clase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(PostgreSQL/PGlite)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EXPLAIN ANALYZE con Seq Scan, CREATE INDEX idx_cita_fecha_hora, ANALYZE, y el mismo EXPLAIN mostrando Index Scan.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30.010 citas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de justificacion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rúbrica pide índices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justificados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una justificación es una consulta concreta más la evidencia del plan — no «indexé las columnas importantes».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agenda del día y la ficha del dueño son las dos pantallas que Huellitas abre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todo el día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son las que pagan cada «Seq Scan» sobre 30.010 citas.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Indexar de más también cuesta: cada índice se mantiene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cada cita agendada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Por eso hoy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veredicto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cada índice vale tantos puntos como crearlo.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Tres índices creados con nombre exacto (uno parcial) y probados con EXPLAIN antes y después, el experimento del orden de columnas en un índice compuesto, el histórico particionado por año con su poda demostrada, y la tabla de justificación que va al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línea base medida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indexar: «EXPLAIN ANALYZE» de las dos consultas frecuentes con «Seq Scan» a la vista.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índices con el nombre exacto — «idx_cita_fecha_hora», «idx_mascota_dueno» y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«idx_cita_programada_fecha» con su «WHERE estado = 'PROGRAMADA'» — y «ANALYZE» corrido después.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Los «EXPLAIN» repetidos mostrando «Index Scan» o «Bitmap Index Scan», y dicho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cuál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dos índices sobre «fecha_hora» eligió el planeador.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experimento del orden de columnas: los dos índices compuestos,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consultas medidas, el «DROP INDEX» que fuerza la comparación y la línea «-- CONCLUSION:» con la regla de igualdad antes que rango.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«cita_hist» particionada por año: PK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incluye la columna de partición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las dos particiones sin solaparse, la migración completa y la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poda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evidenciada en el plan.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tabla de justificación con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7 columnas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una fila por índice (mínimo 3), la regla de sobre-indexación y el veredicto de particionamiento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tus números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preguntas 1 y 2 corren sobre una base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 volumen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2.006 duenos, 5.008 mascotas, 16 veterinarios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30.010 citas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 el 2026-01-05 y el 2026-07-23. «ANALYZE» ya está corrido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hay ningún índice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más allá de las PK: los creas tú.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dos consultas frecuentes vienen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escritas en el enunciado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no se cambian: la agenda del día filtra «cita» por rango de «fecha_hora» y por «estado = 'PROGRAMADA'»; la ficha del dueño filtra «mascota» por «id_dueno».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pregunta 3 usa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otra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base, a propósito: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5.010 citas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repartidas entre enero de 2025 y diciembre de 2026, para que haya dos años que particionar. Si ves 5.010 donde esperabas 30.010,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es un error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PostgreSQL dentro de ExamLab, en el navegador. «EXPLAIN ANALYZE», los índices parciales, «PARTITION BY RANGE» y la poda de particiones corren de verdad; ahí se califica.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nombres del curso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minúsculas y sin eñes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las tablas son «dueno», «mascota» y «cita», y la columna es «id_dueno». Un «Mascota(id_dueño)» no compila.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la linea base con EXPLAIN ANALYZE de las dos consultas frecuentes: hay que ver Seq Scan.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tres indices con el nombre exacto, incluido el parcial idx_cita_programada_fecha, y correr ANALYZE.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Repetir los EXPLAIN y decir cual indice eligio el planeador y por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cita_hist particionada por ano, migrar las citas y demostrar el enrutamiento y la poda.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tabla de justificacion consulta-&gt;indice (7 columnas) y el veredicto de particionamiento.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¿Corriste los «EXPLAIN»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crear los índices? Sin la línea base con «Seq Scan» no hay con qué comparar el después.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tres índices tienen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nombre exacto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enunciado, y el parcial lleva su cláusula «WHERE estado = 'PROGRAMADA'»?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¿Corriste «ANALYZE cita;» y «ANALYZE mascota;» antes de volver a medir? Sin estadísticas frescas el planeador puede seguir eligiendo el barrido.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¿Dijiste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cuál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dos índices sobre «fecha_hora» usó la agenda del día, y por qué ese y no el otro?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la pregunta 2, ¿hiciste el «DROP INDEX» y volviste a medir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 La comparación es el punto del experimento, no crear los dos índices.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«-- CONCLUSION:» habla del orden de las columnas, o solo dice que el índice sirvió?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«cita_hist», ¿la PK incluye «fecha_hora»? PostgreSQL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rechaza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una PK particionada que no contenga la columna de partición.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plan de la consulta de 2026 muestra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sola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partición? Si aparecen las dos, no hubo poda y eso es lo que se califica.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cita_hist particionada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3 indices justificados (uno parcial) + historico particionado por ano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3 indices justificados (uno parcial) + historico particionado por ano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cita_hist particionada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