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 · Clase 2 · Clase 3 · Clase 4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SQL / objetos programables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seguridad y respaldo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10% del Corte 1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se pide captura ni se abre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