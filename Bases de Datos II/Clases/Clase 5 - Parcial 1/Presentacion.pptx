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TEXTO COMPLETO DE LA LÁMINA (se proyecta resumido):</a:t>
            </a:r>
          </a:p>
          <a:p/>
          <a:p>
            <a:r>
              <a:t>Hoy es el Parcial 1: no hay tema nuevo en esta sesión.</a:t>
            </a:r>
          </a:p>
          <a:p/>
          <a:p>
            <a:r>
              <a:t>Entra lo visto en el corte hasta hoy.</a:t>
            </a:r>
          </a:p>
          <a:p/>
          <a:p>
            <a:r>
              <a:t>Modalidad virtual síncrona por Meet, como todas las sesiones.</a:t>
            </a:r>
          </a:p>
          <a:p/>
          <a:p>
            <a:r>
              <a:t>Duración aproximada: 90 a 110 min dentro del bloque de 120.</a:t>
            </a:r>
          </a:p>
          <a:p/>
          <a:p>
            <a:r>
              <a:t>El enunciado y el canal de entrega se comparten al empezar.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Parcial 1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Solo evaluación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Indicaciones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797149" y="2175828"/>
            <a:ext cx="6010497" cy="2853814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udents-writing-exam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0301" y="2248980"/>
            <a:ext cx="5864193" cy="270751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Foto: This And No Internet 25 · Pexels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Hoy es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Parcial 1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no hay tema nuevo en esta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Entra lo visto en el corte hasta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Modalidad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virtual síncrona por Meet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como todas las sesiones.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Duración aproximada: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90 a 110 min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dentro del bloque de 120.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Parcial 1 · Clase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Hoy solo se evalúa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tema continúa la próxima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Solo evaluación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