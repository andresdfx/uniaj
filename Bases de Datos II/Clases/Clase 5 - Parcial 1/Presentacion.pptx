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Hoy es el Parcial 1: solo evaluación, sin tema nuevo, por Meet como todas las sesiones. Esta lámina responde lo que todos preguntan al minuto 0: qué entra, cuánto dura y cómo se entrega.</a:t>
            </a:r>
          </a:p>
          <a:p/>
          <a:p>
            <a:r>
              <a:t>CÓMO DARLA (≈15 min):</a:t>
            </a:r>
          </a:p>
          <a:p>
            <a:r>
              <a:t>  • Al entrar: Minutos 0-10. Pasa lista y, con esta lámina en pantalla, anuncia cuatro cosas: el canal de entrega (decídelo antes de abrir: el documento editable compartido por el chat y devuelto por el mismo canal o por correo), el cierre del envío en el minuto 110 (19:50), el material autorizado (por defecto, ninguno) y que las dudas de contenido no se responden.</a:t>
            </a:r>
          </a:p>
          <a:p>
            <a:r>
              <a:t>  • Minutos 10-15: Comparte el enunciado por el chat y confirma en voz alta que todos lo abrieron antes de arrancar el reloj. Deja esta lámina proyectada: ahorra la mitad de los mensajes por privado.</a:t>
            </a:r>
          </a:p>
          <a:p>
            <a:r>
              <a:t>  • Minutos 15-100: Silencio de evaluación con cámara y micrófono abiertos, que es la única supervisión posible. Avisa el tiempo a los 50 y a los 80 minutos.</a:t>
            </a:r>
          </a:p>
          <a:p>
            <a:r>
              <a:t>  • Si alguien se desconecta: Que siga respondiendo el documento sin conexión y te escriba por correo al reconectarse; anota la hora. El tiempo perdido por una caída comprobable no se descuenta, y ese criterio se anuncia al minuto 0 para que nadie lo use después como excusa.</a:t>
            </a:r>
          </a:p>
          <a:p/>
          <a:p>
            <a:r>
              <a:t>EJEMPLO: Dudas que sí se responden: «¿esto pide una consulta o una explicación?», «¿el punto b) es obligatorio?», «no puedo abrir el archivo». Dudas que no: «¿esta opción es la correcta?». La respuesta, igual para todos: «Eso es lo que la pregunta evalúa; responde con lo que recuerdes de la clase».</a:t>
            </a:r>
          </a:p>
          <a:p/>
          <a:p>
            <a:r>
              <a:t>SI PREGUNTAN:</a:t>
            </a:r>
          </a:p>
          <a:p>
            <a:r>
              <a:t>  • «¿Qué entra?» → Las Clases 1, 2, 3 y 4. La portada del enunciado las lista con su fecha y trae el reparto de puntos por sección.</a:t>
            </a:r>
          </a:p>
          <a:p>
            <a:r>
              <a:t>  • «¿Puedo usar mis apuntes?» → Lo que anunciaste al minuto 0, y por defecto no. No lo cambies a mitad del parcial: invalida el de quien ya respondió sin ellos.</a:t>
            </a:r>
          </a:p>
          <a:p>
            <a:r>
              <a:t>  • «¿Tengo que ejecutar el SQL?» → No: se responde escrito y se califica la lógica de la consulta. No se pide captura de ejecución.</a:t>
            </a:r>
          </a:p>
          <a:p/>
          <a:p>
            <a:r>
              <a:t>CUIDADO: Decide el canal de entrega antes de abrir la sesión: si no lo anuncias al minuto 0, lo vas a improvisar al minuto 105 con medio grupo escribiendo por privado.</a:t>
            </a:r>
          </a:p>
          <a:p/>
          <a:p>
            <a:r>
              <a:t>PASA A LA SIGUIENTE: Al minuto 100, pasa a la lámina de cierre para recibir las entregas.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Los últimos veinte minutos: recibir las entregas, confirmar a cada uno que su archivo llegó y cerrar sin comentar el parcial.</a:t>
            </a:r>
          </a:p>
          <a:p/>
          <a:p>
            <a:r>
              <a:t>CÓMO DARLA (≈20 min):</a:t>
            </a:r>
          </a:p>
          <a:p>
            <a:r>
              <a:t>  • Al entrar: Minuto 100: aviso de 10 minutos. Proyecta esta lámina mientras llegan los archivos.</a:t>
            </a:r>
          </a:p>
          <a:p>
            <a:r>
              <a:t>  • Minutos 100-110: Acusa recibo por el chat, uno por uno, con el nombre y la hora de cada archivo que llega. Anota quién no ha entregado.</a:t>
            </a:r>
          </a:p>
          <a:p>
            <a:r>
              <a:t>  • Minuto 110: Cierra el envío. A quien se desconectó, recíbele el archivo por correo con la hora anotada y aplica el criterio anunciado al minuto 0.</a:t>
            </a:r>
          </a:p>
          <a:p>
            <a:r>
              <a:t>  • Minutos 110-120: Cierre: «hoy solo se evaluó; la próxima clase, el 28 de septiembre, es Optimización de consultas (Clase 6)». Ningún comentario sobre las respuestas: todavía hay quien está enviando.</a:t>
            </a:r>
          </a:p>
          <a:p/>
          <a:p>
            <a:r>
              <a:t>EJEMPLO: Acuse en el chat: «Recibido: (nombre), 19:46». Con eso no hay reclamo posible sobre una entrega perdida.</a:t>
            </a:r>
          </a:p>
          <a:p/>
          <a:p>
            <a:r>
              <a:t>SI PREGUNTAN:</a:t>
            </a:r>
          </a:p>
          <a:p>
            <a:r>
              <a:t>  • «¿Cuándo veo la nota?» → En la siguiente sesión, con la retroalimentación escrita sobre el mismo documento que entregaste.</a:t>
            </a:r>
          </a:p>
          <a:p>
            <a:r>
              <a:t>  • «Se me cayó el internet y no alcancé a enviar, ¿qué hago?» → Envíalo por correo apenas te reconectes. Si la caída es comprobable, no se descuenta.</a:t>
            </a:r>
          </a:p>
          <a:p/>
          <a:p>
            <a:r>
              <a:t>CUIDADO: No resuelvas preguntas del parcial en voz alta al cerrar, ni siquiera «la fácil»: hay quien todavía está enviando y cualquier comentario se vuelve pista.</a:t>
            </a:r>
          </a:p>
          <a:p/>
          <a:p>
            <a:r>
              <a:t>PASA A LA SIGUIENTE: Próxima sesión: Clase 6, Optimización de consultas.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Parcial 1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Solo evaluación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Indicaciones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Hoy es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Parcial 1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no hay tema nuevo en esta sesión.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Entra lo visto en el corte hasta hoy.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Modalidad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virtual síncrona por Meet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como todas las sesiones.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Duración aproximada: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90 a 110 min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dentro del bloque de 120.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enunciado y el canal de entrega se comparten al empezar.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Parcial 1 · Clase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Hoy solo se evalúa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El tema continúa la próxima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Solo evaluación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