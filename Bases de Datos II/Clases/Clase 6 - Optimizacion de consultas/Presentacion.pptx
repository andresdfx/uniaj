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pedir 'la consulta más rápida' sin definir contra que se compara…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carpeta del equipo.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