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Optimizacion de consultas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Antes/despues sobre el DDL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Primera pareja de consultas antes/despues del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 / SQLTest.online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Optimizar consultas parte de entender que el motor NO ejecuta el SQL tal cual se escribe: primero lo…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Tres cuellos de botella clasicos: (1) SELECT * trae columnas que nadie usa y aumenta el trafico/memoria; (2)…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Reescritura tipica: proyectar solo columnas necesarias (SELECT nombre, fecha en vez de SELECT *), aplicar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EXPLAIN (o EXPLAIN PLAN segun el motor) muestra COMO el motor piensa ejecutar la consulta: si dice 'Seq…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Conexion con Clase 7: optimizar consultas y crear indices son las dos caras de la misma moneda — una consulta…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es un ANTES medible, no una opinion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`SELECT *` trae columnas que nadie usa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JOIN sin filtro: cruza el historico completo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 sobre la columna del WHERE bloquea el indice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Plan: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TABLE ACCESS FULL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(~120.000 filas)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Despues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Solo las columnas necesarias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Filtro por fecha ANTES del JOIN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Comparacion directa sobre la columna indexada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Plan: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INDEX RANGE SCAN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(~340 filas)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DB Fiddle / SQLTest.online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Consulta pesada citas+mascotas+duenos -&gt; version filtrada y proyectada.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Antes/despues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ql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SQLTest.online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Multi-motor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Justificacion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optimizar el propio DDL.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Reescribir y justificar, no solo decir lento.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Pareja consultas antes/después + justificación.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Consulta real PI.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Version después.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cambios.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Archivos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Citas del dia / historial mascota.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Tomar 1 consulta real del PI (citas del dia / historial).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version antes e ineficiente o real.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Reescribir despues y justificar 3 cambios.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Guardar 06_opt_antes.sql / 06_opt_despues.sql en la carpeta del 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Sin SELECT *?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Filtro temprano?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Cuello de botella nombrado?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Primera pareja de consultas antes/despues del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Primera pareja de consultas antes/despues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2 consultas (antes/despues) + justificacion (media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