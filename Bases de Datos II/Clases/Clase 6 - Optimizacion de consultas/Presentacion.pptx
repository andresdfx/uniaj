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pedir 'la consulta más rápida' sin definir contra que se compara…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carpeta del equipo.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Anti-patrón de consulta en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Filtrar por fecha',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SELECT * con producto cartesiano / sin filtro',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Proyectar columnas',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Usar índice selectivo',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Evidencia de optimización pedida en el PI: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Ninguna',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≥2 consultas antes/después con justificación',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cambiar el color del ER',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Borrar la BD',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Proyectar solo columnas necesarias reduce I/O y aclara el plan.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EXPLAIN/plan de ejecución no aporta nada al entregable de optimización.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Consulta típica a optimizar en agenda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Citas del día con joins necesarios y filtro de fecha',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SELECT * FROM todas las tablas',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Cross join sin WHERE',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Actualizar sin WHERE a propósito',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«Antes/después» debe mostrar qué cambió (predicado, proyección, índice) y por qué mejora.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Escriba una consulta VetCare «mala» (anti-patrón) en una línea.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cambio concreto haría en esa consulta y qué evidencia guardaría?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