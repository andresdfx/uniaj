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Optimizacion de consultas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Antes/despues sobre el DDL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Primera pareja de consultas antes/despues del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consultas parte de entender que el motor NO ejecuta el SQL tal cual se escribe: primero lo…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cuellos de botella clasicos: (1) SELECT * trae columnas que nadie usa y aumenta el trafico/memoria; (2)…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Reescritura tipica: proyectar solo columnas necesarias (SELECT nombre, fecha en vez de SELECT *), aplicar el…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cuello de botella, y el mas caro: una subconsulta correlacionada en la lista de columnas se evalua…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NO puede cambiar el resultado, y eso se demuestra, no se afirma: un COUNT(*) de cada version que…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es un ANTES medible, no una opinion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Mismas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91 filas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en las dos versiones. Y sin indices no hay Index Scan —eso es la Clase 7—: hoy se miden filas procesadas y pasadas sobre la tabla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«SELECT *» arrastra las columnas de 4 tablas por el join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«to_char(fecha_hora,…)» y «UPPER(estado)»: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funcion sobre la columna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Joins con coma: si falta una condicion,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producto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Subconsulta por fila: el plan dice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loops=2006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Despues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6 columnas que la pantalla de agenda usa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«&gt;= TIMESTAMP '2026-03-10' … &lt;» y «estado = '…'»: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sargable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«JOIN … ON»: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acelera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impide el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«LEFT JOIN» + «GROUP BY»: de 2.006 pasadas 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2 completa — 20 de los 100 puntos — y se responde leyendo estos campos, no pegando el plano tal cual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orden de lectura.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plan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 una lista de pasos de arriba hacia abajo: es un arbol. Los nodos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mas indentados son las hojas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se ejecutan primero; cada nodo consume las filas de sus hijos.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primera linea impresa es la ULTIMA operacion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Los cuatro campos.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«cost=270.00..4821.50» son arranque y total en una unidad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relativa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(1.0 = leer una pagina de 8 KB),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milisegundos; «rows=» son las filas que el motor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estima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; «width=» el ancho de la fila en bytes; «loops=» cuantas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veces se repitio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ese nodo.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«EXPLAIN» estima, «EXPLAIN ANALYZE» ejecuta.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segundo agrega «actual time=», «actual rows=» y el «Execution Time» final. Y ejecuta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de verdad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sobre un «UPDATE» o «DELETE» hay que envolverlo en «BEGIN» … «ROLLBACK» (eso es la Clase 8). Con «SELECT» no hay riesgo.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Estimado contra real: la senal.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Una divergencia de 2 veces es normal; de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10 veces o mas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delata estadisticas viejas o predicados que el motor cree independientes y no lo son. Es lo que se anota en la tabla de la pregunta 2.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nodo mas costoso, sin trampa.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tiempo de un nodo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incluye el de sus hijos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y «actual time» es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por vuelta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hay que multiplicarlo por «loops». Un nodo de 0,5 ms con «loops=2006» cuesta un segundo — mas que el «Seq Scan» de arriba que parece el culpable.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3 del taller — 20 de los 100 puntos — y la afirmacion de la pregunta 4 que mas se falla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Que la hace correlacionada.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La subconsulta esta en la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lista de columnas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y menciona una columna del exterior («WHERE m.id_dueno = d.id_dueno»). No se puede calcular una vez y reusar: depende de la fila que se este mirando, asi que el motor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ejecuta una vez por fila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del exterior.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El numero que lo delata en el plan.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«EXPLAIN ANALYZE» muestra un nodo «SubPlan» con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«loops=2006»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un dueno, una ejecucion. Y cada ejecucion recorre las 30.010 citas. «loops» es el campo que hay que buscar: es el unico lugar donde el plan dice «esto se repitio».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reescritura.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«dueno LEFT JOIN mascota LEFT JOIN cita» + «GROUP BY d.id_dueno, d.nombre» + «COUNT(...)». El «SubPlan» desaparece y en su lugar queda un solo «HashAggregate»: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una pasada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Es la unica mejora del dia que es de ordenes de magnitud, y no necesita ningun indice — lo que se elimino no fue un escaneo, fueron 2.005 escaneos.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«COUNT(c.id_cita)», nunca «COUNT(*)».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El «LEFT JOIN» fabrica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una fila llena de «NULL»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por cada dueno sin citas. «COUNT(*)» cuenta filas y reporta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1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; «COUNT» de una columna ignora los «NULL» y reporta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El sintoma es exacto: los duenos sin citas dicen 1 en vez de 0.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Y «LEFT», no «INNER».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Un «INNER JOIN» es mas rapido y esta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mal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: borra del reporte a los duenos sin mascotas, y el ranking deja de cuadrar con el total de clientes de la clinica. Mas rapido devolviendo otra cosa no es optimizar.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resultado: como se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Vale puntos dos veces: los dos «COUNT(*)» de la pregunta 1 y el «EXCEPT» de la pregunta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regla.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Correccion y tiempo son ejes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independientes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Si la version DESPUES devuelve algo distinto, no se optimizo nada: se rompio la consulta, y se rompio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sin avisar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porque ningun motor va a lanzar un error por eso.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Prueba 1, para una consulta con filtro: los dos «COUNT(*)».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Se envuelve cada version y se comparan los conteos en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misma corrida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En la agenda del 2026-03-10 las dos tienen que decir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91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Un conteo distinto es la respuesta equivocada, no una version mas rapida.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Prueba 2, para conjuntos completos: «EXCEPT» en los DOS sentidos.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«A EXCEPT B» devuelve lo que esta en A y no en B. Que salga vacio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prueba la igualdad: B puede tener filas de mas. Se corren las dos direcciones unidas con «UNION ALL» y se exige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cero filas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Sin «LIMIT» en la prueba.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Comparar solo las primeras 20 filas deja fuera justamente las que fallan — las de los duenos con cero citas, que es donde «COUNT(*)» miente. El «LIMIT» va en la consulta que se entrega, no en la que verifica.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Que NO sirve como prueba.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«Se ve igual», «trae mas o menos lo mismo» o mirar la primera pantalla de resultados. La equivalencia se afirma con una consulta cuyo resultado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se conoce de antemano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un numero que coincide o un conjunto vacio.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Consulta pesada citas+mascotas+duenos -&gt; version filtrada y proyectada, con EXPLAIN ANALYZE antes y despues, en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67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PostgreSQL con volumen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6431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099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9583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rúbrica pide un análisis de plan de ejecución, y un análisis es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y un después medidos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no la frase «la optimicé».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pantalla de agenda de Huellitas se abre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decenas de veces al día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es la consulta que más veces paga cualquier descuido.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romper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parecen mucho: las dos versiones se ven bien y una devuelve otra cosa. Por eso hoy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prueba de equivalencia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también vale puntos.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Dos consultas del PI reescritas y medidas con EXPLAIN ANALYZE sobre una base con volumen, con la prueba de que el resultado no cambió, y la justificación técnica que va al informe.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agenda del día con sus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4 antipatrones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corregidos: proyección, «JOIN … ON», predicado de rango sargable y comparación directa del estado.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Las dos versiones devuelven las mismas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91 filas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probado con «COUNT(*)» de cada una en la misma corrida.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Tres planes leídos: «EXPLAIN (ANALYZE, BUFFERS)» del antes y del después, y «EXPLAIN ANALYZE» del después con «LIMIT 50». Las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versiones van en la mini tabla de comentarios: nodo más costoso, filas estimadas vs reales, tiempo.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subconsulta correlacionada convertida en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una sola pasada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«LEFT JOIN» + «GROUP BY» +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«COUNT(c.id_cita)»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con los duenos sin citas todavía en 0.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equivalencia del ranking probada con «EXCEPT» en los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dos sentidos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cero filas.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justificación de media página con sus 5 secciones, y «06_opt_antes.sql» / «06_opt_despues.sql» en la carpeta del PI.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este taller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 tiene volumen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2.006 duenos, 5.008 mascotas, 16 veterinarios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30.010 citas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 el 2026-01-05 y el 2026-07-23, unas 150 por día.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«ANALYZE» ya está corrido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hay ningún índice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más allá de las llaves primarias: es a propósito, para que la mejora venga de la consulta y no de una estructura que aún no se ha visto.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la plataforma del curso, en el navegador. «EXPLAIN», «EXPLAIN ANALYZE» y la opción «BUFFERS» corren de verdad; ahí se califica.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seis duenos con cero citas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(ids 2001 a 2006) están puestos a propósito: son los que delatan un «COUNT(*)» o un «INNER JOIN» mal elegidos.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versión ANTES de la pregunta 3 se ejecuta 2.006 veces y puede tardar de varios segundos a más de un minuto.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está colgada.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Reescribir la agenda del dia corrigiendo sus 4 antipatrones (SELECT *, joins con coma, to_char sobre la fecha, UPPER sobre el estado) y probar con COUNT(*) que las dos versiones devuelven las mismas 91 filas.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Medir con EXPLAIN (ANALYZE, BUFFERS) las dos versiones, y con EXPLAIN ANALYZE una tercera que le anada LIMIT 50, y anotar las tres en comentarios: nodo mas costoso, filas estimadas vs reales y tiempo.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Matar la subconsulta correlacionada del ranking de duenos: LEFT JOIN + GROUP BY + COUNT(c.id_cita), y demostrar la equivalencia con EXCEPT en los dos sentidos.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Responder la de seleccion multiple sobre antipatrones (6 afirmaciones, 4 correctas).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la justificacion tecnica de media pagina y guardar 06_opt_antes.sql / 06_opt_despues.sql en la carpeta del PI.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¿Quedó algún «SELECT *», o proyectaste las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columnas que pide el enunciado?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fecha se filtra con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rango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sobre la columna, sin «to_char» ni «EXTRACT» encima de ella?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dos «COUNT(*)» de la pregunta 1 dan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mismo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número?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¿Están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«EXPLAIN», incluido el de «LIMIT 50», y la tabla de comentarios con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 filas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(ANTES, DESPUES, DESPUES+LIM50) y sus tres columnas?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números de la tabla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leíste del plan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o los estimaste? Se compara con «rows=» frente a «actual rows=».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¿Contaste «COUNT(c.id_cita)» y no «COUNT(*)»? Mira los duenos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2001 a 2006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tienen que decir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«EXCEPT» va en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sentidos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«LIMIT»?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98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6144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6144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089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¿En la de selección múltiple revisaste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las seis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afirmaciones, incluida la que dice que optimizar puede cambiar el número de filas?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Primera pareja de consultas antes/despues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Primera pareja de consultas antes/despues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consultas (antes/despues) + justificacion (media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