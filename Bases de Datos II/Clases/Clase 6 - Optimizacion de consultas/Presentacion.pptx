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cuello de botella, y el mas caro: una subconsulta correlacionada en la lista de columnas se evalua…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NO puede cambiar el resultado, y eso se demuestra, no se afirma: un COUNT(*) de cada version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2 completa — 20 de los 100 puntos — y se responde leyendo estos campos, no pegando el plano tal cual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 Es lo que se anota en la tabla de la pregunta 2.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 20 de los 100 puntos — y la afirmacion de la pregunta 4 que mas se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Vale puntos dos veces: los dos «COUNT(*)» de la pregunta 1 y el «EXCEPT» de la pregunta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 El «LIMIT» va en la consulta que se entrega, no en la que verifica.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despues, en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 con volumen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rúbrica pide un análisis de plan de ejecución, y un análisis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un después medidos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no la frase «la optimicé».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pantalla de agenda de Huellitas se abre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decenas de veces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la consulta que más veces paga cualquier descuido.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romper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parecen mucho: las dos versiones se ven bien y una devuelve otra cosa. Por eso hoy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de equivalencia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también vale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Dos consultas del PI reescritas y medidas con EXPLAIN ANALYZE sobre una base con volumen, con la prueba de que el resultado no cambió, y la justificación técnica que va al informe.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agenda del día con sus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 antipatrones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corregidos: proyección, «JOIN … ON», predicado de rango sargable y comparación directa del estado.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Las dos versiones devuelven las mismas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probado con «COUNT(*)» de cada una en la misma corrida.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Tres planes leídos: «EXPLAIN (ANALYZE, BUFFERS)» del antes y del después, y «EXPLAIN ANALYZE» del después con «LIMIT 50». Las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versiones van en la mini tabla de comentarios: nodo más costoso, filas estimadas vs reales, tiempo.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subconsulta correlacionada convertida en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sola pasada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«LEFT JOIN» + «GROUP BY» +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«COUNT(c.id_cita)»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con los duenos sin citas todavía en 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equivalencia del ranking probada con «EXCEPT» en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dos sentidos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cero filas.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justificación de media página con sus 5 secciones, y «06_opt_antes.sql» / «06_opt_despues.sql» en la carpeta del PI.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este taller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 tiene volumen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 el 2026-01-05 y el 2026-07-23, unas 150 por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«ANALYZE» ya está corrido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allá de las llaves primarias: es a propósito, para que la mejora venga de la consulta y no de una estructura que aún no se ha visto.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ExamLab, en el navegador. «EXPLAIN», «EXPLAIN ANALYZE» y la opción «BUFFERS» corren de verdad; ahí se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duenos con cero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(ids 2001 a 2006) están puestos a propósito: son los que delatan un «COUNT(*)» o un «INNER JOIN» mal elegidos.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versión ANTES de la pregunta 3 se ejecuta 2.006 veces y puede tardar de varios segundos a más de un minuto.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está colgada.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la agenda del dia corrigiendo sus 4 antipatrones (SELECT *, joins con coma, to_char sobre la fecha, UPPER sobre el estado) y probar con COUNT(*) que las dos versiones devuelven las mismas 91 filas.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con EXPLAIN (ANALYZE, BUFFERS) las dos versiones, y con EXPLAIN ANALYZE una tercera que le anada LIMIT 50, y anotar las tres en comentarios: nodo mas costoso, filas estimadas vs reales y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Matar la subconsulta correlacionada del ranking de duenos: LEFT JOIN + GROUP BY + COUNT(c.id_cita), y demostrar la equivalencia con EXCEPT en los dos sentidos.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la de seleccion multiple sobre antipatrones (6 afirmaciones, 4 correctas).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la justificacion tecnica de media pagina y guardar 06_opt_antes.sql / 06_opt_despues.sql en la carpeta del PI.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¿Quedó algún «SELECT *», o proyectaste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columnas que pide el enunciado?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fecha se filtra con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rango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sobre la columna, sin «to_char» ni «EXTRACT» encima de ella?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dos «COUNT(*)» de la pregunta 1 dan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mismo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número?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«EXPLAIN», incluido el de «LIMIT 50», y la tabla de comentarios con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filas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(ANTES, DESPUES, DESPUES+LIM50) y sus tres columnas?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números de la tabla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leíste del plan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los estimaste? Se compara con «rows=» frente a «actual rows=».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¿Contaste «COUNT(c.id_cita)» y no «COUNT(*)»? Mira los duenos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2001 a 2006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tienen que decir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«EXCEPT» va en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sentidos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«LIMIT»?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incluida la que dice que optimizar puede cambiar el número de filas?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