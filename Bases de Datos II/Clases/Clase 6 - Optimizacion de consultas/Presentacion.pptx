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Primera pareja de consultas antes/despues del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es declarativo: quien decide el como es el optimizador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SQL es un lenguaje declarativo: la consulta describe QUE datos se quieren y nunca COMO obtenerlos.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decide el como es el optimizador, un componente del motor que convierte la sentencia en un plan de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 el arbol de operaciones fisicas que se ejecutara de verdad: que tabla se lee primero, si completa o por indice, con que algoritmo se cruzan dos tablas y donde se ordena.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tres etapas: el analizador verifica sintaxis y existencia de tablas y columnas; el optimizador genera planes candidatos, estima el costo de cada uno y elige el mas barato; el ejecutor corre el elegido.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que hace visible el problema, y conviene decirlo con la consulta del taller en pantalla, que cruza cuatro tablas: con tres tablas hay 6 ordenes de cruce posibles (3 factorial), con las cuatro de la agenda hay 24, con cinco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es declarativo: quien decide el como es el optimizador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al multiplicar metodos de acceso y algoritmos de cruce el espacio pasa del millar de planes; el optimizador no los prueba todos, poda con heuristicas y decide en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decisivo es que todos devuelven EXACTAMENTE el mismo resultado y pueden diferir en tiempo por factores de cien o de mil.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es ayudar al optimizador a encontrar el plan bueno, no reescribir SQL por gusto estetico.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diapositiva que sostiene la pregunta 2 del taller, que vale 20 de los 100 puntos y pide tres cosas concretas de cada plan: el nodo mas costoso, las filas estimadas frente a las reales y el tiempo total.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Leer un plan tiene una regla de orden que casi nadie explica: es un arbol y se lee de adentro hacia afuera, empezando por los nodos mas indentados, que son las hojas; cada nodo consume las filas de sus hijos, y la primera linea impresa es la ULTIMA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se escribe EXPLAIN antes de la consulta, y para la agenda del taller aparece algo de esta forma: un Hash Join en la primera linea con su cost=... rows=... width=...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debajo, mas indentado, un Seq Scan on cita c con el filtro del dia y un Hash construido sobre un Seq Scan on mascota m.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campos hay que saber nombrarlos y hay que exigir que el estudiante los nombre, porque la rubrica los pide por su nombre: cost trae el costo de arranque y el costo total separados por dos puntos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Rows son las filas que el motor ESTIMA; width es el ancho promedio de la fila en bytes; y loops, que solo aparece con ANALYZE, dice cuantas veces se ejecuto ese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costo NO esta en milisegundos, es una unidad relativa donde 1.0 equivale por convencion a leer secuencialmente una pagina de 8 KB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solo sirve para comparar planes del mismo motor; confundir cost con tiempo es el error mas frecuente al calificar esta pregunta.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tiempos reales los da EXPLAIN ANALYZE, que agrega actual time, actual rows, loops y el Execution Time del final; con la opcion BUFFERS agrega ademas cuantos bloques de 8 KB se leyeron y cuantos se acertaron en memoria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de donde sale el numero exacto de paginas de cada tabla sin tener que estimarlo.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Advertencia que evita un accidente en clase: ANALYZE EJECUTA la sentencia, asi que sobre un UPDATE o un DELETE hay que envolverlo en BEGIN y ROLLBACK, lo cual ya anticipa la Clase 8; con SELECT no hay riesgo y el taller es solo de SELECT.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nodo de 0,5 ms con loops=2006 cuesta un segundo entero y aparece impreso como el mas barato de la pantalla; es exactamente lo que va a pasar en la pregunta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la misma lectura son dos pasos, EXPLAIN PLAN FOR y luego SELECT * FROM TABLE(DBMS_XPLAN.DISPLAY), que imprime Id, Operation, Name, Rows, Bytes, Cost y Time con la indentacion como jerarquia; se menciona como contraste, no como herramienta del 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estadisticas: metadatos que describen los datos sin leerlos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estadisticas del optimizador son los metadatos que describen los datos sin leerlos: filas de la tabla, bloques que ocupa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Valores distintos por columna, fraccion de nulos y un histograma que reparte los valores en cubos para saber si estan parejos o concentrados.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las recolecta con ANALYZE cita, con 100 cubos por columna por omision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usa DBMS_STATS.GATHER_TABLE_STATS(USER, 'CITA') y las expone en USER_TABLES.NUM_ROWS.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base del taller el ANALYZE ya esta corrido, y eso es deliberado: si faltara, el estimado contra real de la pregunta 2 saldria disparatado por una razon que no es el tema de la clase y el estudiante concluiria lo contrario de lo que hay que aprender.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estadisticas: metadatos que describen los datos sin leerlos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aqui sale la explicacion de un fenomeno que desconcierta: la misma consulta, sin cambiar una letra, puede tener hoy un plan distinto al de ayer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tabla crecio, porque se recolectaron estadisticas nuevas, porque alguien creo un indice o porque el valor comparado cambio la selectividad estimada.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no es propiedad del texto SQL, es una decision tomada con la informacion disponible en ese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Correlacionados quiere decir que el motor multiplica las selectividades de dos filtros como si fueran independientes y no lo son: en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Fecha_hora del 2026-03-10 y estado = 'PROGRAMADA' no lo son, porque el reparto de estados no es igual en todos los 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cardinalidad de una columna es la cantidad de valores distintos que contiene, y conviene advertir que la palabra se usa tambien para las filas que entrega un nodo del plan.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selectividad de un predicado es la fraccion de filas que sobreviven al filtro, entre 0 y 1, y es lo que el optimizador calcula con las estadisticas.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cifras que hay que usar son las de la base del taller, no unas inventadas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estudiante las va a ver en su pantalla: 2.006 duenos, 5.008 mascotas, 16 veterinarios y 30.010 citas repartidas entre el 2026-01-05 y el 2026-07-23, o sea 200 dias distintos con exactamente 150 citas cada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eso, WHERE c.fecha_hora &gt;= TIMESTAMP '2026-03-10 00:00:00' AND c.fecha_hora &lt; TIMESTAMP '2026-03-11 00:00:00' tiene selectividad 150 sobre 30.010, o sea 0,5 %: filtro excelente.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c.estado = 'PROGRAMADA', sobre tres valores distintos (PROGRAMADA, ATENDIDA, CANCELADA), no filtra casi nada: son 18.187 filas, el 60,6 %, porque la siembra hace CANCELADA una de cada once citas y ATENDIDA una de cada tres de las que quedan.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WHERE m.activa = 'S', con 4.712 de las 5.008 mascotas activas, tiene selectividad 0,94: no filtra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filtros juntos dejan 91 filas de 30.010, el 0,3 %, y ese 91 es el numero que el estudiante tiene que ver dos veces en la pregunta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practica, convencion de oficio y no regla dura, dice que por debajo del 5 % de las filas conviene el indice, entre 5 % y 20 % depende del motor, y por encima del 20 % o 25 % gana leer la tabla completa.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origen es medible: PostgreSQL valora una lectura aleatoria de pagina en 4,0 y una secuencial en 1,0 (parametros random_page_cost y seq_page_cost), y por eso la regla se enuncia en filas pero el motor decide en costos, que no es lo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full table scan, que en PostgreSQL se imprime Seq Scan y en Oracle TABLE ACCESS FULL, lee todos los bloques de principio a fin y descarta en memoria lo que no cumple el filtro; su ventaja es que la lectura es secuencial.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index scan desciende por el indice y, por cada coincidencia, va a buscar la fila a la tabla, lo cual son lecturas dispersas.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cuentas de la base del taller: cita con 30.010 filas de unos 60 bytes ocupa del orden de 2 MB, unas 230 a 250 paginas de 8 KB —el numero exacto lo dice el Buffers del EXPLAIN, no hace falta estimarlo—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Seq Scan cuesta esas paginas; buscar el 2026-03-10 por un indice sobre fecha_hora costaria 2 o 3 lecturas para bajar el arbol mas una por cada una de las 150 filas del dia, unas 153 en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ser honesto y es mas interesante que la caricatura: a este volumen el indice no es veinte veces mejor, es del mismo orden de magnitud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medido en la unidad del planeador —donde una pagina dispersa vale cuatro secuenciales— puede incluso salir perdiendo.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ventaja del indice crece con el tamano, no con el porcentaje: si Huellitas acumulara 300.000 citas, el Seq Scan pasaria a 2.400 paginas y el indice seguiria costando unas 153, y ahi si son dieciseis veces menos.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pedagogico central, que cambio de sitio y hay que decirlo bien: el problema de las 20 filas es el de la base propia del estudiante, la que cargo en la Clase 1, no el del taller.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20 filas todo es instantaneo y todo se resuelve con Seq Scan, porque una tabla de 20 filas ocupa una sola pagina y no hay plan mas barato que leer una pagina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ese tamano la consulta pesima y la optima miden lo mismo, entre 0,02 y 0,3 milisegundos, y la diferencia se esconde en el ruido de medicion.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sobre 20 filas no es optimizar: es adivinar.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Justamente por eso el taller de hoy NO se hace sobre la base propia sino en la plataforma del curso, cuyo setup siembra las 30.010 citas, y por eso el script de la demo tambien las siembra: para que el docente y el estudiante midan sobre lo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alguien pide medir en su propia base, la respuesta es que primero tiene que fabricar volumen con generate_series, y que sin eso los numeros que reporte no significan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antipatron de la funcion sobre la columna merece parrafo propio porque conecta con la Clase 7 y porque es el que la pregunta 4 pone de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predicado es sargable, de Search ARGument ABLE, cuando el motor puede resolverlo navegando un indice, y para eso la columna indexada debe aparecer sola a un lado de la comparacion.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formas no sargables estan las dos en la consulta ANTES del taller: to_char(c.fecha_hora, 'YYYY-MM-DD') = '2026-03-10' y UPPER(c.estado) = 'PROGRAMADA'.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las dos puede usar un indice sobre esa columna, porque el indice guarda el valor tal como se escribio y el motor no puede saber, sin evaluar la funcion, cuales entradas darian ese resultado; asi que la evalua 30.010 veces, una por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UPPER(m.nombre) = 'LUNA' es el mismo caso frente a un indice sobre mascota(nombre) y obliga a aplicar la funcion a las 5.008 filas.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Igual ocurre con WHERE EXTRACT(YEAR FROM c.fecha_hora) = 2026, con WHERE SUBSTR(d.telefono, 1, 3) = '300' y con la conversion implicita: si id_mascota es numerico y se escribe WHERE c.id_mascota = '10', algunos motores convierten la columna y no el literal.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reescritura correcta casi siempre es un rango, que es lo que pide el taller: WHERE c.fecha_hora &gt;= TIMESTAMP '2026-03-10 00:00:00' AND c.fecha_hora &lt; TIMESTAMP '2026-03-11 00:00:00'.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de UPPER(c.estado) tiene una reescritura mas simple todavia y hay que decirla porque el estudiante duda: se elimina la funcion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dominio ya esta normalizado por el CHECK (estado IN ('PROGRAMADA','ATENDIDA','CANCELADA')), de modo que no existe ninguna fila en minusculas que UPPER pudiera rescatar.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mas: LIKE 'Lu%' si usa indice porque el comodin va al final, y LIKE '%una%' no, porque no hay prefijo por donde bajar el arbol.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la funcion es necesaria para el negocio existe la salida de la clase siguiente, el indice funcional,, que existe en PostgreSQL y en Oracle; hoy se menciona solo como adelanto, para que nadie crea que las funciones estan prohibidas en el WHERE.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cerrar con la verdad incomoda, que es el mejor bono conceptual de la clase: hoy el rango tampoco evita el Seq Scan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en esta base no hay ningun indice sobre fecha_hora; lo que gana el rango hoy es dejar de calcular la funcion 30.010 veces y darle al planeador una estimacion correcta de cuantas filas van a pasar.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idx_mascota_nombre_upper ON mascota (UPPER(nombre))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pregunta 3, otros 20 puntos, y la cuarta afirmacion de la pregunta 4 dice lo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subconsulta es correlacionada cuando menciona una columna de la consulta exterior; si ademas esta en la lista de columnas, el motor no puede calcularla una vez y reusarla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depende de la fila que se este mirando, asi que la ejecuta una vez por cada fila del exterior.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reporte de ranking de duenos del taller la tiene: (SELECT COUNT(*) FROM cita c JOIN mascota m ON m.id_mascota = c.id_mascota WHERE m.id_dueno = d.id_dueno) AS total_citas, con FROM dueno 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hay 2.006 duenos, se ejecuta 2.006 veces, y cada ejecucion recorre mascota y cita completas: del orden de 70 millones de filas procesadas para producir 2.006.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lo dice con un nodo SubPlan y con loops=2006, y loops es el unico lugar del plan donde se lee «esto se repitio»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docente no ensena a buscar ese campo, el estudiante va a senalar como nodo mas costoso el Seq Scan de arriba, que aparece con un tiempo mayor solo porque incluye a sus hijos.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reescritura es dueno LEFT JOIN mascota LEFT JOIN cita, con GROUP BY d.id_dueno, d.nombre y COUNT(c.id_cita): el SubPlan desaparece y en su lugar queda un HashAggregate sobre una sola pasada.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unica mejora del dia que es de ordenes de magnitud, y no necesita ningun indice, porque lo que se elimino no fue un escaneo sino 2.005 escaneos.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COUNT(c.id_cita) y nunca COUNT(*): el LEFT JOIN fabrica una fila llena de NULL por cada dueno que no tiene citas, COUNT(*) cuenta filas y reportaria 1, y COUNT de una columna ignora los NULL y reporta 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sintoma es exacto y se puede proyectar en treinta segundos: los duenos 2001 a 2006 de la base del taller no tienen mascotas, asi que su respuesta correcta es 0 y con COUNT(*) dicen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LEFT y no INNER: el INNER JOIN es mas rapido y esta mal, porque borra del ranking a esos seis duenos y el reporte deja de cuadrar con el total de clientes de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 rapido devolviendo otra cosa no es optimizar, y esa frase es la bisagra con la seccion siguiente.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Aviso operativo que hay que dar antes de que el grupo empiece, porque si no media clase recarga la pagina y pierde sus respuestas: la version ANTES de esta pregunta ejecuta 2.006 veces una consulta que recorre 30.010 filas, y en el navegador puede tardar de varios segundos a mas de un minuto.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demo en vivo, si el docente no quiere esperar, la variante honesta es correr la version ANTES con WHERE d.id_dueno &lt;= 200 en el exterior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Mostrar que el plan dice loops=200 y decir en voz alta que la version completa es diez veces esa; lo que no se puede hacer es saltarse la medicion y afirmar el resultado.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resultado, y eso se demuestra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Correccion y tiempo son ejes independientes, y la consecuencia practica es que una version «optimizada» que devuelve algo distinto no es una optimizacion peor: no es una optimizacion.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una consulta con filtro sirve el conteo: se envuelve cada version en un SELECT COUNT(*) y se comparan los dos numeros en la misma corrida, y en la agenda del 2026-03-10 las dos tienen que decir 91.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conteo distinto no es una version mas rapida, es la respuesta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va sin LIMIT, porque comparar solo las primeras 20 filas deja fuera justamente las que fallan, que son las de los duenos con cero citas.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resultado, y eso se demuestra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EXCEPT elimina duplicados, de modo que si el conjunto puede traer filas repetidas hay que usar EXCEPT ALL o incluir la llave; en el ranking del taller no ocurre, porque hay una fila por 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cuentan como prueba «se ve igual», «trae mas o menos lo mismo» ni mirar la primera pantalla de resultados: la equivalencia se afirma con una consulta cuyo resultado se conoce de antemano, un numero que coincide o un conjunto vacio.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Codigo/06_opt_consultas.sql es autocontenido y siembra el mismo volumen que la plataforma del curso, de modo que los numeros de la demo son los que el estudiante va a ver en su pantalla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Empieza con dos conteos de control que conviene proyectar antes de tocar nada: 30.010 citas en total y, para el 2026-03-10, 91 PROGRAMADA, 45 ATENDIDA y 14 CANCELADA.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cruce implicito con comas es peligroso por aritmetica, no por estilo: si alguien olvida una de las tres condiciones de union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no es un error sino un producto cartesiano —30.010 por 5.008 filas son mas de 150 millones— que en el navegador acaba en una pestana bloqueada.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ON, filtra con el rango de fecha y con la comparacion directa del estado, y ordena por c.fecha_hora.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Filtrar temprano se llama empuje de predicados o predicate pushdown, y hay que decir con honestidad que el optimizador moderno lo hace solo casi siempre; lo que si cambia el plan es dejar de esconder el filtro donde no puede moverlo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los dos casos clasicos son escribirlo en HAVING cuando cabia en WHERE, y ponerlo en el WHERE de un LEFT JOIN cuando corresponde al ON, lo que ademas cambia el significado de la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sentencia de la demo agrega LIMIT 50, que es lo que la pantalla de agenda realmente necesita: el motor deja de producir filas en cuanto tiene 50, y por eso el tiempo baja aunque el plan sea el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cierra con los bloques de la subconsulta correlacionada y con las dos pruebas de equivalencia, incluido el contraejemplo de COUNT(*) contra COUNT(c.id_cita) sobre los duenos 2001 a 2006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medio minuto de demo y ahorra la mitad de los reclamos de la pregunta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se corre todo esto, y que no se puede medir aqui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del dia es la plataforma del curso, que corre PostgreSQL compilado para el navegador, y ahi mismo se califica el taller: es el unico entorno de la clase que trae las 30.010 citas ya sembradas y las estadisticas ya recolectadas.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Soporta EXPLAIN, EXPLAIN ANALYZE y la opcion BUFFERS; si en alguna maquina BUFFERS no responde, el enunciado ya autoriza usar EXPLAIN ANALYZE a secas y declararlo en la seccion 5 de la pregunta 5, asi que eso no cuesta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de media pagina y la matriz de cambios se escriben en Google Docs.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ofrece ningun playground externo como alterno, y conviene que lo digas asi de claro: en DB Fiddle o en cualquier otro no existe la base sembrada, de modo que quien mida ahi obtiene otros numeros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se corre todo esto, y que no se puede medir aqui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rubrica pide los del plan real -- el «Rows Removed by Filter: 29919» y las 91 filas son justo las dos anclas con las que se verifica.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alterno que cuesta puntos no es un alterno.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Tampoco tiene sentido hoy un comparador de motores, porque el motor de hoy es uno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milisegundos, ademas, cambian entre dos corridas seguidas en la misma maquina: lo que no cambia son los conteos de filas, y por eso los conteos son lo que se califica y los milisegundos solo tienen que ser coherentes entre 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consulta ya devuelve el resultado correcto, para que reescribirla: correccion y costo son ejes independientes, el motor garantiza el resultado pero no el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consulta correcta que tarda 40 segundos congela la pantalla de recepcion igual que si estuviera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 debe bajar el tiempo para que cuente como optimizada: la evidencia que pide el entregable no es un porcentaje sino un cambio verificable y leido del plan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hoy ese cambio es de dos clases, menos filas procesadas y menos pasadas sobre la tabla —el SubPlan con loops=2006 que se convierte en un HashAggregate—; lo que hoy NO va a pasar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anticiparlo porque es la confusion mas frecuente de la clase, es que un Seq Scan se convierta en Index Scan, porque en esta base no hay ningun indice y no puede aparecer uno de la nada: eso es la Clase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que la misma consulta tarda mas la primera vez: la primera ejecucion trae las paginas de disco y la segunda las encuentra en memoria, asi que se mide tres veces y se reporta la segunda o la tercera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EXPLAIN (ANALYZE, BUFFERS) muestra cuantas paginas se leyeron y cuantas se acertaron en cache.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que el estimado no coincide con el real: siempre que la diferencia sea de dos o tres veces esta bien y no hay nada que corregir, la senal de alarma es un orden de magnitud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esta base, con ANALYZE recien corrido, las divergencias grandes vienen de que dos filtros no son independientes y no de estadisticas viejas.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se apoya en la Clase 4, donde se vio que un disparador corre fila por fila y encarece una carga masiva —es la misma aritmetica del loops=2006 de hoy—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entrega el testigo a la Clase 7, que crea los indices que hoy se echaron de menos, y a la Clase 8, que suma transacciones y bloqueos al mismo analisis.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antipatron y su reescritura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ANTES: funcion sobre la columna -&gt; el indice de fecha_hora no se usa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* FROM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TO_CHAR(fecha_hora, 'YYYY-MM-DD') = '2026-09-01';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DESPUES: rango sobre la columna desnuda -&gt; el indice si se usa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m.nombre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c.fecha_hora &gt;= TIMESTAMP '2026-09-01 00:00:00'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AND c.fecha_hora &lt;  TIMESTAMP '2026-09-02 00:00:00';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regla: nunca envolver en una funcion la columna por la que se filtra.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EXPLAIN ANALYZE: la evidencia, no la opinion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EXPLAIN (ANALYZE, BUFFERS)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m.nombre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 c 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c.fecha_hora &gt;= TIMESTAMP '2026-09-01 00:00:00'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AND c.fecha_hora &lt;  TIMESTAMP '2026-09-02 00:00:00';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 que se lee, en este orden: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Seq Scan  -&gt; recorre la tabla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Index Scan / Bitmap Heap Scan -&gt; usa el indice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actual time=...  el tiempo REAL (EXPLAIN solo estima; ANALYZE ejecuta)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rows=...  comparar con las filas estimadas: si difieren mucho, ANALYZE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Matar la subconsulta correlacionada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ANTES: la subconsulta se ejecuta UNA VEZ POR 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d.nombre,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(SELECT COUNT(*) FROM mascota m WHERE m.id_dueno = d.id_dueno) AS 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dueno 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DESPUES: una sola pasada, agrupando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d.nombre, COUNT(m.id_mascota) AS 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dueno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LEFT JOIN mascota m ON m.id_dueno = d.id_dueno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GROUP BY d.id_dueno, d.nombre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n DESC;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LEFT JOIN, no JOIN: con JOIN desaparecen los duenos sin mascota.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Mismas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91 filas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en las dos versiones. Y sin indices no hay Index Scan —eso es la Clase 7—: hoy se miden filas procesadas y pasadas sobre la tabla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«SELECT *» arrastra las columnas de 4 tablas por 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«to_char(fecha_hora,…)» y «UPPER(estado)»: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funcion sobre la columna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Joins con coma: si falta una condicion,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producto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Subconsulta por fila: el plan dice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loops=2006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6 columnas que la pantalla de agenda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«&gt;= TIMESTAMP '2026-03-10' … &lt;» y «estado = '…'»: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sargable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«JOIN … ON»: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acelera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impide el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«LEFT JOIN» + «GROUP BY»: de 2.006 pasadas 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2 completa — 20 de los 100 puntos — y se responde leyendo estos campos, no pegando el plano tal cual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orden de lectura.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plan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 una lista de pasos de arriba hacia abajo: es un arbol. Los nodos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mas indentados son las hojas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se ejecutan primero; cada nodo consume las filas de sus hijos.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primera linea impresa es la ULTIMA operacion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Los cuatro campos.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«cost=270.00..4821.50» son arranque y total en una unidad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relativa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(1.0 = leer una pagina de 8 KB),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milisegundos; «rows=» son las filas que el motor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estima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; «width=» el ancho de la fila en bytes; «loops=» cuantas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veces se repitio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ese nodo.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«EXPLAIN» estima, «EXPLAIN ANALYZE» ejecuta.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segundo agrega «actual time=», «actual rows=» y el «Execution Time» final. Y ejecuta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de verdad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sobre un «UPDATE» o «DELETE» hay que envolverlo en «BEGIN» … «ROLLBACK» (eso es la Clase 8). Con «SELECT» no hay riesgo.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Estimado contra real: la senal.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Una divergencia de 2 veces es normal; de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10 veces o mas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delata estadisticas viejas o predicados que el motor cree independientes y no lo son. Es lo que se anota en la tabla de la pregunta 2.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nodo mas costoso, sin trampa.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tiempo de un nodo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incluye el de sus hijos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«actual time» es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 vuelta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hay que multiplicarlo por «loops». Un nodo de 0,5 ms con «loops=2006» cuesta un segundo — mas que el «Seq Scan» de arriba que parece el culpable.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3 del taller — 20 de los 100 puntos — y la afirmacion de la pregunta 4 que mas se falla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Que la hace correlacionada.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La subconsulta esta en la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lista de columnas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y menciona una columna del exterior («WHERE m.id_dueno = d.id_dueno»). No se puede calcular una vez y reusar: depende de la fila que se este mirando, asi que el motor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ejecuta una vez por fila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del exterior.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El numero que lo delata en el plan.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«EXPLAIN ANALYZE» muestra un nodo «SubPlan» con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«loops=2006»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un dueno, una ejecucion. Y cada ejecucion recorre las 30.010 citas. «loops» es el campo que hay que buscar: es el unico lugar donde el plan dice «esto se repitio».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reescritura.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«dueno LEFT JOIN mascota LEFT JOIN cita» + «GROUP BY d.id_dueno, d.nombre» + «COUNT(...)». El «SubPlan» desaparece y en su lugar queda un solo «HashAggregate»: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pasada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Es la unica mejora del dia que es de ordenes de magnitud, y no necesita ningun indice — lo que se elimino no fue un escaneo, fueron 2.005 escaneos.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«COUNT(c.id_cita)», nunca «COUNT(*)».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El «LEFT JOIN» fabrica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fila llena de «NULL»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por cada dueno sin citas. «COUNT(*)» cuenta filas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1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; «COUNT» de una columna ignora los «NULL»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El sintoma es exacto: los duenos sin citas dicen 1 en vez de 0.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Y «LEFT», no «INNER».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Un «INNER JOIN» es mas rapido y esta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mal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: borra del reporte a los duenos sin mascotas, y el ranking deja de cuadrar con el total de clientes de la clinica. Mas rapido devolviendo otra cosa no es optimizar.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resultado: como se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Vale puntos dos veces: los dos «COUNT(*)» de la pregunta 1 y el «EXCEPT» de la pregunta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regla.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Correccion y tiempo son ejes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independientes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Si la version DESPUES devuelve algo distinto, no se optimizo nada: se rompio la consulta, y se rompio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sin avisar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porque ningun motor va a lanzar un error por eso.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Prueba 1, para una consulta con filtro: los dos «COUNT(*)».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envuelve cada version y se comparan los conteos en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corrida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En la agenda del 2026-03-10 las dos tienen que decir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91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Un conteo distinto es la respuesta equivocada, no una version mas rapida.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Prueba 2, para conjuntos completos: «EXCEPT» en los DOS sentidos.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«A EXCEPT B» devuelve lo que esta en A y no en B. Que salga vacio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prueba la igualdad: B puede tener filas de mas. Se corren las dos direcciones unidas con «UNION ALL» y se exige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cero filas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Sin «LIMIT» en la prueba.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Comparar solo las primeras 20 filas deja fuera justamente las que fallan — las de los duenos con cero citas, que es donde «COUNT(*)» miente. El «LIMIT» va en la consulta que se entrega, no en la que verifica.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Que NO sirve como prueba.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«Se ve igual», «trae mas o menos lo mismo» o mirar la primera pantalla de resultados. La equivalencia se afirma con una consulta cuyo resultado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se conoce de antemano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un numero que coincide o un conjunto vacio.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proyectada, con EXPLAIN ANALYZE antes y despues, en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 con volumen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rúbrica pide un análisis de plan de ejecución, y un análisis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un después medidos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no la frase «la optimicé».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pantalla de agenda de Huellitas se abre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decenas de veces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es la consulta que más veces paga cualquier descuido.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romper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parecen mucho: las dos versiones se ven bien y una devuelve otra cosa. Por eso hoy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 de equivalencia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también vale puntos.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Dos consultas del PI reescritas y medidas con EXPLAIN ANALYZE sobre una base con volumen, con la prueba de que el resultado no cambió, y la justificación técnica que va al informe.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agenda del día con sus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4 antipatrones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corregidos: proyección, «JOIN … ON», predicado de rango sargable y comparación directa del estado.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Las dos versiones devuelven las mismas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91 filas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probado con «COUNT(*)» de cada una en la misma corrida.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Tres planes leídos: «EXPLAIN (ANALYZE, BUFFERS)» del antes y del después, y «EXPLAIN ANALYZE» del después con «LIMIT 50». Las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versiones van en la mini tabla de comentarios: nodo más costoso, filas estimadas vs reales, tiempo.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subconsulta correlacionada convertida en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una sola pasada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«LEFT JOIN» + «GROUP BY» +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«COUNT(c.id_cita)»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con los duenos sin citas todavía en 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equivalencia del ranking probada con «EXCEPT» en los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dos sentidos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cero filas.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justificación de media página con sus 5 secciones, y «06_opt_antes.sql» / «06_opt_despues.sql» en la carpeta del PI.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este taller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 tiene volumen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2.006 duenos, 5.008 mascotas, 16 veterinarios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30.010 citas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 el 2026-01-05 y el 2026-07-23, unas 150 por día.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«ANALYZE» ya está corrido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hay ningún índice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más allá de las llaves primarias: es a propósito, para que la mejora venga de la consulta y no de una estructura que aún no se ha visto.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curso, en el navegador. «EXPLAIN», «EXPLAIN ANALYZE» y la opción «BUFFERS» corren de verdad; ahí se califica.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seis duenos con cero citas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(ids 2001 a 2006) están puestos a propósito: son los que delatan un «COUNT(*)» o un «INNER JOIN» mal elegidos.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versión ANTES de la pregunta 3 se ejecuta 2.006 veces y puede tardar de varios segundos a más de un minuto.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está colgada.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Reescribir la agenda del dia corrigiendo sus 4 antipatrones (SELECT *, joins con coma, to_char sobre la fecha, UPPER sobre el estado) y probar con COUNT(*) que las dos versiones devuelven las mismas 91 filas.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Medir con EXPLAIN (ANALYZE, BUFFERS) las dos versiones, y con EXPLAIN ANALYZE una tercera que le anada LIMIT 50, y anotar las tres en comentarios: nodo mas costoso, filas estimadas vs reales y tiempo.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Matar la subconsulta correlacionada del ranking de duenos: LEFT JOIN + GROUP BY + COUNT(c.id_cita), y demostrar la equivalencia con EXCEPT en los dos sentidos.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la de seleccion multiple sobre antipatrones (6 afirmaciones, 4 correctas).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la justificacion tecnica de media pagina y guardar 06_opt_antes.sql / 06_opt_despues.sql en la carpeta del PI.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¿Quedó algún «SELECT *», o proyectaste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columnas que pide el enunciado?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fecha se filtra con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rango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sobre la columna, sin «to_char» ni «EXTRACT» encima de ella?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dos «COUNT(*)» de la pregunta 1 dan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mismo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número?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¿Están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«EXPLAIN», incluido el de «LIMIT 50», y la tabla de comentarios con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 filas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(ANTES, DESPUES, DESPUES+LIM50) y sus tres columnas?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números de la tabla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leíste del plan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o los estimaste? Se compara con «rows=» frente a «actual rows=».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¿Contaste «COUNT(c.id_cita)» y no «COUNT(*)»? Mira los duenos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2001 a 2006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tienen que decir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«EXCEPT» va en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sentidos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«LIMIT»?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¿En la de selección múltiple revisaste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las seis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afirmaciones, incluida la que dice que optimizar puede cambiar el número de filas?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Primera pareja de consultas antes/despues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Primera pareja de consultas antes/despues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consultas (antes/despues) + justificacion (media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