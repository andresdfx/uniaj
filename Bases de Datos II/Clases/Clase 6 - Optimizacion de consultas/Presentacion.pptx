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/ SQLTest.online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EXPLAIN (o EXPLAIN PLAN segun el motor) muestra COMO el motor piensa ejecutar la consulta: si dice 'Seq…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Conexion con Clase 7: optimizar consultas y crear indices son las dos caras de la misma moneda — una consulta…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trae columnas que nadie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 sin filtro: cruza el historico completo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sobre la columna del WHERE bloquea el indice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TABLE ACCESS FULL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(~120.000 filas)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Solo las columnas necesarias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Filtro por fecha ANTES del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Comparacion directa sobre la columna indexada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INDEX RANGE SCAN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(~340 filas)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/ SQLTest.online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Antes/despues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ql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optimizar el propio DDL.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Reescribir y justificar, no solo decir lento.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Pareja consultas antes/después +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 real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Version después.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cambios.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Archivos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Citas del dia / historial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Tomar 1 consulta real del PI (citas del dia / historial).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version antes e ineficiente 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despues y justificar 3 cambios.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Guardar 06_opt_antes.sql / 06_opt_despues.sql en la carpeta del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Sin SELECT *?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Filtro temprano?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Cuello de botella nombrado?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