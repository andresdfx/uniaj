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todas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virtuales síncronas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incluidos los parciales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); festivos =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dos sesiones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sustentación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por Meet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VetCare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(21/09)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+ Tuning y gestión de transacciones (05/10) · sesión doble · Clases 7+8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(19/10)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+ Integración de apps externas ·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Hitos: avance + preparación final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(26/10, sesión doble Clases 11+12)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sesión 12 (09/11)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sesión 13 (16/11).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Corte 3. Enunciado: carpeta «Clases/Proyecto Integrador/».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«Huellitas» es la clínica (el cliente) · «VetCare DB» es la base de datos que usted construye para ella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Atiende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alto volumen de pacientes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hoy lleva toda su gestión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La administración reporta tres problemas: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extravían fichas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pacientes: el expediente existe en un solo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un historial en el archivo físico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genera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sala de espera.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métricas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saben cuántas especies atienden al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 parte en este curso: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capa de datos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VetCare — modelo, integridad, seguridad y rendimiento. La aplicación y la interfaz no se piden en esta asignatura.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Virtual: todas las sesiones por Meet, incluidos la Sesión 1 y los parciales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P1=sesión 5 (21/09), P2=sesión 9 (19/10), P3=sesión 12 (09/11). La sesión 13 (16/11) es de sustentación del PI VetCare.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Virtual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