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Bases de Datos II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Gestión avanzada y optimización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FI303215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 · 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Presencialidad asistida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(clases y parciales síncronos)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50791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4032504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Profundizar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gestion avanzada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bases de datos: optimización, seguridad, procedimientos y administración.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 soluciones de alto rendimiento con integridad, disponibilidad y protección de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 habilidades para Arquitectura de Sistemas y Seguridad.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gestion avanzada y optimización de BD relacionales.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gestión avanzada y optimización de bases de datos relacionales.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diseñar, administrar y optimizar bases de datos relacionales avanzadas, garantizando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seguridad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integridad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eficiencia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manejo de grandes volúmenes de información.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Profundiza en optimización, seguridad, procedimientos almacenados y administración eficiente de los recursos de información.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Consolida habilidades clave para Arquitectura de Sistemas Computacionales y Seguridad.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 (RAA)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Administra bases de datos aplicando estrategias de seguridad y respaldo. Configura políticas de protección y planes de respaldo/recuperación responsables.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Implementa procedimientos almacenados y disparadores para la automatización de procesos. Desarrolla lógica en el motor de BD para integridad y reutilización.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Optimiza consultas y estructuras de bases de datos para mejorar el rendimiento del sistema. Aplica índices, tuning y análisis de rendimiento sobre casos reales.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 VetCare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en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lunes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/ laboratorio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Quiz corto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Modalidad: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Presencialidad asistida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(parciales presenciales · resto virtual · festivos autónomos).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+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 plataforma oficial de la UNIAJC, la usamos solo para esto).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VetCare DB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10/08 – 13/09/2026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(07/09 · Clase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/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14/09 – 18/10/2026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(05/10 · Clase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/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19/10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(09/11 · Clase 14)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VetCare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presenciales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Día 1: Sesión 0 (Presentación del curso, archivo aparte) + Clase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(10/08)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Revisión de Bases de Datos I (10/08)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Administración de bases de datos (17/08) · Autónoma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Procedimientos almacenados (24/08)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Funciones y disparadores · Seguridad y respaldo (31/08)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(07/09)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Optimización de consultas (14/09)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Índices y particionamiento (21/09)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Tuning de bases de datos · Gestión de transacciones (28/09)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(05/10)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Control de concurrencia (12/10) · Autónoma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Avance del proyecto final (19/10)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Integración de aplicaciones externas · Preparación de presentación final (26/10)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Análisis de casos reales (02/11) · Autónoma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(09/11)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proyecto + cierre (16/11) · Autónoma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VetCare DB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BD avanzada para clínica veterinaria (ABPr).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Integra seguridad/respaldo, procs/triggers, optimización e integración app↔BD.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Hitos: avance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(19/10) · prep.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(26/10) · Parcial 3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14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(09/11) · cierre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(16/11, autónoma).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Corte 3. Enunciado: carpeta `Clases/Proyecto Integrador/`.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en 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instalacion de SGBD local) — detalle en Plan de curso (pendiente aprobacion docente).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(examlab.lovable.app/app):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SQL: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/ SQLTest.online · PL/SQL: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Modelos ER: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/ diagrams.net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bocetos: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Bibliografia: Coronel &amp; Morris · Date · Oracle PL/SQL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Lunes 18:00 – 20:00 · Presencialidad asistida (clases y parciales síncronos) · Grupo 641A-2.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Día 1: Sesión 0 (Presentación del curso, archivo aparte) + Clase 1 (diagnóstico + revisión BD I). Festivos = autónoma en Campus Virtual.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Parciales NUNCA en autonoma: P1=Clase 5 (07/09), P2=Clase 9 (05/10), P3=Clase 14 (09/11).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en navegador · SQL + diagramas ER + entrega/evaluación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SQL práctico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PL/SQL · cuenta free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Modelos 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qlt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SQLTest.online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Multi-motor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Bases de Datos II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Presencialidad asistida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Datos seguros, consultas rapidas, proyecto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