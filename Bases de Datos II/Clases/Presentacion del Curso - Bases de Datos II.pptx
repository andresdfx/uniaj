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Presencialidad asistida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sustentación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presenciales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VetCare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(21/09)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+ Tuning y gestión de transacciones (05/10) · sesión doble · Clases 7+8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(19/10)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+ Integración de apps externas ·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+ preparación final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(26/10, sesión doble Clases 11+12)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12 (09/11)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13 (16/11).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Presencialidad asistida: Clase 1 y parciales presencial · resto virtual síncrona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P1=sesión 5 (21/09), P2=sesión 9 (19/10), P3=sesión 12 (09/11). La sesión 13 (16/11) es de sustentación del PI VetCare.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Presencialidad asistida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