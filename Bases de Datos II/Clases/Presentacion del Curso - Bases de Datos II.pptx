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Bases de Datos II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Gestión avanzada y optimización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FI303215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641A-2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Lunes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 · 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18:10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050791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4032504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Profundizar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gestion avanzada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bases de datos: optimización, seguridad, procedimientos y administración.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 soluciones de alto rendimiento con integridad, disponibilidad y protección de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Consolida habilidades para Arquitectura de Sistemas y Seguridad.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gestion avanzada y optimización de BD relacionales.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gestión avanzada y optimización de bases de datos relacionales.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diseñar, administrar y optimizar bases de datos relacionales avanzadas, garantizando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seguridad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integridad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eficiencia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manejo de grandes volúmenes de información.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Profundiza en optimización, seguridad, procedimientos almacenados y administración eficiente de los recursos de información.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Consolida habilidades clave para Arquitectura de Sistemas Computacionales y Seguridad.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 (RAA)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Administra bases de datos aplicando estrategias de seguridad y respaldo. Configura políticas de protección y planes de respaldo/recuperación responsables.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Implementa procedimientos almacenados y disparadores para la automatización de procesos. Desarrolla lógica en el motor de BD para integridad y reutilización.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Optimiza consultas y estructuras de bases de datos para mejorar el rendimiento del sistema. Aplica índices, tuning y análisis de rendimiento sobre casos reales.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 VetCare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(material «Clase 1»,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lunes (120 min):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/ laboratorio en la nube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cierre.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13 sesiones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sesión 1 y parciales (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 / 9 / 12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)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resto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dos sesiones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dobles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sustentación en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+ en la nube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Talleres y quices/parciales se entregan/presentan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no es la plataforma oficial de la UNIAJC, la usamos solo para esto.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VetCare DB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24/08 – 27/09/2026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(21/09 · sesión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28/09 – 25/10/2026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(19/10 · sesión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26/10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(09/11 · sesión 12)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PI VetCare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síncronos presenciales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13 sesiones · los 15 temas se conservan: dos sesiones son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dobles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(dos temas en un bloque). Día 1: Sesión 0 (archivo aparte) + Sesión 1 (diagnóstico · tema)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+ socialización del PI VetCare (24/08)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Revisión de Bases de Datos I (24/08)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Administración de bases de datos (31/08)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Procedimientos almacenados (07/09)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Funciones y disparadores · Seguridad y respaldo (14/09)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1 (21/09) · presencial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Optimización de consultas (28/09)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Índices y particionamiento + Tuning y gestión de transacciones (05/10) · sesión doble · Clases 7+8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Control de concurrencia (12/10) · Autónoma (festivo) · material Clase 10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(19/10) · presencial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Avance del proyecto final + Integración de apps externas · Preparación final (26/10) · sesión doble · Clases 11+12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Análisis de casos reales (02/11) · Autónoma (festivo) · material Clase 13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(09/11) · presencial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proyecto + cierre (16/11) · Sustentación del Proyecto Integrador · material 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VetCare DB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BD avanzada para clínica veterinaria (ABPr).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Integra seguridad/respaldo, procs/triggers, optimización e integración app↔BD.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Hitos: avance + preparación final en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(26/10, sesión doble Clases 11+12)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sesión 12 (09/11)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sustentación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sesión 13 (16/11).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Corte 3. Enunciado: carpeta `Clases/Proyecto Integrador/`.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en 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instalacion de SGBD local) — detalle en Plan de curso (pendiente aprobacion docente).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(https://examlab.lovable.app/): entrega de talleres + quices/parciales del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SQL: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DB Fiddle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/ SQLTest.online · PL/SQL: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Modelos ER: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/ diagrams.net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bocetos: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Excalidraw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Bibliografia: Coronel &amp; Morris · Date · Oracle PL/SQL Docs.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Lunes 18:00 – 20:00 · Virtual: todas las sesiones por Meet, incluidos la Sesión 1 y los parciales · festivos autónoma · Grupo 641A-2.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Día 1: Sesión 0 (Presentación del curso, archivo aparte) + Clase 1 (diagnóstico + revisión BD I). Festivos = autónoma con actividad en ExamLab.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Parciales NUNCA en autonoma: P1=sesión 5 (21/09), P2=sesión 9 (19/10), P3=sesión 12 (09/11). La sesión 13 (16/11) es de sustentación del PI VetCare.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en navegador · SQL + diagramas ER + entrega/evaluación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bfid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SQL práctico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PL/SQL · cuenta free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Modelos 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qlt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SQLTest.online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Multi-motor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0067" y="4256532"/>
            <a:ext cx="1051560" cy="10515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56506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Bases de Datos II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641A-2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Lunes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Virtual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Datos seguros, consultas rapidas, proyecto real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