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Virtual: todas las sesiones por Meet, incluidos la Sesión 1 y los parciales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Virtual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