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Bases de Datos II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Gestión avanzada y optimización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FI303215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641A-2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Lunes 18:00 – 20:00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(120 min) · Modalidad: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095292"/>
                </a:solidFill>
                <a:latin typeface="Calibri"/>
              </a:rPr>
              <a:t>Inicio de clase: </a:t>
            </a:r>
            <a:r>
              <a:rPr sz="1600" b="1" i="0">
                <a:solidFill>
                  <a:srgbClr val="095292"/>
                </a:solidFill>
                <a:latin typeface="Calibri"/>
              </a:rPr>
              <a:t>18:10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Speaker Tecnológico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050791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4032504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Profundizar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gestion avanzada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bases de datos: optimización, seguridad, procedimientos y administración.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Diseñar soluciones de alto rendimiento con integridad, disponibilidad y protección de datos.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Consolida habilidades para Arquitectura de Sistemas y Seguridad.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gestion avanzada y optimización de BD relacionales.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gestión avanzada y optimización de bases de datos relacionales.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diseñar, administrar y optimizar bases de datos relacionales avanzadas, garantizando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seguridad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integridad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eficiencia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el manejo de grandes volúmenes de información.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Profundiza en optimización, seguridad, procedimientos almacenados y administración eficiente de los recursos de información.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Consolida habilidades clave para Arquitectura de Sistemas Computacionales y Seguridad.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Resultados de aprendizaje (RAA)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Administra bases de datos aplicando estrategias de seguridad y respaldo. Configura políticas de protección y planes de respaldo/recuperación responsables.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Implementa procedimientos almacenados y disparadores para la automatización de procesos. Desarrolla lógica en el motor de BD para integridad y reutilización.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Optimiza consultas y estructuras de bases de datos para mejorar el rendimiento del sistema. Aplica índices, tuning y análisis de rendimiento sobre casos reales.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trabajamos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(hoy)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logística + acuerdo pedagógico + evaluación + CONTENIDO +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del Proyecto Integrador VetCare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(material «Clase 1», archivo aparte) = diagnóstico de conocimientos previos + arranque temático — mismo bloque de hoy.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lunes (120 min):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Teoría Core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Taller / laboratorio en la nube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cierre.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13 sesiones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sesión 1 y parciales (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 / 9 / 12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)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presencial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resto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festivos =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autónoma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dos sesiones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dobles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sustentación en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13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gratis + en la nube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 Talleres y quices/parciales se entregan/presentan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 — no es la plataforma oficial de la UNIAJC, la usamos solo para esto.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Hilo conductor de todo el semestre: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Integrador VetCare DB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 (Acuerdo pedagógico)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24/08 – 27/09/2026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1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(21/09 · sesión 5)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28/09 – 25/10/2026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2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(19/10 · sesión 9)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26/10 – 22/11/2026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(09/11 · sesión 12)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PI VetCare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Parciales síncronos presenciales · nunca en festivo/autónoma. Día de parcial = solo evaluación.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13 sesiones · los 15 temas se conservan: dos sesiones son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dobles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 (dos temas en un bloque). Día 1: Sesión 0 (archivo aparte) + Sesión 1 (diagnóstico · tema)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Presentación del curso (logística) + socialización del PI VetCare (24/08)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Diagnóstico · Revisión de Bases de Datos I (24/08)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Administración de bases de datos (31/08)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Procedimientos almacenados (07/09)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4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Funciones y disparadores · Seguridad y respaldo (14/09)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5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1 (21/09) · presencial · solo evaluación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6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Optimización de consultas (28/09)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7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Índices y particionamiento + Tuning y gestión de transacciones (05/10) · sesión doble · Clases 7+8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8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Control de concurrencia (12/10) · Autónoma (festivo) · material Clase 10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9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2 (19/10) · presencial · solo evaluación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Avance del proyecto final + Integración de apps externas · Preparación final (26/10) · sesión doble · Clases 11+12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Análisis de casos reales (02/11) · Autónoma (festivo) · material Clase 13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3 (09/11) · presencial · solo evaluación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Presentación del proyecto + cierre (16/11) · Sustentación del Proyecto Integrador · material Clase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Proyecto Integrador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 hoy (Sesión 0):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presentamos el PI completo para que lo tengan claro desde la Clase 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VetCare DB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BD avanzada para clínica veterinaria (ABPr).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Integra seguridad/respaldo, procs/triggers, optimización e integración app↔BD.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Hitos: avance + preparación final en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(26/10, sesión doble Clases 11+12) ·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sesión 12 (09/11) ·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sustentación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sesión 13 (16/11).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Pesa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20%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del Corte 3. Enunciado: carpeta `Clases/Proyecto Integrador/`.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gratis en navegador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(sin instalacion de SGBD local) — detalle en Plan de curso (pendiente aprobacion docente).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(https://uniaj.examlab.workers.dev/): entrega de talleres + quices/parciales del curso.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SQL: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DB Fiddle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/ SQLTest.online · PL/SQL: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Oracle Live SQL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Modelos ER: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/ diagrams.net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bocetos: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Excalidraw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Bibliografia: Coronel &amp; Morris · Date · Oracle PL/SQL Docs.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Acuerdos importantes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Lunes 18:00 – 20:00 · Virtual: todas las sesiones por Meet, incluidos la Sesión 1 y los parciales · festivos autónoma · Grupo 641A-2.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Día 1: Sesión 0 (Presentación del curso, archivo aparte) + Clase 1 (diagnóstico + revisión BD I). Festivos = autónoma con actividad en ExamLab.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Parciales NUNCA en autonoma: P1=sesión 5 (21/09), P2=sesión 9 (19/10), P3=sesión 12 (09/11). La sesión 13 (16/11) es de sustentación del PI VetCare.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en navegador · SQL + diagramas ER + entrega/evaluación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bfidd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SQL práctico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acle_livesq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PL/SQL · cuenta free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Modelos 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qlte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3913" y="4256532"/>
            <a:ext cx="1051560" cy="10515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0352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SQLTest.online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Multi-motor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0067" y="4256532"/>
            <a:ext cx="1051560" cy="10515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356506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Talleres + quices/parciales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Bases de Datos II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641A-2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Lunes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18:00 – 20:00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Virtual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Datos seguros, consultas rapidas, proyecto real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