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Bases de Datos II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Gestión avanzada y optimización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FI303215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Lunes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 · 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Profundizar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gestion avanzada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bases de datos: optimización, seguridad, procedimientos y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soluciones de alto rendimiento con integridad, disponibilidad y protección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 habilidades para Arquitectura de Sistemas y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gestion avanzada y optimización de BD relacionales.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gestión avanzada y optimización de bases de datos relacionales.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diseñar, administrar y optimizar bases de datos relacionales avanzadas, garantizando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integridad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eficiencia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manejo de grandes volúmenes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Profundiza en optimización, seguridad, procedimientos almacenados y administración eficiente de los recursos de información.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habilidades clave para Arquitectura de Sistemas Computacionales y Seguridad.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Administra bases de datos aplicando estrategias de seguridad y respaldo. Configura políticas de protección y planes de respaldo/recuperación responsables.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Implementa procedimientos almacenados y disparadores para la automatización de procesos. Desarrolla lógica en el motor de BD para integridad y reutilización.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Optimiza consultas y estructuras de bases de datos para mejorar el rendimiento del sistema. Aplica índices, tuning y análisis de rendimiento sobre casos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 VetCare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«Clase 1»,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lunes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laboratorio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13 sesiones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todas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virtuales síncronas por Meet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incluidos los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); festivos =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clase autónoma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dos sesiones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sustentación en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+ en la nube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Talleres y quices/parciales se entregan/presentan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no es la plataforma oficial de la UNIAJC, la usamos solo para esto.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 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(21/09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(09/11 · sesión 12)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PI VetCare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síncronos por Meet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(archivo aparte) + Sesión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VetCare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Revisión de Bases de Datos I (24/08)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Administración de bases de datos (31/08)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Procedimientos almacenados (07/09)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Funciones y disparadores · Seguridad y respaldo (14/09)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(21/09)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Optimización de consultas (28/09)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Índices y particionamiento + Tuning y gestión de transacciones (05/10) · sesión doble · Clases 7+8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Control de concurrencia (12/10) · Autónoma (festivo) · material Clase 10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(19/10)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final + Integración de apps externas · Preparación final (26/10)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Análisis de casos reales (02/11) · Autónoma (festivo)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(09/11) · virtual síncrona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proyecto + cierre (16/11) · Sustentación del Proyecto Integrador · material 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VetCare DB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BD avanzada para clínica veterinaria (ABPr).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Integra seguridad/respaldo, procs/triggers, optimización e integración app↔BD.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Hitos: avance + preparación final en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(26/10, sesión doble Clases 11+12)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sesión 12 (09/11)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sesión 13 (16/11).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Corte 3. Enunciado: carpeta «Clases/Proyecto Integrador/».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 · Clínica Veterinaria «Huellitas»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«Huellitas» es la clínica (el cliente) · «VetCare DB» es la base de datos que usted construye para ella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Atiende un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alto volumen de pacientes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hoy lleva toda su gestión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carpetas de papel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 La administración reporta tres problemas: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extravían fichas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pacientes: el expediente existe en un solo papel.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Buscar un historial en el archivo físico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genera filas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la sala de espera.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No hay métricas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no saben cuántas especies atienden al mes.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 parte en este curso: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capa de datos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VetCare — modelo, integridad, seguridad y rendimiento. La aplicación y la interfaz no se piden en esta asignatura.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gratis en 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instalacion de SGBD local) — detalle en Plan de curso (pendiente aprobacion docente).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/ SQLTest.online · PL/SQL: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Modelos ER: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bocetos: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Bibliografia: Coronel &amp; Morris · Date · Oracle PL/SQL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Lunes 18:00 – 20:00 · Virtual: todas las sesiones por Meet, incluidos la Sesión 1 y los parciales · festivos autónoma · Grupo 641A-2.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revisión BD I). Festivos = autónoma con actividad en ExamLab.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autonoma: P1=sesión 5 (21/09), P2=sesión 9 (19/10), P3=sesión 12 (09/11). La sesión 13 (16/11) es de sustentación del PI VetCare.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SQL + diagramas ER + entrega/evaluación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práctico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PL/SQL · cuenta free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Modelos 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qlt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408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Bases de Datos II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641A-2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Lunes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Virtual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Datos seguros, consultas rapidas, proyecto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