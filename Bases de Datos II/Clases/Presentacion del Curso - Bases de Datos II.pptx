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 plataforma oficial de la UNIAJC, la usamos solo para esto).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(07/09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(05/10 · 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(17/08)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Tuning de bases de datos · Gestión de transacciones (28/09)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(05/10)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(19/10)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aplicaciones externas · Preparación de presentación final (26/10)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(19/10) · prep.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(26/10) · Parcial 3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(09/11) · cierre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(16/11, autónoma).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(examlab.lovable.app/app):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Presencialidad asistida: Clase 1 y parciales presencial · resto virtual síncrona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P1=Clase 5 (07/09), P2=Clase 9 (05/10), P3=Clase 14 (09/11).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Presencialidad asistida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